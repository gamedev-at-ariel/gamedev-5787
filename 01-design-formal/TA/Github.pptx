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6667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Branch הוא קו פיתוח נפרד שאינו מפריע לענף הראשי. אפשר לנסות כיוון חדש ולחזור לענף הראשי אם הניסוי אינו מתאים.</a:t>
            </a:r>
          </a:p>
          <a:p>
            <a:endParaRPr/>
          </a:p>
          <a:p>
            <a:r>
              <a:t>מקור התוכן: slides-github.html, שקופיות 2, 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איור רשמי מתוך Unity Learn, Roll-a-Ball: https://learn.unity.com/course/roll-a-ball . האיור מייצג פרויקט משחק ואינו צילום משחק סטודנטים.</a:t>
            </a:r>
          </a:p>
          <a:p>
            <a:endParaRPr/>
          </a:p>
          <a:p>
            <a:r>
              <a:t>מקור התוכן: slides-github.html, שקופיות 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3.</a:t>
            </a:r>
          </a:p>
          <a:p>
            <a:r>
              <a:t>Screenshot of the GitHub Desktop app. A sidebar on the left-hand side, with tabs labeled "Changes" and "History", is outlined in orange.</a:t>
            </a:r>
          </a:p>
          <a:p>
            <a:r>
              <a:t>https://docs.github.com/en/desktop/overview/creating-your-first-repository-using-github-desktop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מקור התוכן: slides-github.html, שקופיות 4, 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פותחים Pull Request בגיטהאב. לאחר שחבר צוות קורא, מעיר ומאשר מבצעים merge. Source: https://docs.github.com/en/pull-requests/how-tos/review-pull-requests/reviewing-proposed-changes-in-a-pull-request</a:t>
            </a:r>
          </a:p>
          <a:p>
            <a:endParaRPr/>
          </a:p>
          <a:p>
            <a:r>
              <a:t>מקור התוכן: slides-github.html, שקופיות 6.</a:t>
            </a:r>
          </a:p>
          <a:p>
            <a:r>
              <a:t>Screenshot of the "Files changed" tab of a pull request. The "Review changes" button is outlined in dark orange.</a:t>
            </a:r>
          </a:p>
          <a:p>
            <a:r>
              <a:t>https://docs.github.com/en/pull-requests/how-tos/review-pull-requests/reviewing-proposed-changes-in-a-pull-request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גישה תלויה בהרשאות שהארגון מעניק. https://docs.github.com/en/organizations/collaborating-with-groups-in-organizations/about-organizations</a:t>
            </a:r>
          </a:p>
          <a:p>
            <a:endParaRPr/>
          </a:p>
          <a:p>
            <a:r>
              <a:t>מקור התוכן: slides-github.html, שקופיות 7.</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תיקון הנימוק במקור: ארגון אינו דרך לעקוף מגבלות או למנוע חסימה הנובעת מגודל. https://docs.github.com/en/repositories/working-with-files/managing-large-files/about-large-files-on-github</a:t>
            </a:r>
          </a:p>
          <a:p>
            <a:endParaRPr/>
          </a:p>
          <a:p>
            <a:r>
              <a:t>מקור התוכן: slides-github.html, שקופיות 7.</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פותחים את תפריט הפלוס ובוחרים New organization. נותנים לצוות שם מקורי, למשל ראשי התיבות של שמות חברי הצוות. אפשר לבקש מבינה מלאכותית הצעות לשמות.</a:t>
            </a:r>
          </a:p>
          <a:p>
            <a:r>
              <a:t>https://docs.github.com/en/organizations/collaborating-with-groups-in-organizations/creating-a-new-organization-from-scratch</a:t>
            </a:r>
          </a:p>
          <a:p>
            <a:endParaRPr/>
          </a:p>
          <a:p>
            <a:r>
              <a:t>מקור התוכן: slides-github.html, שקופיות 8.</a:t>
            </a:r>
          </a:p>
          <a:p>
            <a:r>
              <a:t>Screenshot of a GitHub dropdown menu showing options to create new items. The menu item "New repository" is outlined in dark orange.</a:t>
            </a:r>
          </a:p>
          <a:p>
            <a:r>
              <a:t>https://docs.github.com/en/repositories/creating-and-managing-repositories/creating-a-new-repository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בארגון פותחים People, בוחרים Invite member ומזמינים את כל חברי הצוות. כל אחד משתמש בחשבון האישי שלו.</a:t>
            </a:r>
          </a:p>
          <a:p>
            <a:r>
              <a:t>https://docs.github.com/en/organizations/managing-membership-in-your-organization/inviting-users-to-join-your-organization</a:t>
            </a:r>
          </a:p>
          <a:p>
            <a:endParaRPr/>
          </a:p>
          <a:p>
            <a:r>
              <a:t>מקור התוכן: slides-github.html, שקופיות 8.</a:t>
            </a:r>
          </a:p>
          <a:p>
            <a:r>
              <a:t>Screenshot of the horizontal navigation bar for an organization. A tab, labeled with a person icon and "People," is outlined in dark orange.</a:t>
            </a:r>
          </a:p>
          <a:p>
            <a:r>
              <a:t>https://docs.github.com/en/account-and-profile/how-tos/organization-membership/publicizing-or-hiding-organization-membership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כל חבר צוות משנה בעצמו את נראות החברות בארגון ל-Public. צילום המסך מציג את תפריט Private לפני הבחירה.</a:t>
            </a:r>
          </a:p>
          <a:p>
            <a:r>
              <a:t>https://docs.github.com/en/account-and-profile/setting-up-and-managing-your-personal-account-on-github/managing-your-membership-in-organizations/publicizing-or-hiding-organization-membership</a:t>
            </a:r>
          </a:p>
          <a:p>
            <a:endParaRPr/>
          </a:p>
          <a:p>
            <a:r>
              <a:t>מקור התוכן: slides-github.html, שקופיות 8.</a:t>
            </a:r>
          </a:p>
          <a:p>
            <a:r>
              <a:t>Screenshot of an entry in the list of organization members. Next to the username, a dropdown menu, labeled "Private", is outlined in dark orange.</a:t>
            </a:r>
          </a:p>
          <a:p>
            <a:r>
              <a:t>https://docs.github.com/en/account-and-profile/how-tos/organization-membership/publicizing-or-hiding-organization-membership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כשיוצרים מאגר חדש בוחרים את ארגון הצוות בתפריט Owner. אם המאגר נוצר בחשבון הפרטי, נכנסים להגדרות ומעבירים בעלות. צילום Settings אינו מציג את כפתור ההעברה עצמו.</a:t>
            </a:r>
          </a:p>
          <a:p>
            <a:r>
              <a:t>https://docs.github.com/en/repositories/creating-and-managing-repositories/creating-a-new-repository</a:t>
            </a:r>
          </a:p>
          <a:p>
            <a:r>
              <a:t>https://docs.github.com/en/repositories/creating-and-managing-repositories/transferring-a-repository</a:t>
            </a:r>
          </a:p>
          <a:p>
            <a:endParaRPr/>
          </a:p>
          <a:p>
            <a:r>
              <a:t>מקור התוכן: slides-github.html, שקופיות 8.</a:t>
            </a:r>
          </a:p>
          <a:p>
            <a:r>
              <a:t>Screenshot of the owner menu for a new GitHub repository. The menu shows two options, octocat and github.</a:t>
            </a:r>
          </a:p>
          <a:p>
            <a:r>
              <a:t>https://docs.github.com/en/repositories/creating-and-managing-repositories/creating-a-new-repository</a:t>
            </a:r>
          </a:p>
          <a:p>
            <a:r>
              <a:t>Screenshot of a repository header showing the tabs. The "Settings" tab is highlighted by a dark orange outline.</a:t>
            </a:r>
          </a:p>
          <a:p>
            <a:r>
              <a:t>https://docs.github.com/en/repositories/creating-and-managing-repositories/transferring-a-repository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לא מעלים את Library, Temp, Logs, obj, Builds. אלה תוצרי עבודה ובנייה שניתן ליצור מחדש, והם עלולים להיות גדולים מאוד. כשפותחים את המאגר בוחרים Add .gitignore ואז Unity.</a:t>
            </a:r>
          </a:p>
          <a:p>
            <a:r>
              <a:t>https://github.com/github/gitignore/blob/main/Unity.gitignore</a:t>
            </a:r>
          </a:p>
          <a:p>
            <a:endParaRPr/>
          </a:p>
          <a:p>
            <a:r>
              <a:t>מקור התוכן: slides-github.html, שקופיות 9.</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קובצי .meta שומרים בין היתר את מזהה ה-GUID של הנכס. הסצנות והפריפאבים משתמשים במזהים האלה כדי להפנות לנכסים. מעלים את קובצי המטא לצד הנכסים כדי שהקישורים יישמרו.</a:t>
            </a:r>
          </a:p>
          <a:p>
            <a:r>
              <a:t>https://docs.unity3d.com/6000.0/Documentation/Manual/AssetMetadata.html</a:t>
            </a:r>
          </a:p>
          <a:p>
            <a:endParaRPr/>
          </a:p>
          <a:p>
            <a:r>
              <a:t>מקור התוכן: slides-github.html, שקופיות 9.</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 חוסם קבצים גדולים מ-100 MiB ב-Git רגיל. לנכסי מקור גדולים כגון סרטונים ומודלים יש Git LFS. ל-LFS מגבלות ומכסות לפי התוכנית. GitHub Pages אינו מארח ישירות קבצי Git LFS.</a:t>
            </a:r>
          </a:p>
          <a:p>
            <a:r>
              <a:t>https://docs.github.com/en/repositories/working-with-files/managing-large-files/about-large-files-on-github</a:t>
            </a:r>
          </a:p>
          <a:p>
            <a:r>
              <a:t>https://docs.github.com/en/repositories/working-with-files/managing-large-files/about-git-large-file-storage</a:t>
            </a:r>
          </a:p>
          <a:p>
            <a:r>
              <a:t>https://git-lfs.com/</a:t>
            </a:r>
          </a:p>
          <a:p>
            <a:endParaRPr/>
          </a:p>
          <a:p>
            <a:r>
              <a:t>מקור התוכן: slides-github.html, שקופיות 9.</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שני אנשים שינו את אותו קובץ באותו מקום. Git מציג את שתי האפשרויות בעזרת סימני התנגשות. HEAD מציין את הצד הנוכחי ו-enemy-ai את הענף המתמזג בדוגמה.</a:t>
            </a:r>
          </a:p>
          <a:p>
            <a:r>
              <a:t>https://docs.github.com/en/pull-requests/collaborating-with-pull-requests/addressing-merge-conflicts/about-merge-conflicts</a:t>
            </a:r>
          </a:p>
          <a:p>
            <a:endParaRPr/>
          </a:p>
          <a:p>
            <a:r>
              <a:t>מקור התוכן: slides-github.html, שקופיות 10.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בוחרים יחד את התוצאה הרצויה, עורכים את הקוד ומוחקים את כל סימני ההתנגשות. לאחר בדיקה מסמנים שההתנגשות נפתרה באמצעות git add ושומרים קומיט. 8f היא בחירה לדוגמה, לא בחירה אוטומטית נכונה.</a:t>
            </a:r>
          </a:p>
          <a:p>
            <a:r>
              <a:t>https://docs.github.com/en/pull-requests/collaborating-with-pull-requests/addressing-merge-conflicts/resolving-a-merge-conflict-using-the-command-line</a:t>
            </a:r>
          </a:p>
          <a:p>
            <a:endParaRPr/>
          </a:p>
          <a:p>
            <a:r>
              <a:t>מקור התוכן: slides-github.html, שקופיות 10.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מיזוג ידני של סצנות ופריפאבים עלול להיות קשה. מחלקים אחריות כך שכל אחד עובד בסצנה או בפריפאב משלו ככל האפשר. עושים git pull לפני תחילת העבודה כדי לצמצם התנגשויות. Unity Smart Merge יכול לסייע במיזוג קבצי YAML, אך בודקים את התוצאה בתוך Unity.</a:t>
            </a:r>
          </a:p>
          <a:p>
            <a:r>
              <a:t>https://docs.unity3d.com/6000.0/Documentation/Manual/SmartMerge.html</a:t>
            </a:r>
          </a:p>
          <a:p>
            <a:endParaRPr/>
          </a:p>
          <a:p>
            <a:r>
              <a:t>מקור התוכן: slides-github.html, שקופיות 10.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שומרים את העבודה הקיימת בקומיט לפני שנותנים לסוכן לערוך. לאחר העריכה בודקים את ההבדלים וגם מפעילים את המשחק. git diff מציג שינויים שלא הוכנסו ל־staging; לשינויים ב־staging משתמשים ב־git diff --staged. צילום התיעוד מדגים את מיקום לשונית Changes, ואינו מציג שינויים שבוצעו בפרויקט זה. https://git-scm.com/docs/git-diff</a:t>
            </a:r>
          </a:p>
          <a:p>
            <a:endParaRPr/>
          </a:p>
          <a:p>
            <a:r>
              <a:t>מקור התוכן: slides-github.html, שקופיות 11.</a:t>
            </a:r>
          </a:p>
          <a:p>
            <a:r>
              <a:t>Screenshot of the GitHub Desktop app. A sidebar on the left-hand side, with tabs labeled "Changes" and "History", is outlined in orange.</a:t>
            </a:r>
          </a:p>
          <a:p>
            <a:r>
              <a:t>https://docs.github.com/en/desktop/overview/creating-your-first-repository-using-github-desktop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הפקודה git restore . משחזרת קבצים במעקב באזור הנתיב הנוכחי אל תוכן ה־index. ברירת המחדל אינה HEAD כאשר אין --staged. היא אינה משנה את ה־index ואינה מוחקת קבצים חדשים שאינם במעקב. שינויים לא שמורים המתבטלים עשויים לא להיות ניתנים לשחזור. https://git-scm.com/docs/git-restore</a:t>
            </a:r>
          </a:p>
          <a:p>
            <a:endParaRPr/>
          </a:p>
          <a:p>
            <a:r>
              <a:t>מקור התוכן: slides-github.html, שקופיות 11.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הדוגמה היא הודעת קומיט עניינית שמסבירה מה השתנה. בדיקת קוד ובדיקת המשחק קודמות לאישור השינוי. https://git-scm.com/docs/git-commit</a:t>
            </a:r>
          </a:p>
          <a:p>
            <a:endParaRPr/>
          </a:p>
          <a:p>
            <a:r>
              <a:t>מקור התוכן: slides-github.html, שקופיות 11.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אין לשמור סודות בקוד או בהיסטוריית Git. אם סוד פורסם, ביטול או החלפה שלו הם הפעולה הראשונה; מחיקה מקומיט חדש בלבד אינה מסירה אותו מההיסטוריה. https://docs.github.com/en/authentication/keeping-your-account-and-data-secure/removing-sensitive-data-from-a-repository</a:t>
            </a:r>
          </a:p>
          <a:p>
            <a:endParaRPr/>
          </a:p>
          <a:p>
            <a:r>
              <a:t>מקור התוכן: slides-github.html, שקופיות 11.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המסגרת הלבנה היא דוגמה לימודית עריכה, ולא צילום מסך אמיתי של GitHub. מקור README: https://docs.github.com/en/repositories/managing-your-repositorys-settings-and-features/customizing-your-repository/about-readmes . כלי הקלטה: https://www.screentogif.com/</a:t>
            </a:r>
          </a:p>
          <a:p>
            <a:endParaRPr/>
          </a:p>
          <a:p>
            <a:r>
              <a:t>מקור התוכן: slides-github.html, שקופיות 12.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רידמי טוב מתאר רכיבים שיצר הצוות ואת אופן המימוש, ומפנה לקוד הרלוונטי. יצירת קישור לשורה: https://docs.github.com/en/repositories/working-with-files/using-files/getting-permanent-links-to-files</a:t>
            </a:r>
          </a:p>
          <a:p>
            <a:endParaRPr/>
          </a:p>
          <a:p>
            <a:r>
              <a:t>מקור התוכן: slides-github.html, שקופיות 12.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הקרדיטים כוללים מקורות לתמונות, צלילים, נכסים, מדריכים וכלי בינה מלאכותית. יש לציין גם רישיון וייחוס נדרש בהתאם למקור כאשר הם רלוונטיים.</a:t>
            </a:r>
          </a:p>
          <a:p>
            <a:endParaRPr/>
          </a:p>
          <a:p>
            <a:r>
              <a:t>מקור התוכן: slides-github.html, שקופיות 12.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דוגמת קוד ותוצאה מאוירת. dir="rtl" מגדיר כיווניות מימין לשמאל; lang="he" מציין עברית. השורות הריקות נחוצות כדי לאפשר פענוח Markdown בתוך בלוק HTML. https://docs.github.com/en/get-started/writing-on-github/getting-started-with-writing-and-formatting-on-github/basic-writing-and-formatting-syntax ; https://github.github.com/gfm/#html-blocks</a:t>
            </a:r>
          </a:p>
          <a:p>
            <a:endParaRPr/>
          </a:p>
          <a:p>
            <a:r>
              <a:t>מקור התוכן: slides-github.html, שקופיות 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הדוגמאות נשמרות במלואן מתוך שקופית המקור. תמונה מוטמעת משתמשת בסימן ! לפני תחביר הקישור. https://docs.github.com/en/get-started/writing-on-github/getting-started-with-writing-and-formatting-on-github/basic-writing-and-formatting-syntax</a:t>
            </a:r>
          </a:p>
          <a:p>
            <a:endParaRPr/>
          </a:p>
          <a:p>
            <a:r>
              <a:t>מקור התוכן: slides-github.html, שקופיות 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הנתיב היחסי מחושב ביחס למיקום קובץ ה־README. #L20 הוא עוגן לשורה 20; מספרי שורות יכולים להשתנות עם הקוד. https://docs.github.com/en/get-started/writing-on-github/getting-started-with-writing-and-formatting-on-github/basic-writing-and-formatting-syntax ; https://docs.github.com/en/repositories/working-with-files/using-files/getting-permanent-links-to-files</a:t>
            </a:r>
          </a:p>
          <a:p>
            <a:endParaRPr/>
          </a:p>
          <a:p>
            <a:r>
              <a:t>מקור התוכן: slides-github.html, שקופיות 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GitHub Pages זמין במאגרים ציבוריים עם GitHub Free ו־GitHub Free for organizations. הכתובת היא דוגמה לאתר פרויקט בבעלות הארגון my-team ובמאגר my-game. https://docs.github.com/en/pages/getting-started-with-github-pages/configuring-a-publishing-source-for-your-github-pages-site</a:t>
            </a:r>
          </a:p>
          <a:p>
            <a:endParaRPr/>
          </a:p>
          <a:p>
            <a:r>
              <a:t>מקור התוכן: slides-github.html, שקופיות 14.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זהו צילום מסך אמיתי מתוך Unity Learn עבור Unity 6. Web מסומן; macOS עדיין Active לפני הלחיצה על Switch Platform. יש להתקין Web Build Support אם אינו מותקן. https://learn.unity.com/tutorial/getting-started-with-unity-web</a:t>
            </a:r>
          </a:p>
          <a:p>
            <a:endParaRPr/>
          </a:p>
          <a:p>
            <a:r>
              <a:t>מקור התוכן: slides-github.html, שקופיות 14.</a:t>
            </a:r>
          </a:p>
          <a:p>
            <a:r>
              <a:t>Official Unity Learn Unity 6 Build Profiles screenshot with Web selected, Switch Platform highlighted, and Open Scene List. macOS is still marked Active until Switch Platform is clicked.</a:t>
            </a:r>
          </a:p>
          <a:p>
            <a:r>
              <a:t>https://learn.unity.com/tutorial/getting-started-with-unity-web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ל־Web build דחוס נדרשות כותרות Content-Encoding תואמות. Decompression Fallback מוסיף מפענח JavaScript, שימושי כשאי אפשר להגדיר את השרת, במחיר loader גדול וטעינה פחות יעילה. חלופה היא Compression Format = Disabled. אין לומר שכל משחק דורש fallback: build לא דחוס אינו צריך אותו. https://docs.unity3d.com/6000.0/Documentation/Manual/webgl-deploying.html</a:t>
            </a:r>
          </a:p>
          <a:p>
            <a:endParaRPr/>
          </a:p>
          <a:p>
            <a:r>
              <a:t>מקור התוכן: slides-github.html, שקופיות 14.</a:t>
            </a:r>
          </a:p>
          <a:p>
            <a:r>
              <a:t>Official Unity 6 Web Player Publishing Settings screenshot, including Compression Format and Decompression Fallback.</a:t>
            </a:r>
          </a:p>
          <a:p>
            <a:r>
              <a:t>https://docs.unity3d.com/6000.0/Documentation/Manual/webgl-deploying.html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יש לבחור תיקיית פלט docs במאגר, כך ש־docs/index.html וקובצי הבנייה יהיו ב־Git. תבנית Unity.gitignore מחריגה [Bb]uilds/ ו־[Bb]uild/. יש לבדוק git status לפני commit ו־push. https://github.com/github/gitignore/blob/main/Unity.gitignore ; https://docs.github.com/en/pages/getting-started-with-github-pages/configuring-a-publishing-source-for-your-github-pages-site</a:t>
            </a:r>
          </a:p>
          <a:p>
            <a:endParaRPr/>
          </a:p>
          <a:p>
            <a:r>
              <a:t>מקור התוכן: slides-github.html, שקופיות 14.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בפרסום מענף אפשר לבחור רק את שורש הענף /(root) או /docs. צילומי התיעוד מראים את תפריטי Branch ו־Folder במצב ברירת מחדל; ההנחיה הנפרדת אומרת לבחור main ו־/docs. הפריסה עשויה להימשך כמה דקות; ממתינים לסטטוס הצלחה ולכתובת האתר בהגדרות Pages. אין להבטיח דקה או שתיים. https://docs.github.com/en/pages/getting-started-with-github-pages/configuring-a-publishing-source-for-your-github-pages-site</a:t>
            </a:r>
          </a:p>
          <a:p>
            <a:endParaRPr/>
          </a:p>
          <a:p>
            <a:r>
              <a:t>מקור התוכן: slides-github.html, שקופיות 14.</a:t>
            </a:r>
          </a:p>
          <a:p>
            <a:r>
              <a:t>Screenshot of Pages settings in a GitHub repository. A menu to select a branch for a publishing source, labeled "None," is outlined in dark orange.</a:t>
            </a:r>
          </a:p>
          <a:p>
            <a:r>
              <a:t>https://docs.github.com/en/pages/getting-started-with-github-pages/configuring-a-publishing-source-for-your-github-pages-site</a:t>
            </a:r>
          </a:p>
          <a:p>
            <a:r>
              <a:t>Screenshot of Pages settings in a GitHub repository. A menu to select a folder for a publishing source, labeled "/(root)," is outlined in dark orange.</a:t>
            </a:r>
          </a:p>
          <a:p>
            <a:r>
              <a:t>https://docs.github.com/en/pages/getting-started-with-github-pages/configuring-a-publishing-source-for-your-github-pages-site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כל חברי הצוות מוזמנים לארגון. בעת יצירת המאגר בוחרים תבנית Unity ל־.gitignore, משבטים למחשב ויוצרים את פרויקט Unity בתוך תיקיית המאגר. לאחר commit ו־push בודקים ב־GitHub שתיקיית Library אינה קיימת. https://github.com/github/gitignore/blob/main/Unity.gitignore</a:t>
            </a:r>
          </a:p>
          <a:p>
            <a:endParaRPr/>
          </a:p>
          <a:p>
            <a:r>
              <a:t>מקור התוכן: slides-github.html, שקופיות 15.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כל אחד מחברי הצוות יוצר ענף, שינוי קטן ו־Pull Request. אדם אחר בצוות קורא ומאשר. הרידמי כולל את שם המשחק ושמות כל המשתתפים. https://docs.github.com/en/pull-requests/how-tos/review-pull-requests/reviewing-proposed-changes-in-a-pull-request</a:t>
            </a:r>
          </a:p>
          <a:p>
            <a:endParaRPr/>
          </a:p>
          <a:p>
            <a:r>
              <a:t>מקור התוכן: slides-github.html, שקופיות 15.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0D4FB70-7EB5-4562-8F9C-68A71249EF90}"/>
              </a:ext>
            </a:extLst>
          </p:cNvPr>
          <p:cNvSpPr>
            <a:spLocks noGrp="1"/>
          </p:cNvSpPr>
          <p:nvPr>
            <p:ph type="title"/>
          </p:nvPr>
        </p:nvSpPr>
        <p:spPr>
          <a:xfrm>
            <a:off x="914400" y="2518833"/>
            <a:ext cx="7315200" cy="963083"/>
          </a:xfrm>
          <a:prstGeom prst="rect">
            <a:avLst/>
          </a:prstGeom>
          <a:noFill/>
          <a:ln>
            <a:noFill/>
            <a:prstDash val="solid"/>
          </a:ln>
        </p:spPr>
        <p:txBody>
          <a:bodyPr wrap="square" lIns="0" tIns="0" rIns="0" bIns="0" anchor="ctr">
            <a:normAutofit/>
          </a:bodyPr>
          <a:lstStyle>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0020C5F6-2A46-4B6B-B293-2AC33CD7ABC4}"/>
              </a:ext>
            </a:extLst>
          </p:cNvPr>
          <p:cNvSpPr>
            <a:spLocks noGrp="1"/>
          </p:cNvSpPr>
          <p:nvPr>
            <p:ph type="subTitle" idx="1"/>
          </p:nvPr>
        </p:nvSpPr>
        <p:spPr>
          <a:xfrm>
            <a:off x="1371600" y="3667125"/>
            <a:ext cx="6400800" cy="740833"/>
          </a:xfrm>
          <a:prstGeom prst="rect">
            <a:avLst/>
          </a:prstGeom>
          <a:noFill/>
          <a:ln>
            <a:noFill/>
            <a:prstDash val="solid"/>
          </a:ln>
        </p:spPr>
        <p:txBody>
          <a:bodyPr wrap="square" lIns="0" tIns="0" rIns="0" bIns="0" anchor="ctr">
            <a:normAutofit/>
          </a:bodyPr>
          <a:lstStyle>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A4D6B46-38E1-4827-9F16-5BD78E8CA057}"/>
              </a:ext>
            </a:extLst>
          </p:cNvPr>
          <p:cNvSpPr>
            <a:spLocks noGrp="1"/>
          </p:cNvSpPr>
          <p:nvPr>
            <p:ph type="title"/>
          </p:nvPr>
        </p:nvSpPr>
        <p:spPr>
          <a:xfrm>
            <a:off x="914400" y="2778125"/>
            <a:ext cx="7315200" cy="1111250"/>
          </a:xfrm>
          <a:prstGeom prst="rect">
            <a:avLst/>
          </a:prstGeom>
          <a:noFill/>
          <a:ln>
            <a:noFill/>
            <a:prstDash val="solid"/>
          </a:ln>
        </p:spPr>
        <p:txBody>
          <a:bodyPr wrap="square" lIns="0" tIns="0" rIns="0" bIns="0" anchor="ctr">
            <a:normAutofit/>
          </a:bodyPr>
          <a:lstStyle>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EBAAB7A-073B-484E-BB91-23B8095D21A1}"/>
              </a:ext>
            </a:extLst>
          </p:cNvPr>
          <p:cNvSpPr>
            <a:spLocks noGrp="1"/>
          </p:cNvSpPr>
          <p:nvPr>
            <p:ph type="title"/>
          </p:nvPr>
        </p:nvSpPr>
        <p:spPr>
          <a:xfrm>
            <a:off x="514350" y="518583"/>
            <a:ext cx="8115300" cy="814917"/>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6F23CF3-E3A9-450C-815B-6F8AE2DB3035}"/>
              </a:ext>
            </a:extLst>
          </p:cNvPr>
          <p:cNvSpPr>
            <a:spLocks noGrp="1"/>
          </p:cNvSpPr>
          <p:nvPr>
            <p:ph type="body" idx="1"/>
          </p:nvPr>
        </p:nvSpPr>
        <p:spPr>
          <a:xfrm>
            <a:off x="514350" y="1852083"/>
            <a:ext cx="8115300" cy="4148667"/>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2DF7A2B-2D85-49B5-92B3-EB77336F67A2}"/>
              </a:ext>
            </a:extLst>
          </p:cNvPr>
          <p:cNvSpPr>
            <a:spLocks noGrp="1"/>
          </p:cNvSpPr>
          <p:nvPr>
            <p:ph type="title"/>
          </p:nvPr>
        </p:nvSpPr>
        <p:spPr>
          <a:xfrm>
            <a:off x="514350" y="518583"/>
            <a:ext cx="8115300" cy="814917"/>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0F8C21E-4F97-4CFF-8A93-40F88DDCF045}"/>
              </a:ext>
            </a:extLst>
          </p:cNvPr>
          <p:cNvSpPr>
            <a:spLocks noGrp="1"/>
          </p:cNvSpPr>
          <p:nvPr>
            <p:ph type="body" idx="1"/>
          </p:nvPr>
        </p:nvSpPr>
        <p:spPr>
          <a:xfrm>
            <a:off x="514350" y="1852083"/>
            <a:ext cx="3771900" cy="4148667"/>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B2DFBB5-0F04-47F2-9312-1D3B60BDEB1E}"/>
              </a:ext>
            </a:extLst>
          </p:cNvPr>
          <p:cNvSpPr>
            <a:spLocks noGrp="1"/>
          </p:cNvSpPr>
          <p:nvPr>
            <p:ph type="body" idx="2"/>
          </p:nvPr>
        </p:nvSpPr>
        <p:spPr>
          <a:xfrm>
            <a:off x="4857750" y="1852083"/>
            <a:ext cx="3771900" cy="4148667"/>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3BC9FA8-4B6B-48D9-AAEB-115BD9901341}"/>
              </a:ext>
            </a:extLst>
          </p:cNvPr>
          <p:cNvSpPr>
            <a:spLocks noGrp="1"/>
          </p:cNvSpPr>
          <p:nvPr>
            <p:ph type="title"/>
          </p:nvPr>
        </p:nvSpPr>
        <p:spPr>
          <a:xfrm>
            <a:off x="514350" y="518583"/>
            <a:ext cx="8115300" cy="814917"/>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E987051-5E80-41D8-A403-71C3F954B556}"/>
              </a:ext>
            </a:extLst>
          </p:cNvPr>
          <p:cNvSpPr>
            <a:spLocks noGrp="1"/>
          </p:cNvSpPr>
          <p:nvPr>
            <p:ph type="body" idx="1"/>
          </p:nvPr>
        </p:nvSpPr>
        <p:spPr>
          <a:xfrm>
            <a:off x="514350" y="1852083"/>
            <a:ext cx="3771900" cy="4148667"/>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hyperlink" Target="https://desktop.github.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hyperlink" Target="https://docs.github.com/en/account-and-profile/setting-up-and-managing-your-personal-account-on-github/managing-your-membership-in-organizations/publicizing-or-hiding-organization-membership"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github/gitignore/blob/main/Unity.gitignore"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git-lfs.com/"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https://my-team.github.io/my-game" TargetMode="External"/><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hyperlink" Target="https://www.screentogif.com/"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hyperlink" Target="https://docs.github.com/en/get-started/writing-on-github/getting-started-with-writing-and-formatting-on-github/basic-writing-and-formatting-syntax" TargetMode="External"/><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hyperlink" Target="https://my-team.github.io/my-game"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1" name="text-1">
            <a:extLst>
              <a:ext uri="{FF2B5EF4-FFF2-40B4-BE49-F238E27FC236}">
                <a16:creationId xmlns:a16="http://schemas.microsoft.com/office/drawing/2014/main" id="{6316BEF8-760A-4133-A8B9-EFFED0A70C30}"/>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גיט וגיטהאב</a:t>
            </a:r>
          </a:p>
        </p:txBody>
      </p:sp>
      <p:sp>
        <p:nvSpPr>
          <p:cNvPr id="2" name="text-2">
            <a:extLst>
              <a:ext uri="{FF2B5EF4-FFF2-40B4-BE49-F238E27FC236}">
                <a16:creationId xmlns:a16="http://schemas.microsoft.com/office/drawing/2014/main" id="{A7AC8A37-24F7-4C39-870B-B5E9C651F656}"/>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01</a:t>
            </a:r>
          </a:p>
        </p:txBody>
      </p:sp>
      <p:sp>
        <p:nvSpPr>
          <p:cNvPr id="3" name="text-3">
            <a:extLst>
              <a:ext uri="{FF2B5EF4-FFF2-40B4-BE49-F238E27FC236}">
                <a16:creationId xmlns:a16="http://schemas.microsoft.com/office/drawing/2014/main" id="{C0D49A8C-05C4-4B93-B8FE-03116EB05F05}"/>
              </a:ext>
            </a:extLst>
          </p:cNvPr>
          <p:cNvSpPr>
            <a:spLocks noGrp="1"/>
          </p:cNvSpPr>
          <p:nvPr/>
        </p:nvSpPr>
        <p:spPr>
          <a:xfrm>
            <a:off x="523875" y="1285875"/>
            <a:ext cx="8096250" cy="571500"/>
          </a:xfrm>
          <a:prstGeom prst="rect">
            <a:avLst/>
          </a:prstGeom>
          <a:noFill/>
          <a:ln w="0">
            <a:noFill/>
          </a:ln>
        </p:spPr>
        <p:txBody>
          <a:bodyPr wrap="square" lIns="0" tIns="0" rIns="0" bIns="0" anchor="t">
            <a:noAutofit/>
          </a:bodyPr>
          <a:lstStyle>
            <a:defPPr algn="r">
              <a:defRPr sz="3000" b="0">
                <a:solidFill>
                  <a:srgbClr val="8888FF"/>
                </a:solidFill>
                <a:latin typeface="Arial"/>
                <a:ea typeface="Arial"/>
                <a:cs typeface="Arial"/>
              </a:defRPr>
            </a:defPPr>
            <a:lvl1pPr algn="r">
              <a:defRPr sz="3000" b="0">
                <a:solidFill>
                  <a:srgbClr val="8888FF"/>
                </a:solidFill>
                <a:latin typeface="Arial"/>
                <a:ea typeface="Arial"/>
                <a:cs typeface="Arial"/>
              </a:defRPr>
            </a:lvl1pPr>
            <a:lvl2pPr algn="r">
              <a:defRPr sz="3000" b="0">
                <a:solidFill>
                  <a:srgbClr val="8888FF"/>
                </a:solidFill>
                <a:latin typeface="Arial"/>
                <a:ea typeface="Arial"/>
                <a:cs typeface="Arial"/>
              </a:defRPr>
            </a:lvl2pPr>
            <a:lvl3pPr algn="r">
              <a:defRPr sz="3000" b="0">
                <a:solidFill>
                  <a:srgbClr val="8888FF"/>
                </a:solidFill>
                <a:latin typeface="Arial"/>
                <a:ea typeface="Arial"/>
                <a:cs typeface="Arial"/>
              </a:defRPr>
            </a:lvl3pPr>
            <a:lvl4pPr algn="r">
              <a:defRPr sz="3000" b="0">
                <a:solidFill>
                  <a:srgbClr val="8888FF"/>
                </a:solidFill>
                <a:latin typeface="Arial"/>
                <a:ea typeface="Arial"/>
                <a:cs typeface="Arial"/>
              </a:defRPr>
            </a:lvl4pPr>
            <a:lvl5pPr algn="r">
              <a:defRPr sz="3000" b="0">
                <a:solidFill>
                  <a:srgbClr val="8888FF"/>
                </a:solidFill>
                <a:latin typeface="Arial"/>
                <a:ea typeface="Arial"/>
                <a:cs typeface="Arial"/>
              </a:defRPr>
            </a:lvl5pPr>
            <a:lvl6pPr algn="r">
              <a:defRPr sz="3000" b="0">
                <a:solidFill>
                  <a:srgbClr val="8888FF"/>
                </a:solidFill>
                <a:latin typeface="Arial"/>
                <a:ea typeface="Arial"/>
                <a:cs typeface="Arial"/>
              </a:defRPr>
            </a:lvl6pPr>
            <a:lvl7pPr algn="r">
              <a:defRPr sz="3000" b="0">
                <a:solidFill>
                  <a:srgbClr val="8888FF"/>
                </a:solidFill>
                <a:latin typeface="Arial"/>
                <a:ea typeface="Arial"/>
                <a:cs typeface="Arial"/>
              </a:defRPr>
            </a:lvl7pPr>
            <a:lvl8pPr algn="r">
              <a:defRPr sz="3000" b="0">
                <a:solidFill>
                  <a:srgbClr val="8888FF"/>
                </a:solidFill>
                <a:latin typeface="Arial"/>
                <a:ea typeface="Arial"/>
                <a:cs typeface="Arial"/>
              </a:defRPr>
            </a:lvl8pPr>
            <a:lvl9pPr algn="r">
              <a:defRPr sz="3000" b="0">
                <a:solidFill>
                  <a:srgbClr val="8888FF"/>
                </a:solidFill>
                <a:latin typeface="Arial"/>
                <a:ea typeface="Arial"/>
                <a:cs typeface="Arial"/>
              </a:defRPr>
            </a:lvl9pPr>
          </a:lstStyle>
          <a:p>
            <a:pPr algn="r" rtl="1">
              <a:lnSpc>
                <a:spcPct val="108000"/>
              </a:lnSpc>
              <a:buNone/>
              <a:defRPr sz="3000" b="0">
                <a:solidFill>
                  <a:srgbClr val="8888FF"/>
                </a:solidFill>
                <a:latin typeface="Arial"/>
                <a:ea typeface="Arial"/>
                <a:cs typeface="Arial"/>
              </a:defRPr>
            </a:pPr>
            <a:r>
              <a:rPr lang="he-IL" sz="3000" b="0">
                <a:solidFill>
                  <a:srgbClr val="8888FF"/>
                </a:solidFill>
                <a:latin typeface="Arial"/>
                <a:ea typeface="Arial"/>
                <a:cs typeface="Arial"/>
              </a:rPr>
              <a:t>עבודה בצוות</a:t>
            </a:r>
          </a:p>
        </p:txBody>
      </p:sp>
      <p:sp>
        <p:nvSpPr>
          <p:cNvPr id="4" name="text-4">
            <a:extLst>
              <a:ext uri="{FF2B5EF4-FFF2-40B4-BE49-F238E27FC236}">
                <a16:creationId xmlns:a16="http://schemas.microsoft.com/office/drawing/2014/main" id="{0F180D3C-54A4-44C1-8ACD-34A3CE378514}"/>
              </a:ext>
            </a:extLst>
          </p:cNvPr>
          <p:cNvSpPr>
            <a:spLocks noGrp="1"/>
          </p:cNvSpPr>
          <p:nvPr/>
        </p:nvSpPr>
        <p:spPr>
          <a:xfrm>
            <a:off x="714375" y="2762250"/>
            <a:ext cx="2571750" cy="952500"/>
          </a:xfrm>
          <a:prstGeom prst="rect">
            <a:avLst/>
          </a:prstGeom>
          <a:noFill/>
          <a:ln w="0">
            <a:noFill/>
          </a:ln>
        </p:spPr>
        <p:txBody>
          <a:bodyPr wrap="none" lIns="0" tIns="0" rIns="0" bIns="0" anchor="t">
            <a:noAutofit/>
          </a:bodyPr>
          <a:lstStyle>
            <a:defPPr algn="l">
              <a:defRPr sz="6150" b="0">
                <a:solidFill>
                  <a:srgbClr val="88FF88"/>
                </a:solidFill>
                <a:latin typeface="Consolas"/>
                <a:ea typeface="Consolas"/>
                <a:cs typeface="Consolas"/>
              </a:defRPr>
            </a:defPPr>
            <a:lvl1pPr algn="l">
              <a:defRPr sz="6150" b="0">
                <a:solidFill>
                  <a:srgbClr val="88FF88"/>
                </a:solidFill>
                <a:latin typeface="Consolas"/>
                <a:ea typeface="Consolas"/>
                <a:cs typeface="Consolas"/>
              </a:defRPr>
            </a:lvl1pPr>
            <a:lvl2pPr algn="l">
              <a:defRPr sz="6150" b="0">
                <a:solidFill>
                  <a:srgbClr val="88FF88"/>
                </a:solidFill>
                <a:latin typeface="Consolas"/>
                <a:ea typeface="Consolas"/>
                <a:cs typeface="Consolas"/>
              </a:defRPr>
            </a:lvl2pPr>
            <a:lvl3pPr algn="l">
              <a:defRPr sz="6150" b="0">
                <a:solidFill>
                  <a:srgbClr val="88FF88"/>
                </a:solidFill>
                <a:latin typeface="Consolas"/>
                <a:ea typeface="Consolas"/>
                <a:cs typeface="Consolas"/>
              </a:defRPr>
            </a:lvl3pPr>
            <a:lvl4pPr algn="l">
              <a:defRPr sz="6150" b="0">
                <a:solidFill>
                  <a:srgbClr val="88FF88"/>
                </a:solidFill>
                <a:latin typeface="Consolas"/>
                <a:ea typeface="Consolas"/>
                <a:cs typeface="Consolas"/>
              </a:defRPr>
            </a:lvl4pPr>
            <a:lvl5pPr algn="l">
              <a:defRPr sz="6150" b="0">
                <a:solidFill>
                  <a:srgbClr val="88FF88"/>
                </a:solidFill>
                <a:latin typeface="Consolas"/>
                <a:ea typeface="Consolas"/>
                <a:cs typeface="Consolas"/>
              </a:defRPr>
            </a:lvl5pPr>
            <a:lvl6pPr algn="l">
              <a:defRPr sz="6150" b="0">
                <a:solidFill>
                  <a:srgbClr val="88FF88"/>
                </a:solidFill>
                <a:latin typeface="Consolas"/>
                <a:ea typeface="Consolas"/>
                <a:cs typeface="Consolas"/>
              </a:defRPr>
            </a:lvl6pPr>
            <a:lvl7pPr algn="l">
              <a:defRPr sz="6150" b="0">
                <a:solidFill>
                  <a:srgbClr val="88FF88"/>
                </a:solidFill>
                <a:latin typeface="Consolas"/>
                <a:ea typeface="Consolas"/>
                <a:cs typeface="Consolas"/>
              </a:defRPr>
            </a:lvl7pPr>
            <a:lvl8pPr algn="l">
              <a:defRPr sz="6150" b="0">
                <a:solidFill>
                  <a:srgbClr val="88FF88"/>
                </a:solidFill>
                <a:latin typeface="Consolas"/>
                <a:ea typeface="Consolas"/>
                <a:cs typeface="Consolas"/>
              </a:defRPr>
            </a:lvl8pPr>
            <a:lvl9pPr algn="l">
              <a:defRPr sz="6150" b="0">
                <a:solidFill>
                  <a:srgbClr val="88FF88"/>
                </a:solidFill>
                <a:latin typeface="Consolas"/>
                <a:ea typeface="Consolas"/>
                <a:cs typeface="Consolas"/>
              </a:defRPr>
            </a:lvl9pPr>
          </a:lstStyle>
          <a:p>
            <a:pPr algn="l" rtl="0">
              <a:lnSpc>
                <a:spcPct val="108000"/>
              </a:lnSpc>
              <a:buNone/>
              <a:defRPr sz="6150" b="0">
                <a:solidFill>
                  <a:srgbClr val="88FF88"/>
                </a:solidFill>
                <a:latin typeface="Consolas"/>
                <a:ea typeface="Consolas"/>
                <a:cs typeface="Consolas"/>
              </a:defRPr>
            </a:pPr>
            <a:r>
              <a:rPr lang="en-US" sz="6150" b="0">
                <a:solidFill>
                  <a:srgbClr val="88FF88"/>
                </a:solidFill>
                <a:latin typeface="Consolas"/>
                <a:ea typeface="Consolas"/>
                <a:cs typeface="Consolas"/>
              </a:rPr>
              <a:t>Git</a:t>
            </a:r>
          </a:p>
        </p:txBody>
      </p:sp>
      <p:sp>
        <p:nvSpPr>
          <p:cNvPr id="5" name="text-5">
            <a:extLst>
              <a:ext uri="{FF2B5EF4-FFF2-40B4-BE49-F238E27FC236}">
                <a16:creationId xmlns:a16="http://schemas.microsoft.com/office/drawing/2014/main" id="{118C542C-748D-4ED4-AD5A-DE2BED74AE99}"/>
              </a:ext>
            </a:extLst>
          </p:cNvPr>
          <p:cNvSpPr>
            <a:spLocks noGrp="1"/>
          </p:cNvSpPr>
          <p:nvPr/>
        </p:nvSpPr>
        <p:spPr>
          <a:xfrm>
            <a:off x="5334000" y="2762250"/>
            <a:ext cx="3333750" cy="952500"/>
          </a:xfrm>
          <a:prstGeom prst="rect">
            <a:avLst/>
          </a:prstGeom>
          <a:noFill/>
          <a:ln w="0">
            <a:noFill/>
          </a:ln>
        </p:spPr>
        <p:txBody>
          <a:bodyPr wrap="none" lIns="0" tIns="0" rIns="0" bIns="0" anchor="t">
            <a:noAutofit/>
          </a:bodyPr>
          <a:lstStyle>
            <a:defPPr algn="l">
              <a:defRPr sz="6150" b="0">
                <a:solidFill>
                  <a:srgbClr val="8888FF"/>
                </a:solidFill>
                <a:latin typeface="Consolas"/>
                <a:ea typeface="Consolas"/>
                <a:cs typeface="Consolas"/>
              </a:defRPr>
            </a:defPPr>
            <a:lvl1pPr algn="l">
              <a:defRPr sz="6150" b="0">
                <a:solidFill>
                  <a:srgbClr val="8888FF"/>
                </a:solidFill>
                <a:latin typeface="Consolas"/>
                <a:ea typeface="Consolas"/>
                <a:cs typeface="Consolas"/>
              </a:defRPr>
            </a:lvl1pPr>
            <a:lvl2pPr algn="l">
              <a:defRPr sz="6150" b="0">
                <a:solidFill>
                  <a:srgbClr val="8888FF"/>
                </a:solidFill>
                <a:latin typeface="Consolas"/>
                <a:ea typeface="Consolas"/>
                <a:cs typeface="Consolas"/>
              </a:defRPr>
            </a:lvl2pPr>
            <a:lvl3pPr algn="l">
              <a:defRPr sz="6150" b="0">
                <a:solidFill>
                  <a:srgbClr val="8888FF"/>
                </a:solidFill>
                <a:latin typeface="Consolas"/>
                <a:ea typeface="Consolas"/>
                <a:cs typeface="Consolas"/>
              </a:defRPr>
            </a:lvl3pPr>
            <a:lvl4pPr algn="l">
              <a:defRPr sz="6150" b="0">
                <a:solidFill>
                  <a:srgbClr val="8888FF"/>
                </a:solidFill>
                <a:latin typeface="Consolas"/>
                <a:ea typeface="Consolas"/>
                <a:cs typeface="Consolas"/>
              </a:defRPr>
            </a:lvl4pPr>
            <a:lvl5pPr algn="l">
              <a:defRPr sz="6150" b="0">
                <a:solidFill>
                  <a:srgbClr val="8888FF"/>
                </a:solidFill>
                <a:latin typeface="Consolas"/>
                <a:ea typeface="Consolas"/>
                <a:cs typeface="Consolas"/>
              </a:defRPr>
            </a:lvl5pPr>
            <a:lvl6pPr algn="l">
              <a:defRPr sz="6150" b="0">
                <a:solidFill>
                  <a:srgbClr val="8888FF"/>
                </a:solidFill>
                <a:latin typeface="Consolas"/>
                <a:ea typeface="Consolas"/>
                <a:cs typeface="Consolas"/>
              </a:defRPr>
            </a:lvl6pPr>
            <a:lvl7pPr algn="l">
              <a:defRPr sz="6150" b="0">
                <a:solidFill>
                  <a:srgbClr val="8888FF"/>
                </a:solidFill>
                <a:latin typeface="Consolas"/>
                <a:ea typeface="Consolas"/>
                <a:cs typeface="Consolas"/>
              </a:defRPr>
            </a:lvl7pPr>
            <a:lvl8pPr algn="l">
              <a:defRPr sz="6150" b="0">
                <a:solidFill>
                  <a:srgbClr val="8888FF"/>
                </a:solidFill>
                <a:latin typeface="Consolas"/>
                <a:ea typeface="Consolas"/>
                <a:cs typeface="Consolas"/>
              </a:defRPr>
            </a:lvl8pPr>
            <a:lvl9pPr algn="l">
              <a:defRPr sz="6150" b="0">
                <a:solidFill>
                  <a:srgbClr val="8888FF"/>
                </a:solidFill>
                <a:latin typeface="Consolas"/>
                <a:ea typeface="Consolas"/>
                <a:cs typeface="Consolas"/>
              </a:defRPr>
            </a:lvl9pPr>
          </a:lstStyle>
          <a:p>
            <a:pPr algn="l" rtl="0">
              <a:lnSpc>
                <a:spcPct val="108000"/>
              </a:lnSpc>
              <a:buNone/>
              <a:defRPr sz="6150" b="0">
                <a:solidFill>
                  <a:srgbClr val="8888FF"/>
                </a:solidFill>
                <a:latin typeface="Consolas"/>
                <a:ea typeface="Consolas"/>
                <a:cs typeface="Consolas"/>
              </a:defRPr>
            </a:pPr>
            <a:r>
              <a:rPr lang="en-US" sz="6150" b="0">
                <a:solidFill>
                  <a:srgbClr val="8888FF"/>
                </a:solidFill>
                <a:latin typeface="Consolas"/>
                <a:ea typeface="Consolas"/>
                <a:cs typeface="Consolas"/>
              </a:rPr>
              <a:t>GitHub</a:t>
            </a:r>
          </a:p>
        </p:txBody>
      </p:sp>
      <p:sp>
        <p:nvSpPr>
          <p:cNvPr id="6" name="line-6">
            <a:extLst>
              <a:ext uri="{FF2B5EF4-FFF2-40B4-BE49-F238E27FC236}">
                <a16:creationId xmlns:a16="http://schemas.microsoft.com/office/drawing/2014/main" id="{196EA301-B6A5-4A59-9C0A-3B524401BFD1}"/>
              </a:ext>
            </a:extLst>
          </p:cNvPr>
          <p:cNvSpPr>
            <a:spLocks noGrp="1"/>
          </p:cNvSpPr>
          <p:nvPr/>
        </p:nvSpPr>
        <p:spPr>
          <a:xfrm>
            <a:off x="2952750" y="3276600"/>
            <a:ext cx="2190750" cy="9525"/>
          </a:xfrm>
          <a:custGeom>
            <a:avLst/>
            <a:gdLst/>
            <a:ahLst/>
            <a:cxnLst/>
            <a:rect l="0" t="0" r="0" b="0"/>
            <a:pathLst>
              <a:path w="2190750" h="9525">
                <a:moveTo>
                  <a:pt x="0" y="0"/>
                </a:moveTo>
                <a:lnTo>
                  <a:pt x="2190750" y="0"/>
                </a:lnTo>
              </a:path>
            </a:pathLst>
          </a:custGeom>
          <a:noFill/>
          <a:ln w="57150">
            <a:solidFill>
              <a:srgbClr val="42AFFA"/>
            </a:solidFill>
          </a:ln>
        </p:spPr>
      </p:sp>
      <p:sp>
        <p:nvSpPr>
          <p:cNvPr id="7" name="line-7">
            <a:extLst>
              <a:ext uri="{FF2B5EF4-FFF2-40B4-BE49-F238E27FC236}">
                <a16:creationId xmlns:a16="http://schemas.microsoft.com/office/drawing/2014/main" id="{FB6805F8-A9CD-4883-BB72-DF6263BBD44F}"/>
              </a:ext>
            </a:extLst>
          </p:cNvPr>
          <p:cNvSpPr>
            <a:spLocks noGrp="1"/>
          </p:cNvSpPr>
          <p:nvPr/>
        </p:nvSpPr>
        <p:spPr>
          <a:xfrm>
            <a:off x="5046056" y="3276600"/>
            <a:ext cx="97444" cy="59743"/>
          </a:xfrm>
          <a:custGeom>
            <a:avLst/>
            <a:gdLst/>
            <a:ahLst/>
            <a:cxnLst/>
            <a:rect l="0" t="0" r="0" b="0"/>
            <a:pathLst>
              <a:path w="97444" h="59743">
                <a:moveTo>
                  <a:pt x="97444" y="0"/>
                </a:moveTo>
                <a:lnTo>
                  <a:pt x="0" y="59743"/>
                </a:lnTo>
              </a:path>
            </a:pathLst>
          </a:custGeom>
          <a:noFill/>
          <a:ln w="57150">
            <a:solidFill>
              <a:srgbClr val="42AFFA"/>
            </a:solidFill>
          </a:ln>
        </p:spPr>
      </p:sp>
      <p:sp>
        <p:nvSpPr>
          <p:cNvPr id="8" name="line-8">
            <a:extLst>
              <a:ext uri="{FF2B5EF4-FFF2-40B4-BE49-F238E27FC236}">
                <a16:creationId xmlns:a16="http://schemas.microsoft.com/office/drawing/2014/main" id="{999BF571-DFC7-4F1D-BECB-60F78EFF26EE}"/>
              </a:ext>
            </a:extLst>
          </p:cNvPr>
          <p:cNvSpPr>
            <a:spLocks noGrp="1"/>
          </p:cNvSpPr>
          <p:nvPr/>
        </p:nvSpPr>
        <p:spPr>
          <a:xfrm>
            <a:off x="5046056" y="3216857"/>
            <a:ext cx="97444" cy="59743"/>
          </a:xfrm>
          <a:custGeom>
            <a:avLst/>
            <a:gdLst/>
            <a:ahLst/>
            <a:cxnLst/>
            <a:rect l="0" t="0" r="0" b="0"/>
            <a:pathLst>
              <a:path w="97444" h="59743">
                <a:moveTo>
                  <a:pt x="97444" y="59743"/>
                </a:moveTo>
                <a:lnTo>
                  <a:pt x="0" y="0"/>
                </a:lnTo>
              </a:path>
            </a:pathLst>
          </a:custGeom>
          <a:noFill/>
          <a:ln w="57150">
            <a:solidFill>
              <a:srgbClr val="42AFFA"/>
            </a:solidFill>
          </a:ln>
        </p:spPr>
      </p:sp>
      <p:sp>
        <p:nvSpPr>
          <p:cNvPr id="9" name="line-9">
            <a:extLst>
              <a:ext uri="{FF2B5EF4-FFF2-40B4-BE49-F238E27FC236}">
                <a16:creationId xmlns:a16="http://schemas.microsoft.com/office/drawing/2014/main" id="{CFCAA6B5-BAF0-482F-9E9E-0F37BB687895}"/>
              </a:ext>
            </a:extLst>
          </p:cNvPr>
          <p:cNvSpPr>
            <a:spLocks noGrp="1"/>
          </p:cNvSpPr>
          <p:nvPr/>
        </p:nvSpPr>
        <p:spPr>
          <a:xfrm>
            <a:off x="1190625" y="4524375"/>
            <a:ext cx="6619875" cy="9525"/>
          </a:xfrm>
          <a:custGeom>
            <a:avLst/>
            <a:gdLst/>
            <a:ahLst/>
            <a:cxnLst/>
            <a:rect l="0" t="0" r="0" b="0"/>
            <a:pathLst>
              <a:path w="6619875" h="9525">
                <a:moveTo>
                  <a:pt x="0" y="0"/>
                </a:moveTo>
                <a:lnTo>
                  <a:pt x="6619875" y="0"/>
                </a:lnTo>
              </a:path>
            </a:pathLst>
          </a:custGeom>
          <a:noFill/>
          <a:ln w="47625">
            <a:solidFill>
              <a:srgbClr val="42AFFA"/>
            </a:solidFill>
          </a:ln>
        </p:spPr>
      </p:sp>
      <p:sp>
        <p:nvSpPr>
          <p:cNvPr id="10" name="line-10">
            <a:extLst>
              <a:ext uri="{FF2B5EF4-FFF2-40B4-BE49-F238E27FC236}">
                <a16:creationId xmlns:a16="http://schemas.microsoft.com/office/drawing/2014/main" id="{1D9F131E-1111-480A-8EB7-FE59F2742DE0}"/>
              </a:ext>
            </a:extLst>
          </p:cNvPr>
          <p:cNvSpPr>
            <a:spLocks noGrp="1"/>
          </p:cNvSpPr>
          <p:nvPr/>
        </p:nvSpPr>
        <p:spPr>
          <a:xfrm>
            <a:off x="3143250" y="4000500"/>
            <a:ext cx="952500" cy="523875"/>
          </a:xfrm>
          <a:custGeom>
            <a:avLst/>
            <a:gdLst/>
            <a:ahLst/>
            <a:cxnLst/>
            <a:rect l="0" t="0" r="0" b="0"/>
            <a:pathLst>
              <a:path w="952500" h="523875">
                <a:moveTo>
                  <a:pt x="0" y="523875"/>
                </a:moveTo>
                <a:lnTo>
                  <a:pt x="952500" y="0"/>
                </a:lnTo>
              </a:path>
            </a:pathLst>
          </a:custGeom>
          <a:noFill/>
          <a:ln w="47625">
            <a:solidFill>
              <a:srgbClr val="88FF88"/>
            </a:solidFill>
          </a:ln>
        </p:spPr>
      </p:sp>
      <p:sp>
        <p:nvSpPr>
          <p:cNvPr id="11" name="line-11">
            <a:extLst>
              <a:ext uri="{FF2B5EF4-FFF2-40B4-BE49-F238E27FC236}">
                <a16:creationId xmlns:a16="http://schemas.microsoft.com/office/drawing/2014/main" id="{72AF1270-BD16-4734-B539-589DB9540BBB}"/>
              </a:ext>
            </a:extLst>
          </p:cNvPr>
          <p:cNvSpPr>
            <a:spLocks noGrp="1"/>
          </p:cNvSpPr>
          <p:nvPr/>
        </p:nvSpPr>
        <p:spPr>
          <a:xfrm>
            <a:off x="4095750" y="4000500"/>
            <a:ext cx="1714500" cy="9525"/>
          </a:xfrm>
          <a:custGeom>
            <a:avLst/>
            <a:gdLst/>
            <a:ahLst/>
            <a:cxnLst/>
            <a:rect l="0" t="0" r="0" b="0"/>
            <a:pathLst>
              <a:path w="1714500" h="9525">
                <a:moveTo>
                  <a:pt x="0" y="0"/>
                </a:moveTo>
                <a:lnTo>
                  <a:pt x="1714500" y="0"/>
                </a:lnTo>
              </a:path>
            </a:pathLst>
          </a:custGeom>
          <a:noFill/>
          <a:ln w="47625">
            <a:solidFill>
              <a:srgbClr val="88FF88"/>
            </a:solidFill>
          </a:ln>
        </p:spPr>
      </p:sp>
      <p:sp>
        <p:nvSpPr>
          <p:cNvPr id="12" name="line-12">
            <a:extLst>
              <a:ext uri="{FF2B5EF4-FFF2-40B4-BE49-F238E27FC236}">
                <a16:creationId xmlns:a16="http://schemas.microsoft.com/office/drawing/2014/main" id="{7EDA0706-C10B-48DE-8077-76CDF4C0C36D}"/>
              </a:ext>
            </a:extLst>
          </p:cNvPr>
          <p:cNvSpPr>
            <a:spLocks noGrp="1"/>
          </p:cNvSpPr>
          <p:nvPr/>
        </p:nvSpPr>
        <p:spPr>
          <a:xfrm>
            <a:off x="5810250" y="4000500"/>
            <a:ext cx="1047750" cy="523875"/>
          </a:xfrm>
          <a:custGeom>
            <a:avLst/>
            <a:gdLst/>
            <a:ahLst/>
            <a:cxnLst/>
            <a:rect l="0" t="0" r="0" b="0"/>
            <a:pathLst>
              <a:path w="1047750" h="523875">
                <a:moveTo>
                  <a:pt x="0" y="0"/>
                </a:moveTo>
                <a:lnTo>
                  <a:pt x="1047750" y="523875"/>
                </a:lnTo>
              </a:path>
            </a:pathLst>
          </a:custGeom>
          <a:noFill/>
          <a:ln w="47625">
            <a:solidFill>
              <a:srgbClr val="88FF88"/>
            </a:solidFill>
          </a:ln>
        </p:spPr>
      </p:sp>
      <p:sp>
        <p:nvSpPr>
          <p:cNvPr id="13" name="shape-13">
            <a:extLst>
              <a:ext uri="{FF2B5EF4-FFF2-40B4-BE49-F238E27FC236}">
                <a16:creationId xmlns:a16="http://schemas.microsoft.com/office/drawing/2014/main" id="{8B72A9DC-62C9-41F2-A904-524010E18CB9}"/>
              </a:ext>
            </a:extLst>
          </p:cNvPr>
          <p:cNvSpPr>
            <a:spLocks noGrp="1"/>
          </p:cNvSpPr>
          <p:nvPr/>
        </p:nvSpPr>
        <p:spPr>
          <a:xfrm>
            <a:off x="1257300" y="4400550"/>
            <a:ext cx="247650" cy="247650"/>
          </a:xfrm>
          <a:prstGeom prst="ellipse">
            <a:avLst/>
          </a:prstGeom>
          <a:solidFill>
            <a:srgbClr val="42AFFA"/>
          </a:solidFill>
          <a:ln w="0">
            <a:noFill/>
          </a:ln>
        </p:spPr>
      </p:sp>
      <p:sp>
        <p:nvSpPr>
          <p:cNvPr id="14" name="shape-14">
            <a:extLst>
              <a:ext uri="{FF2B5EF4-FFF2-40B4-BE49-F238E27FC236}">
                <a16:creationId xmlns:a16="http://schemas.microsoft.com/office/drawing/2014/main" id="{06B51975-487A-4B6C-A855-DA2137105B65}"/>
              </a:ext>
            </a:extLst>
          </p:cNvPr>
          <p:cNvSpPr>
            <a:spLocks noGrp="1"/>
          </p:cNvSpPr>
          <p:nvPr/>
        </p:nvSpPr>
        <p:spPr>
          <a:xfrm>
            <a:off x="3019425" y="4400550"/>
            <a:ext cx="247650" cy="247650"/>
          </a:xfrm>
          <a:prstGeom prst="ellipse">
            <a:avLst/>
          </a:prstGeom>
          <a:solidFill>
            <a:srgbClr val="42AFFA"/>
          </a:solidFill>
          <a:ln w="0">
            <a:noFill/>
          </a:ln>
        </p:spPr>
      </p:sp>
      <p:sp>
        <p:nvSpPr>
          <p:cNvPr id="15" name="shape-15">
            <a:extLst>
              <a:ext uri="{FF2B5EF4-FFF2-40B4-BE49-F238E27FC236}">
                <a16:creationId xmlns:a16="http://schemas.microsoft.com/office/drawing/2014/main" id="{4D04852D-457F-40CB-9969-9162BBB74A89}"/>
              </a:ext>
            </a:extLst>
          </p:cNvPr>
          <p:cNvSpPr>
            <a:spLocks noGrp="1"/>
          </p:cNvSpPr>
          <p:nvPr/>
        </p:nvSpPr>
        <p:spPr>
          <a:xfrm>
            <a:off x="4495800" y="4400550"/>
            <a:ext cx="247650" cy="247650"/>
          </a:xfrm>
          <a:prstGeom prst="ellipse">
            <a:avLst/>
          </a:prstGeom>
          <a:solidFill>
            <a:srgbClr val="42AFFA"/>
          </a:solidFill>
          <a:ln w="0">
            <a:noFill/>
          </a:ln>
        </p:spPr>
      </p:sp>
      <p:sp>
        <p:nvSpPr>
          <p:cNvPr id="16" name="shape-16">
            <a:extLst>
              <a:ext uri="{FF2B5EF4-FFF2-40B4-BE49-F238E27FC236}">
                <a16:creationId xmlns:a16="http://schemas.microsoft.com/office/drawing/2014/main" id="{6A5BC24B-6F17-4B9D-AA01-37BD41C3EC4F}"/>
              </a:ext>
            </a:extLst>
          </p:cNvPr>
          <p:cNvSpPr>
            <a:spLocks noGrp="1"/>
          </p:cNvSpPr>
          <p:nvPr/>
        </p:nvSpPr>
        <p:spPr>
          <a:xfrm>
            <a:off x="6734175" y="4400550"/>
            <a:ext cx="247650" cy="247650"/>
          </a:xfrm>
          <a:prstGeom prst="ellipse">
            <a:avLst/>
          </a:prstGeom>
          <a:solidFill>
            <a:srgbClr val="42AFFA"/>
          </a:solidFill>
          <a:ln w="0">
            <a:noFill/>
          </a:ln>
        </p:spPr>
      </p:sp>
      <p:sp>
        <p:nvSpPr>
          <p:cNvPr id="17" name="shape-17">
            <a:extLst>
              <a:ext uri="{FF2B5EF4-FFF2-40B4-BE49-F238E27FC236}">
                <a16:creationId xmlns:a16="http://schemas.microsoft.com/office/drawing/2014/main" id="{4B6EC5A5-9F67-438C-8370-37299850FE3E}"/>
              </a:ext>
            </a:extLst>
          </p:cNvPr>
          <p:cNvSpPr>
            <a:spLocks noGrp="1"/>
          </p:cNvSpPr>
          <p:nvPr/>
        </p:nvSpPr>
        <p:spPr>
          <a:xfrm>
            <a:off x="7591425" y="4400550"/>
            <a:ext cx="247650" cy="247650"/>
          </a:xfrm>
          <a:prstGeom prst="ellipse">
            <a:avLst/>
          </a:prstGeom>
          <a:solidFill>
            <a:srgbClr val="42AFFA"/>
          </a:solidFill>
          <a:ln w="0">
            <a:noFill/>
          </a:ln>
        </p:spPr>
      </p:sp>
      <p:sp>
        <p:nvSpPr>
          <p:cNvPr id="18" name="shape-18">
            <a:extLst>
              <a:ext uri="{FF2B5EF4-FFF2-40B4-BE49-F238E27FC236}">
                <a16:creationId xmlns:a16="http://schemas.microsoft.com/office/drawing/2014/main" id="{89416FFB-DC7E-473D-BA1A-9BDD74F8C129}"/>
              </a:ext>
            </a:extLst>
          </p:cNvPr>
          <p:cNvSpPr>
            <a:spLocks noGrp="1"/>
          </p:cNvSpPr>
          <p:nvPr/>
        </p:nvSpPr>
        <p:spPr>
          <a:xfrm>
            <a:off x="4067175" y="3876675"/>
            <a:ext cx="247650" cy="247650"/>
          </a:xfrm>
          <a:prstGeom prst="ellipse">
            <a:avLst/>
          </a:prstGeom>
          <a:solidFill>
            <a:srgbClr val="88FF88"/>
          </a:solidFill>
          <a:ln w="0">
            <a:noFill/>
          </a:ln>
        </p:spPr>
      </p:sp>
      <p:sp>
        <p:nvSpPr>
          <p:cNvPr id="19" name="shape-19">
            <a:extLst>
              <a:ext uri="{FF2B5EF4-FFF2-40B4-BE49-F238E27FC236}">
                <a16:creationId xmlns:a16="http://schemas.microsoft.com/office/drawing/2014/main" id="{CDD2AE4C-59DE-40A8-AAEC-BE0D93FA1765}"/>
              </a:ext>
            </a:extLst>
          </p:cNvPr>
          <p:cNvSpPr>
            <a:spLocks noGrp="1"/>
          </p:cNvSpPr>
          <p:nvPr/>
        </p:nvSpPr>
        <p:spPr>
          <a:xfrm>
            <a:off x="5543550" y="3876675"/>
            <a:ext cx="247650" cy="247650"/>
          </a:xfrm>
          <a:prstGeom prst="ellipse">
            <a:avLst/>
          </a:prstGeom>
          <a:solidFill>
            <a:srgbClr val="88FF88"/>
          </a:solidFill>
          <a:ln w="0">
            <a:noFill/>
          </a:ln>
        </p:spPr>
      </p:sp>
      <p:sp>
        <p:nvSpPr>
          <p:cNvPr id="20" name="text-20">
            <a:extLst>
              <a:ext uri="{FF2B5EF4-FFF2-40B4-BE49-F238E27FC236}">
                <a16:creationId xmlns:a16="http://schemas.microsoft.com/office/drawing/2014/main" id="{D600087D-8B19-450B-B745-B9C31F34C038}"/>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550" b="0">
                <a:solidFill>
                  <a:srgbClr val="F7F7F7"/>
                </a:solidFill>
                <a:latin typeface="Arial"/>
                <a:ea typeface="Arial"/>
                <a:cs typeface="Arial"/>
              </a:defRPr>
            </a:defPPr>
            <a:lvl1pPr algn="ctr">
              <a:defRPr sz="2550" b="0">
                <a:solidFill>
                  <a:srgbClr val="F7F7F7"/>
                </a:solidFill>
                <a:latin typeface="Arial"/>
                <a:ea typeface="Arial"/>
                <a:cs typeface="Arial"/>
              </a:defRPr>
            </a:lvl1pPr>
            <a:lvl2pPr algn="ctr">
              <a:defRPr sz="2550" b="0">
                <a:solidFill>
                  <a:srgbClr val="F7F7F7"/>
                </a:solidFill>
                <a:latin typeface="Arial"/>
                <a:ea typeface="Arial"/>
                <a:cs typeface="Arial"/>
              </a:defRPr>
            </a:lvl2pPr>
            <a:lvl3pPr algn="ctr">
              <a:defRPr sz="2550" b="0">
                <a:solidFill>
                  <a:srgbClr val="F7F7F7"/>
                </a:solidFill>
                <a:latin typeface="Arial"/>
                <a:ea typeface="Arial"/>
                <a:cs typeface="Arial"/>
              </a:defRPr>
            </a:lvl3pPr>
            <a:lvl4pPr algn="ctr">
              <a:defRPr sz="2550" b="0">
                <a:solidFill>
                  <a:srgbClr val="F7F7F7"/>
                </a:solidFill>
                <a:latin typeface="Arial"/>
                <a:ea typeface="Arial"/>
                <a:cs typeface="Arial"/>
              </a:defRPr>
            </a:lvl4pPr>
            <a:lvl5pPr algn="ctr">
              <a:defRPr sz="2550" b="0">
                <a:solidFill>
                  <a:srgbClr val="F7F7F7"/>
                </a:solidFill>
                <a:latin typeface="Arial"/>
                <a:ea typeface="Arial"/>
                <a:cs typeface="Arial"/>
              </a:defRPr>
            </a:lvl5pPr>
            <a:lvl6pPr algn="ctr">
              <a:defRPr sz="2550" b="0">
                <a:solidFill>
                  <a:srgbClr val="F7F7F7"/>
                </a:solidFill>
                <a:latin typeface="Arial"/>
                <a:ea typeface="Arial"/>
                <a:cs typeface="Arial"/>
              </a:defRPr>
            </a:lvl6pPr>
            <a:lvl7pPr algn="ctr">
              <a:defRPr sz="2550" b="0">
                <a:solidFill>
                  <a:srgbClr val="F7F7F7"/>
                </a:solidFill>
                <a:latin typeface="Arial"/>
                <a:ea typeface="Arial"/>
                <a:cs typeface="Arial"/>
              </a:defRPr>
            </a:lvl7pPr>
            <a:lvl8pPr algn="ctr">
              <a:defRPr sz="2550" b="0">
                <a:solidFill>
                  <a:srgbClr val="F7F7F7"/>
                </a:solidFill>
                <a:latin typeface="Arial"/>
                <a:ea typeface="Arial"/>
                <a:cs typeface="Arial"/>
              </a:defRPr>
            </a:lvl8pPr>
            <a:lvl9pPr algn="ctr">
              <a:defRPr sz="2550" b="0">
                <a:solidFill>
                  <a:srgbClr val="F7F7F7"/>
                </a:solidFill>
                <a:latin typeface="Arial"/>
                <a:ea typeface="Arial"/>
                <a:cs typeface="Arial"/>
              </a:defRPr>
            </a:lvl9pPr>
          </a:lstStyle>
          <a:p>
            <a:pPr algn="ct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היסטוריה לפרויקט. דרך לעבוד יחד.</a:t>
            </a:r>
          </a:p>
        </p:txBody>
      </p:sp>
    </p:spTree>
    <p:extLst>
      <p:ext uri="{BB962C8B-B14F-4D97-AF65-F5344CB8AC3E}">
        <p14:creationId xmlns:p14="http://schemas.microsoft.com/office/powerpoint/2010/main" val="348416092"/>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2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2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2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2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0" name="text-21">
            <a:extLst>
              <a:ext uri="{FF2B5EF4-FFF2-40B4-BE49-F238E27FC236}">
                <a16:creationId xmlns:a16="http://schemas.microsoft.com/office/drawing/2014/main" id="{CB1630F0-B710-40F5-997B-114E0737D33A}"/>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חזרה לגרסה שעבדה</a:t>
            </a:r>
          </a:p>
        </p:txBody>
      </p:sp>
      <p:sp>
        <p:nvSpPr>
          <p:cNvPr id="2" name="text-22">
            <a:extLst>
              <a:ext uri="{FF2B5EF4-FFF2-40B4-BE49-F238E27FC236}">
                <a16:creationId xmlns:a16="http://schemas.microsoft.com/office/drawing/2014/main" id="{A68F0C42-40FA-41D1-9198-9A1E30FDF4A5}"/>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02</a:t>
            </a:r>
          </a:p>
        </p:txBody>
      </p:sp>
      <p:sp>
        <p:nvSpPr>
          <p:cNvPr id="3" name="shape-23">
            <a:extLst>
              <a:ext uri="{FF2B5EF4-FFF2-40B4-BE49-F238E27FC236}">
                <a16:creationId xmlns:a16="http://schemas.microsoft.com/office/drawing/2014/main" id="{8BD5DE6E-A682-4846-A704-FB7F26A9504D}"/>
              </a:ext>
            </a:extLst>
          </p:cNvPr>
          <p:cNvSpPr>
            <a:spLocks noGrp="1"/>
          </p:cNvSpPr>
          <p:nvPr/>
        </p:nvSpPr>
        <p:spPr>
          <a:xfrm>
            <a:off x="6191250" y="2047875"/>
            <a:ext cx="2333625" cy="1066800"/>
          </a:xfrm>
          <a:prstGeom prst="rect">
            <a:avLst/>
          </a:prstGeom>
          <a:solidFill>
            <a:srgbClr val="25282B"/>
          </a:solidFill>
          <a:ln w="19050">
            <a:solidFill>
              <a:srgbClr val="88FF88"/>
            </a:solidFill>
          </a:ln>
        </p:spPr>
      </p:sp>
      <p:sp>
        <p:nvSpPr>
          <p:cNvPr id="4" name="text-24">
            <a:extLst>
              <a:ext uri="{FF2B5EF4-FFF2-40B4-BE49-F238E27FC236}">
                <a16:creationId xmlns:a16="http://schemas.microsoft.com/office/drawing/2014/main" id="{9C55AAFC-EF0C-4EE4-A4D7-36DBE53D38FB}"/>
              </a:ext>
            </a:extLst>
          </p:cNvPr>
          <p:cNvSpPr>
            <a:spLocks noGrp="1"/>
          </p:cNvSpPr>
          <p:nvPr/>
        </p:nvSpPr>
        <p:spPr>
          <a:xfrm>
            <a:off x="6324600" y="2226945"/>
            <a:ext cx="2066925" cy="9144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הגרסה האחרונה</a:t>
            </a:r>
          </a:p>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שעבדה</a:t>
            </a:r>
          </a:p>
        </p:txBody>
      </p:sp>
      <p:sp>
        <p:nvSpPr>
          <p:cNvPr id="5" name="line-25">
            <a:extLst>
              <a:ext uri="{FF2B5EF4-FFF2-40B4-BE49-F238E27FC236}">
                <a16:creationId xmlns:a16="http://schemas.microsoft.com/office/drawing/2014/main" id="{DCFF4E16-C658-4694-A5C1-08950247B6E5}"/>
              </a:ext>
            </a:extLst>
          </p:cNvPr>
          <p:cNvSpPr>
            <a:spLocks noGrp="1"/>
          </p:cNvSpPr>
          <p:nvPr/>
        </p:nvSpPr>
        <p:spPr>
          <a:xfrm>
            <a:off x="5667375" y="2581275"/>
            <a:ext cx="428625" cy="9525"/>
          </a:xfrm>
          <a:custGeom>
            <a:avLst/>
            <a:gdLst/>
            <a:ahLst/>
            <a:cxnLst/>
            <a:rect l="0" t="0" r="0" b="0"/>
            <a:pathLst>
              <a:path w="428625" h="9525">
                <a:moveTo>
                  <a:pt x="428625" y="0"/>
                </a:moveTo>
                <a:lnTo>
                  <a:pt x="0" y="0"/>
                </a:lnTo>
              </a:path>
            </a:pathLst>
          </a:custGeom>
          <a:noFill/>
          <a:ln w="38100">
            <a:solidFill>
              <a:srgbClr val="8888FF"/>
            </a:solidFill>
          </a:ln>
        </p:spPr>
      </p:sp>
      <p:sp>
        <p:nvSpPr>
          <p:cNvPr id="6" name="line-26">
            <a:extLst>
              <a:ext uri="{FF2B5EF4-FFF2-40B4-BE49-F238E27FC236}">
                <a16:creationId xmlns:a16="http://schemas.microsoft.com/office/drawing/2014/main" id="{BD492B4C-5A2B-4EA1-9F05-250B09512C7C}"/>
              </a:ext>
            </a:extLst>
          </p:cNvPr>
          <p:cNvSpPr>
            <a:spLocks noGrp="1"/>
          </p:cNvSpPr>
          <p:nvPr/>
        </p:nvSpPr>
        <p:spPr>
          <a:xfrm>
            <a:off x="5667375" y="2521532"/>
            <a:ext cx="97444" cy="59743"/>
          </a:xfrm>
          <a:custGeom>
            <a:avLst/>
            <a:gdLst/>
            <a:ahLst/>
            <a:cxnLst/>
            <a:rect l="0" t="0" r="0" b="0"/>
            <a:pathLst>
              <a:path w="97444" h="59743">
                <a:moveTo>
                  <a:pt x="0" y="59743"/>
                </a:moveTo>
                <a:lnTo>
                  <a:pt x="97444" y="0"/>
                </a:lnTo>
              </a:path>
            </a:pathLst>
          </a:custGeom>
          <a:noFill/>
          <a:ln w="38100">
            <a:solidFill>
              <a:srgbClr val="8888FF"/>
            </a:solidFill>
          </a:ln>
        </p:spPr>
      </p:sp>
      <p:sp>
        <p:nvSpPr>
          <p:cNvPr id="7" name="line-27">
            <a:extLst>
              <a:ext uri="{FF2B5EF4-FFF2-40B4-BE49-F238E27FC236}">
                <a16:creationId xmlns:a16="http://schemas.microsoft.com/office/drawing/2014/main" id="{1623F524-E51F-406B-989E-0CF103383F9F}"/>
              </a:ext>
            </a:extLst>
          </p:cNvPr>
          <p:cNvSpPr>
            <a:spLocks noGrp="1"/>
          </p:cNvSpPr>
          <p:nvPr/>
        </p:nvSpPr>
        <p:spPr>
          <a:xfrm>
            <a:off x="5667375" y="2581275"/>
            <a:ext cx="97444" cy="59743"/>
          </a:xfrm>
          <a:custGeom>
            <a:avLst/>
            <a:gdLst/>
            <a:ahLst/>
            <a:cxnLst/>
            <a:rect l="0" t="0" r="0" b="0"/>
            <a:pathLst>
              <a:path w="97444" h="59743">
                <a:moveTo>
                  <a:pt x="0" y="0"/>
                </a:moveTo>
                <a:lnTo>
                  <a:pt x="97444" y="59743"/>
                </a:lnTo>
              </a:path>
            </a:pathLst>
          </a:custGeom>
          <a:noFill/>
          <a:ln w="38100">
            <a:solidFill>
              <a:srgbClr val="8888FF"/>
            </a:solidFill>
          </a:ln>
        </p:spPr>
      </p:sp>
      <p:sp>
        <p:nvSpPr>
          <p:cNvPr id="8" name="shape-28">
            <a:extLst>
              <a:ext uri="{FF2B5EF4-FFF2-40B4-BE49-F238E27FC236}">
                <a16:creationId xmlns:a16="http://schemas.microsoft.com/office/drawing/2014/main" id="{22E264D4-77C0-4CEA-964E-9C58ABE732EC}"/>
              </a:ext>
            </a:extLst>
          </p:cNvPr>
          <p:cNvSpPr>
            <a:spLocks noGrp="1"/>
          </p:cNvSpPr>
          <p:nvPr/>
        </p:nvSpPr>
        <p:spPr>
          <a:xfrm>
            <a:off x="3333750" y="2047875"/>
            <a:ext cx="2333625" cy="1066800"/>
          </a:xfrm>
          <a:prstGeom prst="rect">
            <a:avLst/>
          </a:prstGeom>
          <a:solidFill>
            <a:srgbClr val="25282B"/>
          </a:solidFill>
          <a:ln w="19050">
            <a:solidFill>
              <a:srgbClr val="8888FF"/>
            </a:solidFill>
          </a:ln>
        </p:spPr>
      </p:sp>
      <p:sp>
        <p:nvSpPr>
          <p:cNvPr id="9" name="text-29">
            <a:extLst>
              <a:ext uri="{FF2B5EF4-FFF2-40B4-BE49-F238E27FC236}">
                <a16:creationId xmlns:a16="http://schemas.microsoft.com/office/drawing/2014/main" id="{5D6632B0-619E-491B-B427-BA111329DCAE}"/>
              </a:ext>
            </a:extLst>
          </p:cNvPr>
          <p:cNvSpPr>
            <a:spLocks noGrp="1"/>
          </p:cNvSpPr>
          <p:nvPr/>
        </p:nvSpPr>
        <p:spPr>
          <a:xfrm>
            <a:off x="3467100" y="2404110"/>
            <a:ext cx="2066925" cy="9144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ניסוי חדש</a:t>
            </a:r>
          </a:p>
        </p:txBody>
      </p:sp>
      <p:sp>
        <p:nvSpPr>
          <p:cNvPr id="10" name="line-30">
            <a:extLst>
              <a:ext uri="{FF2B5EF4-FFF2-40B4-BE49-F238E27FC236}">
                <a16:creationId xmlns:a16="http://schemas.microsoft.com/office/drawing/2014/main" id="{76E6A09B-8522-4A04-8349-74D1BB92DB74}"/>
              </a:ext>
            </a:extLst>
          </p:cNvPr>
          <p:cNvSpPr>
            <a:spLocks noGrp="1"/>
          </p:cNvSpPr>
          <p:nvPr/>
        </p:nvSpPr>
        <p:spPr>
          <a:xfrm>
            <a:off x="2809875" y="2581275"/>
            <a:ext cx="428625" cy="9525"/>
          </a:xfrm>
          <a:custGeom>
            <a:avLst/>
            <a:gdLst/>
            <a:ahLst/>
            <a:cxnLst/>
            <a:rect l="0" t="0" r="0" b="0"/>
            <a:pathLst>
              <a:path w="428625" h="9525">
                <a:moveTo>
                  <a:pt x="428625" y="0"/>
                </a:moveTo>
                <a:lnTo>
                  <a:pt x="0" y="0"/>
                </a:lnTo>
              </a:path>
            </a:pathLst>
          </a:custGeom>
          <a:noFill/>
          <a:ln w="38100">
            <a:solidFill>
              <a:srgbClr val="FF7777"/>
            </a:solidFill>
          </a:ln>
        </p:spPr>
      </p:sp>
      <p:sp>
        <p:nvSpPr>
          <p:cNvPr id="11" name="line-31">
            <a:extLst>
              <a:ext uri="{FF2B5EF4-FFF2-40B4-BE49-F238E27FC236}">
                <a16:creationId xmlns:a16="http://schemas.microsoft.com/office/drawing/2014/main" id="{AC75BF68-8FEF-44F1-A514-1D0CED6F393E}"/>
              </a:ext>
            </a:extLst>
          </p:cNvPr>
          <p:cNvSpPr>
            <a:spLocks noGrp="1"/>
          </p:cNvSpPr>
          <p:nvPr/>
        </p:nvSpPr>
        <p:spPr>
          <a:xfrm>
            <a:off x="2809875" y="2521532"/>
            <a:ext cx="97444" cy="59743"/>
          </a:xfrm>
          <a:custGeom>
            <a:avLst/>
            <a:gdLst/>
            <a:ahLst/>
            <a:cxnLst/>
            <a:rect l="0" t="0" r="0" b="0"/>
            <a:pathLst>
              <a:path w="97444" h="59743">
                <a:moveTo>
                  <a:pt x="0" y="59743"/>
                </a:moveTo>
                <a:lnTo>
                  <a:pt x="97444" y="0"/>
                </a:lnTo>
              </a:path>
            </a:pathLst>
          </a:custGeom>
          <a:noFill/>
          <a:ln w="38100">
            <a:solidFill>
              <a:srgbClr val="FF7777"/>
            </a:solidFill>
          </a:ln>
        </p:spPr>
      </p:sp>
      <p:sp>
        <p:nvSpPr>
          <p:cNvPr id="12" name="line-32">
            <a:extLst>
              <a:ext uri="{FF2B5EF4-FFF2-40B4-BE49-F238E27FC236}">
                <a16:creationId xmlns:a16="http://schemas.microsoft.com/office/drawing/2014/main" id="{5F14DF2C-67CB-4B4B-A737-A125AC0BF767}"/>
              </a:ext>
            </a:extLst>
          </p:cNvPr>
          <p:cNvSpPr>
            <a:spLocks noGrp="1"/>
          </p:cNvSpPr>
          <p:nvPr/>
        </p:nvSpPr>
        <p:spPr>
          <a:xfrm>
            <a:off x="2809875" y="2581275"/>
            <a:ext cx="97444" cy="59743"/>
          </a:xfrm>
          <a:custGeom>
            <a:avLst/>
            <a:gdLst/>
            <a:ahLst/>
            <a:cxnLst/>
            <a:rect l="0" t="0" r="0" b="0"/>
            <a:pathLst>
              <a:path w="97444" h="59743">
                <a:moveTo>
                  <a:pt x="0" y="0"/>
                </a:moveTo>
                <a:lnTo>
                  <a:pt x="97444" y="59743"/>
                </a:lnTo>
              </a:path>
            </a:pathLst>
          </a:custGeom>
          <a:noFill/>
          <a:ln w="38100">
            <a:solidFill>
              <a:srgbClr val="FF7777"/>
            </a:solidFill>
          </a:ln>
        </p:spPr>
      </p:sp>
      <p:sp>
        <p:nvSpPr>
          <p:cNvPr id="13" name="shape-33">
            <a:extLst>
              <a:ext uri="{FF2B5EF4-FFF2-40B4-BE49-F238E27FC236}">
                <a16:creationId xmlns:a16="http://schemas.microsoft.com/office/drawing/2014/main" id="{CB073BEF-E329-4173-B625-66CB4E3912AA}"/>
              </a:ext>
            </a:extLst>
          </p:cNvPr>
          <p:cNvSpPr>
            <a:spLocks noGrp="1"/>
          </p:cNvSpPr>
          <p:nvPr/>
        </p:nvSpPr>
        <p:spPr>
          <a:xfrm>
            <a:off x="476250" y="2047875"/>
            <a:ext cx="2333625" cy="1066800"/>
          </a:xfrm>
          <a:prstGeom prst="rect">
            <a:avLst/>
          </a:prstGeom>
          <a:solidFill>
            <a:srgbClr val="25282B"/>
          </a:solidFill>
          <a:ln w="19050">
            <a:solidFill>
              <a:srgbClr val="FF7777"/>
            </a:solidFill>
          </a:ln>
        </p:spPr>
      </p:sp>
      <p:sp>
        <p:nvSpPr>
          <p:cNvPr id="14" name="text-34">
            <a:extLst>
              <a:ext uri="{FF2B5EF4-FFF2-40B4-BE49-F238E27FC236}">
                <a16:creationId xmlns:a16="http://schemas.microsoft.com/office/drawing/2014/main" id="{2930E925-CD87-47B7-87F0-8BACC6125CFE}"/>
              </a:ext>
            </a:extLst>
          </p:cNvPr>
          <p:cNvSpPr>
            <a:spLocks noGrp="1"/>
          </p:cNvSpPr>
          <p:nvPr/>
        </p:nvSpPr>
        <p:spPr>
          <a:xfrm>
            <a:off x="609600" y="2404110"/>
            <a:ext cx="2066925" cy="9144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המשחק נשבר</a:t>
            </a:r>
          </a:p>
        </p:txBody>
      </p:sp>
      <p:sp>
        <p:nvSpPr>
          <p:cNvPr id="15" name="line-35">
            <a:extLst>
              <a:ext uri="{FF2B5EF4-FFF2-40B4-BE49-F238E27FC236}">
                <a16:creationId xmlns:a16="http://schemas.microsoft.com/office/drawing/2014/main" id="{53EE0D7E-544A-4121-B3D5-4B018B0F3C99}"/>
              </a:ext>
            </a:extLst>
          </p:cNvPr>
          <p:cNvSpPr>
            <a:spLocks noGrp="1"/>
          </p:cNvSpPr>
          <p:nvPr/>
        </p:nvSpPr>
        <p:spPr>
          <a:xfrm>
            <a:off x="1638300" y="3952875"/>
            <a:ext cx="5695950" cy="9525"/>
          </a:xfrm>
          <a:custGeom>
            <a:avLst/>
            <a:gdLst/>
            <a:ahLst/>
            <a:cxnLst/>
            <a:rect l="0" t="0" r="0" b="0"/>
            <a:pathLst>
              <a:path w="5695950" h="9525">
                <a:moveTo>
                  <a:pt x="0" y="0"/>
                </a:moveTo>
                <a:lnTo>
                  <a:pt x="5695950" y="0"/>
                </a:lnTo>
              </a:path>
            </a:pathLst>
          </a:custGeom>
          <a:noFill/>
          <a:ln w="57150">
            <a:solidFill>
              <a:srgbClr val="88FF88"/>
            </a:solidFill>
          </a:ln>
        </p:spPr>
      </p:sp>
      <p:sp>
        <p:nvSpPr>
          <p:cNvPr id="16" name="line-36">
            <a:extLst>
              <a:ext uri="{FF2B5EF4-FFF2-40B4-BE49-F238E27FC236}">
                <a16:creationId xmlns:a16="http://schemas.microsoft.com/office/drawing/2014/main" id="{D8CE7D62-6FF4-4C86-B584-D74154D4B1EC}"/>
              </a:ext>
            </a:extLst>
          </p:cNvPr>
          <p:cNvSpPr>
            <a:spLocks noGrp="1"/>
          </p:cNvSpPr>
          <p:nvPr/>
        </p:nvSpPr>
        <p:spPr>
          <a:xfrm>
            <a:off x="7236806" y="3952875"/>
            <a:ext cx="97444" cy="59743"/>
          </a:xfrm>
          <a:custGeom>
            <a:avLst/>
            <a:gdLst/>
            <a:ahLst/>
            <a:cxnLst/>
            <a:rect l="0" t="0" r="0" b="0"/>
            <a:pathLst>
              <a:path w="97444" h="59743">
                <a:moveTo>
                  <a:pt x="97444" y="0"/>
                </a:moveTo>
                <a:lnTo>
                  <a:pt x="0" y="59743"/>
                </a:lnTo>
              </a:path>
            </a:pathLst>
          </a:custGeom>
          <a:noFill/>
          <a:ln w="57150">
            <a:solidFill>
              <a:srgbClr val="88FF88"/>
            </a:solidFill>
          </a:ln>
        </p:spPr>
      </p:sp>
      <p:sp>
        <p:nvSpPr>
          <p:cNvPr id="17" name="line-37">
            <a:extLst>
              <a:ext uri="{FF2B5EF4-FFF2-40B4-BE49-F238E27FC236}">
                <a16:creationId xmlns:a16="http://schemas.microsoft.com/office/drawing/2014/main" id="{92DFB11C-7332-4116-8AB9-AA5F5BEEC41F}"/>
              </a:ext>
            </a:extLst>
          </p:cNvPr>
          <p:cNvSpPr>
            <a:spLocks noGrp="1"/>
          </p:cNvSpPr>
          <p:nvPr/>
        </p:nvSpPr>
        <p:spPr>
          <a:xfrm>
            <a:off x="7236806" y="3893132"/>
            <a:ext cx="97444" cy="59743"/>
          </a:xfrm>
          <a:custGeom>
            <a:avLst/>
            <a:gdLst/>
            <a:ahLst/>
            <a:cxnLst/>
            <a:rect l="0" t="0" r="0" b="0"/>
            <a:pathLst>
              <a:path w="97444" h="59743">
                <a:moveTo>
                  <a:pt x="97444" y="59743"/>
                </a:moveTo>
                <a:lnTo>
                  <a:pt x="0" y="0"/>
                </a:lnTo>
              </a:path>
            </a:pathLst>
          </a:custGeom>
          <a:noFill/>
          <a:ln w="57150">
            <a:solidFill>
              <a:srgbClr val="88FF88"/>
            </a:solidFill>
          </a:ln>
        </p:spPr>
      </p:sp>
      <p:sp>
        <p:nvSpPr>
          <p:cNvPr id="18" name="text-38">
            <a:extLst>
              <a:ext uri="{FF2B5EF4-FFF2-40B4-BE49-F238E27FC236}">
                <a16:creationId xmlns:a16="http://schemas.microsoft.com/office/drawing/2014/main" id="{DE90AE0A-DC1B-497E-91B0-79D1EAC99145}"/>
              </a:ext>
            </a:extLst>
          </p:cNvPr>
          <p:cNvSpPr>
            <a:spLocks noGrp="1"/>
          </p:cNvSpPr>
          <p:nvPr/>
        </p:nvSpPr>
        <p:spPr>
          <a:xfrm>
            <a:off x="2238375" y="4333875"/>
            <a:ext cx="4572000" cy="571500"/>
          </a:xfrm>
          <a:prstGeom prst="rect">
            <a:avLst/>
          </a:prstGeom>
          <a:noFill/>
          <a:ln w="0">
            <a:noFill/>
          </a:ln>
        </p:spPr>
        <p:txBody>
          <a:bodyPr wrap="square" lIns="0" tIns="0" rIns="0" bIns="0" anchor="t">
            <a:noAutofit/>
          </a:bodyPr>
          <a:lstStyle>
            <a:defPPr algn="ctr">
              <a:defRPr sz="2550" b="0">
                <a:solidFill>
                  <a:srgbClr val="88FF88"/>
                </a:solidFill>
                <a:latin typeface="Arial"/>
                <a:ea typeface="Arial"/>
                <a:cs typeface="Arial"/>
              </a:defRPr>
            </a:defPPr>
            <a:lvl1pPr algn="ctr">
              <a:defRPr sz="2550" b="0">
                <a:solidFill>
                  <a:srgbClr val="88FF88"/>
                </a:solidFill>
                <a:latin typeface="Arial"/>
                <a:ea typeface="Arial"/>
                <a:cs typeface="Arial"/>
              </a:defRPr>
            </a:lvl1pPr>
            <a:lvl2pPr algn="ctr">
              <a:defRPr sz="2550" b="0">
                <a:solidFill>
                  <a:srgbClr val="88FF88"/>
                </a:solidFill>
                <a:latin typeface="Arial"/>
                <a:ea typeface="Arial"/>
                <a:cs typeface="Arial"/>
              </a:defRPr>
            </a:lvl2pPr>
            <a:lvl3pPr algn="ctr">
              <a:defRPr sz="2550" b="0">
                <a:solidFill>
                  <a:srgbClr val="88FF88"/>
                </a:solidFill>
                <a:latin typeface="Arial"/>
                <a:ea typeface="Arial"/>
                <a:cs typeface="Arial"/>
              </a:defRPr>
            </a:lvl3pPr>
            <a:lvl4pPr algn="ctr">
              <a:defRPr sz="2550" b="0">
                <a:solidFill>
                  <a:srgbClr val="88FF88"/>
                </a:solidFill>
                <a:latin typeface="Arial"/>
                <a:ea typeface="Arial"/>
                <a:cs typeface="Arial"/>
              </a:defRPr>
            </a:lvl4pPr>
            <a:lvl5pPr algn="ctr">
              <a:defRPr sz="2550" b="0">
                <a:solidFill>
                  <a:srgbClr val="88FF88"/>
                </a:solidFill>
                <a:latin typeface="Arial"/>
                <a:ea typeface="Arial"/>
                <a:cs typeface="Arial"/>
              </a:defRPr>
            </a:lvl5pPr>
            <a:lvl6pPr algn="ctr">
              <a:defRPr sz="2550" b="0">
                <a:solidFill>
                  <a:srgbClr val="88FF88"/>
                </a:solidFill>
                <a:latin typeface="Arial"/>
                <a:ea typeface="Arial"/>
                <a:cs typeface="Arial"/>
              </a:defRPr>
            </a:lvl6pPr>
            <a:lvl7pPr algn="ctr">
              <a:defRPr sz="2550" b="0">
                <a:solidFill>
                  <a:srgbClr val="88FF88"/>
                </a:solidFill>
                <a:latin typeface="Arial"/>
                <a:ea typeface="Arial"/>
                <a:cs typeface="Arial"/>
              </a:defRPr>
            </a:lvl7pPr>
            <a:lvl8pPr algn="ctr">
              <a:defRPr sz="2550" b="0">
                <a:solidFill>
                  <a:srgbClr val="88FF88"/>
                </a:solidFill>
                <a:latin typeface="Arial"/>
                <a:ea typeface="Arial"/>
                <a:cs typeface="Arial"/>
              </a:defRPr>
            </a:lvl8pPr>
            <a:lvl9pPr algn="ctr">
              <a:defRPr sz="2550" b="0">
                <a:solidFill>
                  <a:srgbClr val="88FF88"/>
                </a:solidFill>
                <a:latin typeface="Arial"/>
                <a:ea typeface="Arial"/>
                <a:cs typeface="Arial"/>
              </a:defRPr>
            </a:lvl9pPr>
          </a:lstStyle>
          <a:p>
            <a:pPr algn="ctr" rtl="1">
              <a:lnSpc>
                <a:spcPct val="108000"/>
              </a:lnSpc>
              <a:buNone/>
              <a:defRPr sz="2550" b="0">
                <a:solidFill>
                  <a:srgbClr val="88FF88"/>
                </a:solidFill>
                <a:latin typeface="Arial"/>
                <a:ea typeface="Arial"/>
                <a:cs typeface="Arial"/>
              </a:defRPr>
            </a:pPr>
            <a:r>
              <a:rPr lang="he-IL" sz="2550" b="0">
                <a:solidFill>
                  <a:srgbClr val="88FF88"/>
                </a:solidFill>
                <a:latin typeface="Arial"/>
                <a:ea typeface="Arial"/>
                <a:cs typeface="Arial"/>
              </a:rPr>
              <a:t>חוזרים לנקודת השמירה</a:t>
            </a:r>
          </a:p>
        </p:txBody>
      </p:sp>
      <p:sp>
        <p:nvSpPr>
          <p:cNvPr id="19" name="text-39">
            <a:extLst>
              <a:ext uri="{FF2B5EF4-FFF2-40B4-BE49-F238E27FC236}">
                <a16:creationId xmlns:a16="http://schemas.microsoft.com/office/drawing/2014/main" id="{0F62C64B-4C6E-498E-81D4-78BAC40918B2}"/>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175" b="0">
                <a:solidFill>
                  <a:srgbClr val="B7BBC2"/>
                </a:solidFill>
                <a:latin typeface="Arial"/>
                <a:ea typeface="Arial"/>
                <a:cs typeface="Arial"/>
              </a:defRPr>
            </a:defPPr>
            <a:lvl1pPr algn="ctr">
              <a:defRPr sz="2175" b="0">
                <a:solidFill>
                  <a:srgbClr val="B7BBC2"/>
                </a:solidFill>
                <a:latin typeface="Arial"/>
                <a:ea typeface="Arial"/>
                <a:cs typeface="Arial"/>
              </a:defRPr>
            </a:lvl1pPr>
            <a:lvl2pPr algn="ctr">
              <a:defRPr sz="2175" b="0">
                <a:solidFill>
                  <a:srgbClr val="B7BBC2"/>
                </a:solidFill>
                <a:latin typeface="Arial"/>
                <a:ea typeface="Arial"/>
                <a:cs typeface="Arial"/>
              </a:defRPr>
            </a:lvl2pPr>
            <a:lvl3pPr algn="ctr">
              <a:defRPr sz="2175" b="0">
                <a:solidFill>
                  <a:srgbClr val="B7BBC2"/>
                </a:solidFill>
                <a:latin typeface="Arial"/>
                <a:ea typeface="Arial"/>
                <a:cs typeface="Arial"/>
              </a:defRPr>
            </a:lvl3pPr>
            <a:lvl4pPr algn="ctr">
              <a:defRPr sz="2175" b="0">
                <a:solidFill>
                  <a:srgbClr val="B7BBC2"/>
                </a:solidFill>
                <a:latin typeface="Arial"/>
                <a:ea typeface="Arial"/>
                <a:cs typeface="Arial"/>
              </a:defRPr>
            </a:lvl4pPr>
            <a:lvl5pPr algn="ctr">
              <a:defRPr sz="2175" b="0">
                <a:solidFill>
                  <a:srgbClr val="B7BBC2"/>
                </a:solidFill>
                <a:latin typeface="Arial"/>
                <a:ea typeface="Arial"/>
                <a:cs typeface="Arial"/>
              </a:defRPr>
            </a:lvl5pPr>
            <a:lvl6pPr algn="ctr">
              <a:defRPr sz="2175" b="0">
                <a:solidFill>
                  <a:srgbClr val="B7BBC2"/>
                </a:solidFill>
                <a:latin typeface="Arial"/>
                <a:ea typeface="Arial"/>
                <a:cs typeface="Arial"/>
              </a:defRPr>
            </a:lvl6pPr>
            <a:lvl7pPr algn="ctr">
              <a:defRPr sz="2175" b="0">
                <a:solidFill>
                  <a:srgbClr val="B7BBC2"/>
                </a:solidFill>
                <a:latin typeface="Arial"/>
                <a:ea typeface="Arial"/>
                <a:cs typeface="Arial"/>
              </a:defRPr>
            </a:lvl7pPr>
            <a:lvl8pPr algn="ctr">
              <a:defRPr sz="2175" b="0">
                <a:solidFill>
                  <a:srgbClr val="B7BBC2"/>
                </a:solidFill>
                <a:latin typeface="Arial"/>
                <a:ea typeface="Arial"/>
                <a:cs typeface="Arial"/>
              </a:defRPr>
            </a:lvl8pPr>
            <a:lvl9pPr algn="ctr">
              <a:defRPr sz="2175" b="0">
                <a:solidFill>
                  <a:srgbClr val="B7BBC2"/>
                </a:solidFill>
                <a:latin typeface="Arial"/>
                <a:ea typeface="Arial"/>
                <a:cs typeface="Arial"/>
              </a:defRPr>
            </a:lvl9pPr>
          </a:lstStyle>
          <a:p>
            <a:pPr algn="ctr" rtl="1">
              <a:lnSpc>
                <a:spcPct val="108000"/>
              </a:lnSpc>
              <a:buNone/>
              <a:defRPr sz="2175" b="0">
                <a:solidFill>
                  <a:srgbClr val="B7BBC2"/>
                </a:solidFill>
                <a:latin typeface="Arial"/>
                <a:ea typeface="Arial"/>
                <a:cs typeface="Arial"/>
              </a:defRPr>
            </a:pPr>
            <a:r>
              <a:rPr lang="he-IL" sz="2175" b="0">
                <a:solidFill>
                  <a:srgbClr val="B7BBC2"/>
                </a:solidFill>
                <a:latin typeface="Arial"/>
                <a:ea typeface="Arial"/>
                <a:cs typeface="Arial"/>
              </a:rPr>
              <a:t>כמו מסע בזמן, בלי הפרדוקסים.</a:t>
            </a:r>
          </a:p>
        </p:txBody>
      </p:sp>
    </p:spTree>
    <p:extLst>
      <p:ext uri="{BB962C8B-B14F-4D97-AF65-F5344CB8AC3E}">
        <p14:creationId xmlns:p14="http://schemas.microsoft.com/office/powerpoint/2010/main" val="1038625961"/>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2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2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2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2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4" name="text-40">
            <a:extLst>
              <a:ext uri="{FF2B5EF4-FFF2-40B4-BE49-F238E27FC236}">
                <a16:creationId xmlns:a16="http://schemas.microsoft.com/office/drawing/2014/main" id="{816ED55D-10BC-4685-A044-05D6D8F1D725}"/>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כמה אנשים, פרויקט אחד</a:t>
            </a:r>
          </a:p>
        </p:txBody>
      </p:sp>
      <p:sp>
        <p:nvSpPr>
          <p:cNvPr id="2" name="text-41">
            <a:extLst>
              <a:ext uri="{FF2B5EF4-FFF2-40B4-BE49-F238E27FC236}">
                <a16:creationId xmlns:a16="http://schemas.microsoft.com/office/drawing/2014/main" id="{90A47569-C911-4218-9F5D-F9016EEA6C2E}"/>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03</a:t>
            </a:r>
          </a:p>
        </p:txBody>
      </p:sp>
      <p:sp>
        <p:nvSpPr>
          <p:cNvPr id="3" name="shape-42">
            <a:extLst>
              <a:ext uri="{FF2B5EF4-FFF2-40B4-BE49-F238E27FC236}">
                <a16:creationId xmlns:a16="http://schemas.microsoft.com/office/drawing/2014/main" id="{60F676F2-923E-4E25-94F9-A0BFEC9381B6}"/>
              </a:ext>
            </a:extLst>
          </p:cNvPr>
          <p:cNvSpPr>
            <a:spLocks noGrp="1"/>
          </p:cNvSpPr>
          <p:nvPr/>
        </p:nvSpPr>
        <p:spPr>
          <a:xfrm>
            <a:off x="6191250" y="1666875"/>
            <a:ext cx="2286000" cy="809625"/>
          </a:xfrm>
          <a:prstGeom prst="rect">
            <a:avLst/>
          </a:prstGeom>
          <a:solidFill>
            <a:srgbClr val="25282B"/>
          </a:solidFill>
          <a:ln w="19050">
            <a:solidFill>
              <a:srgbClr val="42AFFA"/>
            </a:solidFill>
          </a:ln>
        </p:spPr>
      </p:sp>
      <p:sp>
        <p:nvSpPr>
          <p:cNvPr id="4" name="text-43">
            <a:extLst>
              <a:ext uri="{FF2B5EF4-FFF2-40B4-BE49-F238E27FC236}">
                <a16:creationId xmlns:a16="http://schemas.microsoft.com/office/drawing/2014/main" id="{28A1B691-6D24-433E-8BB9-0684878D8884}"/>
              </a:ext>
            </a:extLst>
          </p:cNvPr>
          <p:cNvSpPr>
            <a:spLocks noGrp="1"/>
          </p:cNvSpPr>
          <p:nvPr/>
        </p:nvSpPr>
        <p:spPr>
          <a:xfrm>
            <a:off x="6324600" y="1894523"/>
            <a:ext cx="2019300" cy="65722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תנועה</a:t>
            </a:r>
          </a:p>
        </p:txBody>
      </p:sp>
      <p:sp>
        <p:nvSpPr>
          <p:cNvPr id="5" name="shape-44">
            <a:extLst>
              <a:ext uri="{FF2B5EF4-FFF2-40B4-BE49-F238E27FC236}">
                <a16:creationId xmlns:a16="http://schemas.microsoft.com/office/drawing/2014/main" id="{DD301453-54DD-44AD-8B17-F9D13033DAA3}"/>
              </a:ext>
            </a:extLst>
          </p:cNvPr>
          <p:cNvSpPr>
            <a:spLocks noGrp="1"/>
          </p:cNvSpPr>
          <p:nvPr/>
        </p:nvSpPr>
        <p:spPr>
          <a:xfrm>
            <a:off x="6191250" y="2952750"/>
            <a:ext cx="2286000" cy="809625"/>
          </a:xfrm>
          <a:prstGeom prst="rect">
            <a:avLst/>
          </a:prstGeom>
          <a:solidFill>
            <a:srgbClr val="25282B"/>
          </a:solidFill>
          <a:ln w="19050">
            <a:solidFill>
              <a:srgbClr val="8888FF"/>
            </a:solidFill>
          </a:ln>
        </p:spPr>
      </p:sp>
      <p:sp>
        <p:nvSpPr>
          <p:cNvPr id="6" name="text-45">
            <a:extLst>
              <a:ext uri="{FF2B5EF4-FFF2-40B4-BE49-F238E27FC236}">
                <a16:creationId xmlns:a16="http://schemas.microsoft.com/office/drawing/2014/main" id="{555AB1C3-6E14-4C33-B565-9CB41427462B}"/>
              </a:ext>
            </a:extLst>
          </p:cNvPr>
          <p:cNvSpPr>
            <a:spLocks noGrp="1"/>
          </p:cNvSpPr>
          <p:nvPr/>
        </p:nvSpPr>
        <p:spPr>
          <a:xfrm>
            <a:off x="6324600" y="3180398"/>
            <a:ext cx="2019300" cy="65722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אויבים</a:t>
            </a:r>
          </a:p>
        </p:txBody>
      </p:sp>
      <p:sp>
        <p:nvSpPr>
          <p:cNvPr id="7" name="shape-46">
            <a:extLst>
              <a:ext uri="{FF2B5EF4-FFF2-40B4-BE49-F238E27FC236}">
                <a16:creationId xmlns:a16="http://schemas.microsoft.com/office/drawing/2014/main" id="{5CFD0E7B-1B4C-4409-A32C-12F37587ED72}"/>
              </a:ext>
            </a:extLst>
          </p:cNvPr>
          <p:cNvSpPr>
            <a:spLocks noGrp="1"/>
          </p:cNvSpPr>
          <p:nvPr/>
        </p:nvSpPr>
        <p:spPr>
          <a:xfrm>
            <a:off x="6191250" y="4238625"/>
            <a:ext cx="2286000" cy="809625"/>
          </a:xfrm>
          <a:prstGeom prst="rect">
            <a:avLst/>
          </a:prstGeom>
          <a:solidFill>
            <a:srgbClr val="25282B"/>
          </a:solidFill>
          <a:ln w="19050">
            <a:solidFill>
              <a:srgbClr val="88FF88"/>
            </a:solidFill>
          </a:ln>
        </p:spPr>
      </p:sp>
      <p:sp>
        <p:nvSpPr>
          <p:cNvPr id="8" name="text-47">
            <a:extLst>
              <a:ext uri="{FF2B5EF4-FFF2-40B4-BE49-F238E27FC236}">
                <a16:creationId xmlns:a16="http://schemas.microsoft.com/office/drawing/2014/main" id="{0A64E099-AF72-47A5-AC71-158A427B280F}"/>
              </a:ext>
            </a:extLst>
          </p:cNvPr>
          <p:cNvSpPr>
            <a:spLocks noGrp="1"/>
          </p:cNvSpPr>
          <p:nvPr/>
        </p:nvSpPr>
        <p:spPr>
          <a:xfrm>
            <a:off x="6324600" y="4466273"/>
            <a:ext cx="2019300" cy="65722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צלילים</a:t>
            </a:r>
          </a:p>
        </p:txBody>
      </p:sp>
      <p:sp>
        <p:nvSpPr>
          <p:cNvPr id="9" name="text-48">
            <a:extLst>
              <a:ext uri="{FF2B5EF4-FFF2-40B4-BE49-F238E27FC236}">
                <a16:creationId xmlns:a16="http://schemas.microsoft.com/office/drawing/2014/main" id="{053D0479-E4C3-4A7C-A0E2-A1956F3170DB}"/>
              </a:ext>
            </a:extLst>
          </p:cNvPr>
          <p:cNvSpPr>
            <a:spLocks noGrp="1"/>
          </p:cNvSpPr>
          <p:nvPr/>
        </p:nvSpPr>
        <p:spPr>
          <a:xfrm>
            <a:off x="6334125" y="2533650"/>
            <a:ext cx="2047875" cy="381000"/>
          </a:xfrm>
          <a:prstGeom prst="rect">
            <a:avLst/>
          </a:prstGeom>
          <a:noFill/>
          <a:ln w="0">
            <a:noFill/>
          </a:ln>
        </p:spPr>
        <p:txBody>
          <a:bodyPr wrap="none" lIns="0" tIns="0" rIns="0" bIns="0" anchor="t">
            <a:noAutofit/>
          </a:bodyPr>
          <a:lstStyle>
            <a:defPPr algn="l">
              <a:defRPr sz="1875" b="0">
                <a:solidFill>
                  <a:srgbClr val="B7BBC2"/>
                </a:solidFill>
                <a:latin typeface="Consolas"/>
                <a:ea typeface="Consolas"/>
                <a:cs typeface="Consolas"/>
              </a:defRPr>
            </a:defPPr>
            <a:lvl1pPr algn="l">
              <a:defRPr sz="1875" b="0">
                <a:solidFill>
                  <a:srgbClr val="B7BBC2"/>
                </a:solidFill>
                <a:latin typeface="Consolas"/>
                <a:ea typeface="Consolas"/>
                <a:cs typeface="Consolas"/>
              </a:defRPr>
            </a:lvl1pPr>
            <a:lvl2pPr algn="l">
              <a:defRPr sz="1875" b="0">
                <a:solidFill>
                  <a:srgbClr val="B7BBC2"/>
                </a:solidFill>
                <a:latin typeface="Consolas"/>
                <a:ea typeface="Consolas"/>
                <a:cs typeface="Consolas"/>
              </a:defRPr>
            </a:lvl2pPr>
            <a:lvl3pPr algn="l">
              <a:defRPr sz="1875" b="0">
                <a:solidFill>
                  <a:srgbClr val="B7BBC2"/>
                </a:solidFill>
                <a:latin typeface="Consolas"/>
                <a:ea typeface="Consolas"/>
                <a:cs typeface="Consolas"/>
              </a:defRPr>
            </a:lvl3pPr>
            <a:lvl4pPr algn="l">
              <a:defRPr sz="1875" b="0">
                <a:solidFill>
                  <a:srgbClr val="B7BBC2"/>
                </a:solidFill>
                <a:latin typeface="Consolas"/>
                <a:ea typeface="Consolas"/>
                <a:cs typeface="Consolas"/>
              </a:defRPr>
            </a:lvl4pPr>
            <a:lvl5pPr algn="l">
              <a:defRPr sz="1875" b="0">
                <a:solidFill>
                  <a:srgbClr val="B7BBC2"/>
                </a:solidFill>
                <a:latin typeface="Consolas"/>
                <a:ea typeface="Consolas"/>
                <a:cs typeface="Consolas"/>
              </a:defRPr>
            </a:lvl5pPr>
            <a:lvl6pPr algn="l">
              <a:defRPr sz="1875" b="0">
                <a:solidFill>
                  <a:srgbClr val="B7BBC2"/>
                </a:solidFill>
                <a:latin typeface="Consolas"/>
                <a:ea typeface="Consolas"/>
                <a:cs typeface="Consolas"/>
              </a:defRPr>
            </a:lvl6pPr>
            <a:lvl7pPr algn="l">
              <a:defRPr sz="1875" b="0">
                <a:solidFill>
                  <a:srgbClr val="B7BBC2"/>
                </a:solidFill>
                <a:latin typeface="Consolas"/>
                <a:ea typeface="Consolas"/>
                <a:cs typeface="Consolas"/>
              </a:defRPr>
            </a:lvl7pPr>
            <a:lvl8pPr algn="l">
              <a:defRPr sz="1875" b="0">
                <a:solidFill>
                  <a:srgbClr val="B7BBC2"/>
                </a:solidFill>
                <a:latin typeface="Consolas"/>
                <a:ea typeface="Consolas"/>
                <a:cs typeface="Consolas"/>
              </a:defRPr>
            </a:lvl8pPr>
            <a:lvl9pPr algn="l">
              <a:defRPr sz="1875" b="0">
                <a:solidFill>
                  <a:srgbClr val="B7BBC2"/>
                </a:solidFill>
                <a:latin typeface="Consolas"/>
                <a:ea typeface="Consolas"/>
                <a:cs typeface="Consolas"/>
              </a:defRPr>
            </a:lvl9pPr>
          </a:lstStyle>
          <a:p>
            <a:pPr algn="l" rtl="0">
              <a:lnSpc>
                <a:spcPct val="108000"/>
              </a:lnSpc>
              <a:buNone/>
              <a:defRPr sz="1875" b="0">
                <a:solidFill>
                  <a:srgbClr val="B7BBC2"/>
                </a:solidFill>
                <a:latin typeface="Consolas"/>
                <a:ea typeface="Consolas"/>
                <a:cs typeface="Consolas"/>
              </a:defRPr>
            </a:pPr>
            <a:r>
              <a:rPr lang="en-US" sz="1875" b="0">
                <a:solidFill>
                  <a:srgbClr val="B7BBC2"/>
                </a:solidFill>
                <a:latin typeface="Consolas"/>
                <a:ea typeface="Consolas"/>
                <a:cs typeface="Consolas"/>
              </a:rPr>
              <a:t>Player.cs</a:t>
            </a:r>
          </a:p>
        </p:txBody>
      </p:sp>
      <p:sp>
        <p:nvSpPr>
          <p:cNvPr id="10" name="text-49">
            <a:extLst>
              <a:ext uri="{FF2B5EF4-FFF2-40B4-BE49-F238E27FC236}">
                <a16:creationId xmlns:a16="http://schemas.microsoft.com/office/drawing/2014/main" id="{E98E103A-DFCA-4C05-AB05-3F7C543054EE}"/>
              </a:ext>
            </a:extLst>
          </p:cNvPr>
          <p:cNvSpPr>
            <a:spLocks noGrp="1"/>
          </p:cNvSpPr>
          <p:nvPr/>
        </p:nvSpPr>
        <p:spPr>
          <a:xfrm>
            <a:off x="6334125" y="3819525"/>
            <a:ext cx="2047875" cy="381000"/>
          </a:xfrm>
          <a:prstGeom prst="rect">
            <a:avLst/>
          </a:prstGeom>
          <a:noFill/>
          <a:ln w="0">
            <a:noFill/>
          </a:ln>
        </p:spPr>
        <p:txBody>
          <a:bodyPr wrap="none" lIns="0" tIns="0" rIns="0" bIns="0" anchor="t">
            <a:noAutofit/>
          </a:bodyPr>
          <a:lstStyle>
            <a:defPPr algn="l">
              <a:defRPr sz="1875" b="0">
                <a:solidFill>
                  <a:srgbClr val="B7BBC2"/>
                </a:solidFill>
                <a:latin typeface="Consolas"/>
                <a:ea typeface="Consolas"/>
                <a:cs typeface="Consolas"/>
              </a:defRPr>
            </a:defPPr>
            <a:lvl1pPr algn="l">
              <a:defRPr sz="1875" b="0">
                <a:solidFill>
                  <a:srgbClr val="B7BBC2"/>
                </a:solidFill>
                <a:latin typeface="Consolas"/>
                <a:ea typeface="Consolas"/>
                <a:cs typeface="Consolas"/>
              </a:defRPr>
            </a:lvl1pPr>
            <a:lvl2pPr algn="l">
              <a:defRPr sz="1875" b="0">
                <a:solidFill>
                  <a:srgbClr val="B7BBC2"/>
                </a:solidFill>
                <a:latin typeface="Consolas"/>
                <a:ea typeface="Consolas"/>
                <a:cs typeface="Consolas"/>
              </a:defRPr>
            </a:lvl2pPr>
            <a:lvl3pPr algn="l">
              <a:defRPr sz="1875" b="0">
                <a:solidFill>
                  <a:srgbClr val="B7BBC2"/>
                </a:solidFill>
                <a:latin typeface="Consolas"/>
                <a:ea typeface="Consolas"/>
                <a:cs typeface="Consolas"/>
              </a:defRPr>
            </a:lvl3pPr>
            <a:lvl4pPr algn="l">
              <a:defRPr sz="1875" b="0">
                <a:solidFill>
                  <a:srgbClr val="B7BBC2"/>
                </a:solidFill>
                <a:latin typeface="Consolas"/>
                <a:ea typeface="Consolas"/>
                <a:cs typeface="Consolas"/>
              </a:defRPr>
            </a:lvl4pPr>
            <a:lvl5pPr algn="l">
              <a:defRPr sz="1875" b="0">
                <a:solidFill>
                  <a:srgbClr val="B7BBC2"/>
                </a:solidFill>
                <a:latin typeface="Consolas"/>
                <a:ea typeface="Consolas"/>
                <a:cs typeface="Consolas"/>
              </a:defRPr>
            </a:lvl5pPr>
            <a:lvl6pPr algn="l">
              <a:defRPr sz="1875" b="0">
                <a:solidFill>
                  <a:srgbClr val="B7BBC2"/>
                </a:solidFill>
                <a:latin typeface="Consolas"/>
                <a:ea typeface="Consolas"/>
                <a:cs typeface="Consolas"/>
              </a:defRPr>
            </a:lvl6pPr>
            <a:lvl7pPr algn="l">
              <a:defRPr sz="1875" b="0">
                <a:solidFill>
                  <a:srgbClr val="B7BBC2"/>
                </a:solidFill>
                <a:latin typeface="Consolas"/>
                <a:ea typeface="Consolas"/>
                <a:cs typeface="Consolas"/>
              </a:defRPr>
            </a:lvl7pPr>
            <a:lvl8pPr algn="l">
              <a:defRPr sz="1875" b="0">
                <a:solidFill>
                  <a:srgbClr val="B7BBC2"/>
                </a:solidFill>
                <a:latin typeface="Consolas"/>
                <a:ea typeface="Consolas"/>
                <a:cs typeface="Consolas"/>
              </a:defRPr>
            </a:lvl8pPr>
            <a:lvl9pPr algn="l">
              <a:defRPr sz="1875" b="0">
                <a:solidFill>
                  <a:srgbClr val="B7BBC2"/>
                </a:solidFill>
                <a:latin typeface="Consolas"/>
                <a:ea typeface="Consolas"/>
                <a:cs typeface="Consolas"/>
              </a:defRPr>
            </a:lvl9pPr>
          </a:lstStyle>
          <a:p>
            <a:pPr algn="l" rtl="0">
              <a:lnSpc>
                <a:spcPct val="108000"/>
              </a:lnSpc>
              <a:buNone/>
              <a:defRPr sz="1875" b="0">
                <a:solidFill>
                  <a:srgbClr val="B7BBC2"/>
                </a:solidFill>
                <a:latin typeface="Consolas"/>
                <a:ea typeface="Consolas"/>
                <a:cs typeface="Consolas"/>
              </a:defRPr>
            </a:pPr>
            <a:r>
              <a:rPr lang="en-US" sz="1875" b="0">
                <a:solidFill>
                  <a:srgbClr val="B7BBC2"/>
                </a:solidFill>
                <a:latin typeface="Consolas"/>
                <a:ea typeface="Consolas"/>
                <a:cs typeface="Consolas"/>
              </a:rPr>
              <a:t>Enemy.cs</a:t>
            </a:r>
          </a:p>
        </p:txBody>
      </p:sp>
      <p:sp>
        <p:nvSpPr>
          <p:cNvPr id="11" name="text-50">
            <a:extLst>
              <a:ext uri="{FF2B5EF4-FFF2-40B4-BE49-F238E27FC236}">
                <a16:creationId xmlns:a16="http://schemas.microsoft.com/office/drawing/2014/main" id="{3B0A07EF-2687-44DD-A461-DC22CF067459}"/>
              </a:ext>
            </a:extLst>
          </p:cNvPr>
          <p:cNvSpPr>
            <a:spLocks noGrp="1"/>
          </p:cNvSpPr>
          <p:nvPr/>
        </p:nvSpPr>
        <p:spPr>
          <a:xfrm>
            <a:off x="6334125" y="5105400"/>
            <a:ext cx="2047875" cy="381000"/>
          </a:xfrm>
          <a:prstGeom prst="rect">
            <a:avLst/>
          </a:prstGeom>
          <a:noFill/>
          <a:ln w="0">
            <a:noFill/>
          </a:ln>
        </p:spPr>
        <p:txBody>
          <a:bodyPr wrap="none" lIns="0" tIns="0" rIns="0" bIns="0" anchor="t">
            <a:noAutofit/>
          </a:bodyPr>
          <a:lstStyle>
            <a:defPPr algn="l">
              <a:defRPr sz="1875" b="0">
                <a:solidFill>
                  <a:srgbClr val="B7BBC2"/>
                </a:solidFill>
                <a:latin typeface="Consolas"/>
                <a:ea typeface="Consolas"/>
                <a:cs typeface="Consolas"/>
              </a:defRPr>
            </a:defPPr>
            <a:lvl1pPr algn="l">
              <a:defRPr sz="1875" b="0">
                <a:solidFill>
                  <a:srgbClr val="B7BBC2"/>
                </a:solidFill>
                <a:latin typeface="Consolas"/>
                <a:ea typeface="Consolas"/>
                <a:cs typeface="Consolas"/>
              </a:defRPr>
            </a:lvl1pPr>
            <a:lvl2pPr algn="l">
              <a:defRPr sz="1875" b="0">
                <a:solidFill>
                  <a:srgbClr val="B7BBC2"/>
                </a:solidFill>
                <a:latin typeface="Consolas"/>
                <a:ea typeface="Consolas"/>
                <a:cs typeface="Consolas"/>
              </a:defRPr>
            </a:lvl2pPr>
            <a:lvl3pPr algn="l">
              <a:defRPr sz="1875" b="0">
                <a:solidFill>
                  <a:srgbClr val="B7BBC2"/>
                </a:solidFill>
                <a:latin typeface="Consolas"/>
                <a:ea typeface="Consolas"/>
                <a:cs typeface="Consolas"/>
              </a:defRPr>
            </a:lvl3pPr>
            <a:lvl4pPr algn="l">
              <a:defRPr sz="1875" b="0">
                <a:solidFill>
                  <a:srgbClr val="B7BBC2"/>
                </a:solidFill>
                <a:latin typeface="Consolas"/>
                <a:ea typeface="Consolas"/>
                <a:cs typeface="Consolas"/>
              </a:defRPr>
            </a:lvl4pPr>
            <a:lvl5pPr algn="l">
              <a:defRPr sz="1875" b="0">
                <a:solidFill>
                  <a:srgbClr val="B7BBC2"/>
                </a:solidFill>
                <a:latin typeface="Consolas"/>
                <a:ea typeface="Consolas"/>
                <a:cs typeface="Consolas"/>
              </a:defRPr>
            </a:lvl5pPr>
            <a:lvl6pPr algn="l">
              <a:defRPr sz="1875" b="0">
                <a:solidFill>
                  <a:srgbClr val="B7BBC2"/>
                </a:solidFill>
                <a:latin typeface="Consolas"/>
                <a:ea typeface="Consolas"/>
                <a:cs typeface="Consolas"/>
              </a:defRPr>
            </a:lvl6pPr>
            <a:lvl7pPr algn="l">
              <a:defRPr sz="1875" b="0">
                <a:solidFill>
                  <a:srgbClr val="B7BBC2"/>
                </a:solidFill>
                <a:latin typeface="Consolas"/>
                <a:ea typeface="Consolas"/>
                <a:cs typeface="Consolas"/>
              </a:defRPr>
            </a:lvl7pPr>
            <a:lvl8pPr algn="l">
              <a:defRPr sz="1875" b="0">
                <a:solidFill>
                  <a:srgbClr val="B7BBC2"/>
                </a:solidFill>
                <a:latin typeface="Consolas"/>
                <a:ea typeface="Consolas"/>
                <a:cs typeface="Consolas"/>
              </a:defRPr>
            </a:lvl8pPr>
            <a:lvl9pPr algn="l">
              <a:defRPr sz="1875" b="0">
                <a:solidFill>
                  <a:srgbClr val="B7BBC2"/>
                </a:solidFill>
                <a:latin typeface="Consolas"/>
                <a:ea typeface="Consolas"/>
                <a:cs typeface="Consolas"/>
              </a:defRPr>
            </a:lvl9pPr>
          </a:lstStyle>
          <a:p>
            <a:pPr algn="l" rtl="0">
              <a:lnSpc>
                <a:spcPct val="108000"/>
              </a:lnSpc>
              <a:buNone/>
              <a:defRPr sz="1875" b="0">
                <a:solidFill>
                  <a:srgbClr val="B7BBC2"/>
                </a:solidFill>
                <a:latin typeface="Consolas"/>
                <a:ea typeface="Consolas"/>
                <a:cs typeface="Consolas"/>
              </a:defRPr>
            </a:pPr>
            <a:r>
              <a:rPr lang="en-US" sz="1875" b="0">
                <a:solidFill>
                  <a:srgbClr val="B7BBC2"/>
                </a:solidFill>
                <a:latin typeface="Consolas"/>
                <a:ea typeface="Consolas"/>
                <a:cs typeface="Consolas"/>
              </a:rPr>
              <a:t>Audio.cs</a:t>
            </a:r>
          </a:p>
        </p:txBody>
      </p:sp>
      <p:sp>
        <p:nvSpPr>
          <p:cNvPr id="12" name="line-51">
            <a:extLst>
              <a:ext uri="{FF2B5EF4-FFF2-40B4-BE49-F238E27FC236}">
                <a16:creationId xmlns:a16="http://schemas.microsoft.com/office/drawing/2014/main" id="{4372E307-7BE7-43DE-BA4E-E7BD18E4A28B}"/>
              </a:ext>
            </a:extLst>
          </p:cNvPr>
          <p:cNvSpPr>
            <a:spLocks noGrp="1"/>
          </p:cNvSpPr>
          <p:nvPr/>
        </p:nvSpPr>
        <p:spPr>
          <a:xfrm>
            <a:off x="4476750" y="2066925"/>
            <a:ext cx="1571625" cy="1171575"/>
          </a:xfrm>
          <a:custGeom>
            <a:avLst/>
            <a:gdLst/>
            <a:ahLst/>
            <a:cxnLst/>
            <a:rect l="0" t="0" r="0" b="0"/>
            <a:pathLst>
              <a:path w="1571625" h="1171575">
                <a:moveTo>
                  <a:pt x="1571625" y="0"/>
                </a:moveTo>
                <a:lnTo>
                  <a:pt x="0" y="1171575"/>
                </a:lnTo>
              </a:path>
            </a:pathLst>
          </a:custGeom>
          <a:noFill/>
          <a:ln w="38100">
            <a:solidFill>
              <a:srgbClr val="42AFFA"/>
            </a:solidFill>
          </a:ln>
        </p:spPr>
      </p:sp>
      <p:sp>
        <p:nvSpPr>
          <p:cNvPr id="13" name="line-52">
            <a:extLst>
              <a:ext uri="{FF2B5EF4-FFF2-40B4-BE49-F238E27FC236}">
                <a16:creationId xmlns:a16="http://schemas.microsoft.com/office/drawing/2014/main" id="{4CD19302-879C-42BF-917A-C0B0F7EC6CAB}"/>
              </a:ext>
            </a:extLst>
          </p:cNvPr>
          <p:cNvSpPr>
            <a:spLocks noGrp="1"/>
          </p:cNvSpPr>
          <p:nvPr/>
        </p:nvSpPr>
        <p:spPr>
          <a:xfrm>
            <a:off x="4476750" y="3132363"/>
            <a:ext cx="42419" cy="106137"/>
          </a:xfrm>
          <a:custGeom>
            <a:avLst/>
            <a:gdLst/>
            <a:ahLst/>
            <a:cxnLst/>
            <a:rect l="0" t="0" r="0" b="0"/>
            <a:pathLst>
              <a:path w="42419" h="106137">
                <a:moveTo>
                  <a:pt x="0" y="106137"/>
                </a:moveTo>
                <a:lnTo>
                  <a:pt x="42419" y="0"/>
                </a:lnTo>
              </a:path>
            </a:pathLst>
          </a:custGeom>
          <a:noFill/>
          <a:ln w="38100">
            <a:solidFill>
              <a:srgbClr val="42AFFA"/>
            </a:solidFill>
          </a:ln>
        </p:spPr>
      </p:sp>
      <p:sp>
        <p:nvSpPr>
          <p:cNvPr id="14" name="line-53">
            <a:extLst>
              <a:ext uri="{FF2B5EF4-FFF2-40B4-BE49-F238E27FC236}">
                <a16:creationId xmlns:a16="http://schemas.microsoft.com/office/drawing/2014/main" id="{9CCBCF79-FBCA-4196-A3F7-5245EC6C5D01}"/>
              </a:ext>
            </a:extLst>
          </p:cNvPr>
          <p:cNvSpPr>
            <a:spLocks noGrp="1"/>
          </p:cNvSpPr>
          <p:nvPr/>
        </p:nvSpPr>
        <p:spPr>
          <a:xfrm>
            <a:off x="4476750" y="3228160"/>
            <a:ext cx="113831" cy="10340"/>
          </a:xfrm>
          <a:custGeom>
            <a:avLst/>
            <a:gdLst/>
            <a:ahLst/>
            <a:cxnLst/>
            <a:rect l="0" t="0" r="0" b="0"/>
            <a:pathLst>
              <a:path w="113831" h="10340">
                <a:moveTo>
                  <a:pt x="0" y="10340"/>
                </a:moveTo>
                <a:lnTo>
                  <a:pt x="113831" y="0"/>
                </a:lnTo>
              </a:path>
            </a:pathLst>
          </a:custGeom>
          <a:noFill/>
          <a:ln w="38100">
            <a:solidFill>
              <a:srgbClr val="42AFFA"/>
            </a:solidFill>
          </a:ln>
        </p:spPr>
      </p:sp>
      <p:sp>
        <p:nvSpPr>
          <p:cNvPr id="15" name="line-54">
            <a:extLst>
              <a:ext uri="{FF2B5EF4-FFF2-40B4-BE49-F238E27FC236}">
                <a16:creationId xmlns:a16="http://schemas.microsoft.com/office/drawing/2014/main" id="{4BAE8895-C41E-480A-85A4-6312A02D1084}"/>
              </a:ext>
            </a:extLst>
          </p:cNvPr>
          <p:cNvSpPr>
            <a:spLocks noGrp="1"/>
          </p:cNvSpPr>
          <p:nvPr/>
        </p:nvSpPr>
        <p:spPr>
          <a:xfrm>
            <a:off x="4476750" y="3352800"/>
            <a:ext cx="1571625" cy="9525"/>
          </a:xfrm>
          <a:custGeom>
            <a:avLst/>
            <a:gdLst/>
            <a:ahLst/>
            <a:cxnLst/>
            <a:rect l="0" t="0" r="0" b="0"/>
            <a:pathLst>
              <a:path w="1571625" h="9525">
                <a:moveTo>
                  <a:pt x="1571625" y="0"/>
                </a:moveTo>
                <a:lnTo>
                  <a:pt x="0" y="0"/>
                </a:lnTo>
              </a:path>
            </a:pathLst>
          </a:custGeom>
          <a:noFill/>
          <a:ln w="38100">
            <a:solidFill>
              <a:srgbClr val="8888FF"/>
            </a:solidFill>
          </a:ln>
        </p:spPr>
      </p:sp>
      <p:sp>
        <p:nvSpPr>
          <p:cNvPr id="16" name="line-55">
            <a:extLst>
              <a:ext uri="{FF2B5EF4-FFF2-40B4-BE49-F238E27FC236}">
                <a16:creationId xmlns:a16="http://schemas.microsoft.com/office/drawing/2014/main" id="{91504D61-3A32-42AF-AE5F-730EBB9E4387}"/>
              </a:ext>
            </a:extLst>
          </p:cNvPr>
          <p:cNvSpPr>
            <a:spLocks noGrp="1"/>
          </p:cNvSpPr>
          <p:nvPr/>
        </p:nvSpPr>
        <p:spPr>
          <a:xfrm>
            <a:off x="4476750" y="3293057"/>
            <a:ext cx="97444" cy="59743"/>
          </a:xfrm>
          <a:custGeom>
            <a:avLst/>
            <a:gdLst/>
            <a:ahLst/>
            <a:cxnLst/>
            <a:rect l="0" t="0" r="0" b="0"/>
            <a:pathLst>
              <a:path w="97444" h="59743">
                <a:moveTo>
                  <a:pt x="0" y="59743"/>
                </a:moveTo>
                <a:lnTo>
                  <a:pt x="97444" y="0"/>
                </a:lnTo>
              </a:path>
            </a:pathLst>
          </a:custGeom>
          <a:noFill/>
          <a:ln w="38100">
            <a:solidFill>
              <a:srgbClr val="8888FF"/>
            </a:solidFill>
          </a:ln>
        </p:spPr>
      </p:sp>
      <p:sp>
        <p:nvSpPr>
          <p:cNvPr id="17" name="line-56">
            <a:extLst>
              <a:ext uri="{FF2B5EF4-FFF2-40B4-BE49-F238E27FC236}">
                <a16:creationId xmlns:a16="http://schemas.microsoft.com/office/drawing/2014/main" id="{775F6C05-6017-4C00-899C-516994933921}"/>
              </a:ext>
            </a:extLst>
          </p:cNvPr>
          <p:cNvSpPr>
            <a:spLocks noGrp="1"/>
          </p:cNvSpPr>
          <p:nvPr/>
        </p:nvSpPr>
        <p:spPr>
          <a:xfrm>
            <a:off x="4476750" y="3352800"/>
            <a:ext cx="97444" cy="59743"/>
          </a:xfrm>
          <a:custGeom>
            <a:avLst/>
            <a:gdLst/>
            <a:ahLst/>
            <a:cxnLst/>
            <a:rect l="0" t="0" r="0" b="0"/>
            <a:pathLst>
              <a:path w="97444" h="59743">
                <a:moveTo>
                  <a:pt x="0" y="0"/>
                </a:moveTo>
                <a:lnTo>
                  <a:pt x="97444" y="59743"/>
                </a:lnTo>
              </a:path>
            </a:pathLst>
          </a:custGeom>
          <a:noFill/>
          <a:ln w="38100">
            <a:solidFill>
              <a:srgbClr val="8888FF"/>
            </a:solidFill>
          </a:ln>
        </p:spPr>
      </p:sp>
      <p:sp>
        <p:nvSpPr>
          <p:cNvPr id="18" name="line-57">
            <a:extLst>
              <a:ext uri="{FF2B5EF4-FFF2-40B4-BE49-F238E27FC236}">
                <a16:creationId xmlns:a16="http://schemas.microsoft.com/office/drawing/2014/main" id="{15551150-5D65-495F-81B5-B77D0B87DD48}"/>
              </a:ext>
            </a:extLst>
          </p:cNvPr>
          <p:cNvSpPr>
            <a:spLocks noGrp="1"/>
          </p:cNvSpPr>
          <p:nvPr/>
        </p:nvSpPr>
        <p:spPr>
          <a:xfrm>
            <a:off x="4476750" y="3476625"/>
            <a:ext cx="1571625" cy="1162050"/>
          </a:xfrm>
          <a:custGeom>
            <a:avLst/>
            <a:gdLst/>
            <a:ahLst/>
            <a:cxnLst/>
            <a:rect l="0" t="0" r="0" b="0"/>
            <a:pathLst>
              <a:path w="1571625" h="1162050">
                <a:moveTo>
                  <a:pt x="1571625" y="1162050"/>
                </a:moveTo>
                <a:lnTo>
                  <a:pt x="0" y="0"/>
                </a:lnTo>
              </a:path>
            </a:pathLst>
          </a:custGeom>
          <a:noFill/>
          <a:ln w="38100">
            <a:solidFill>
              <a:srgbClr val="88FF88"/>
            </a:solidFill>
          </a:ln>
        </p:spPr>
      </p:sp>
      <p:sp>
        <p:nvSpPr>
          <p:cNvPr id="19" name="line-58">
            <a:extLst>
              <a:ext uri="{FF2B5EF4-FFF2-40B4-BE49-F238E27FC236}">
                <a16:creationId xmlns:a16="http://schemas.microsoft.com/office/drawing/2014/main" id="{9BFFEA27-185B-4080-A83E-E8ECCAE65466}"/>
              </a:ext>
            </a:extLst>
          </p:cNvPr>
          <p:cNvSpPr>
            <a:spLocks noGrp="1"/>
          </p:cNvSpPr>
          <p:nvPr/>
        </p:nvSpPr>
        <p:spPr>
          <a:xfrm>
            <a:off x="4476750" y="3476625"/>
            <a:ext cx="113871" cy="9895"/>
          </a:xfrm>
          <a:custGeom>
            <a:avLst/>
            <a:gdLst/>
            <a:ahLst/>
            <a:cxnLst/>
            <a:rect l="0" t="0" r="0" b="0"/>
            <a:pathLst>
              <a:path w="113871" h="9895">
                <a:moveTo>
                  <a:pt x="0" y="0"/>
                </a:moveTo>
                <a:lnTo>
                  <a:pt x="113871" y="9895"/>
                </a:lnTo>
              </a:path>
            </a:pathLst>
          </a:custGeom>
          <a:noFill/>
          <a:ln w="38100">
            <a:solidFill>
              <a:srgbClr val="88FF88"/>
            </a:solidFill>
          </a:ln>
        </p:spPr>
      </p:sp>
      <p:sp>
        <p:nvSpPr>
          <p:cNvPr id="20" name="line-59">
            <a:extLst>
              <a:ext uri="{FF2B5EF4-FFF2-40B4-BE49-F238E27FC236}">
                <a16:creationId xmlns:a16="http://schemas.microsoft.com/office/drawing/2014/main" id="{EB2D7AE7-1EAD-4A8B-AAEB-3FC9D1232248}"/>
              </a:ext>
            </a:extLst>
          </p:cNvPr>
          <p:cNvSpPr>
            <a:spLocks noGrp="1"/>
          </p:cNvSpPr>
          <p:nvPr/>
        </p:nvSpPr>
        <p:spPr>
          <a:xfrm>
            <a:off x="4476750" y="3476625"/>
            <a:ext cx="42833" cy="105971"/>
          </a:xfrm>
          <a:custGeom>
            <a:avLst/>
            <a:gdLst/>
            <a:ahLst/>
            <a:cxnLst/>
            <a:rect l="0" t="0" r="0" b="0"/>
            <a:pathLst>
              <a:path w="42833" h="105971">
                <a:moveTo>
                  <a:pt x="0" y="0"/>
                </a:moveTo>
                <a:lnTo>
                  <a:pt x="42833" y="105971"/>
                </a:lnTo>
              </a:path>
            </a:pathLst>
          </a:custGeom>
          <a:noFill/>
          <a:ln w="38100">
            <a:solidFill>
              <a:srgbClr val="88FF88"/>
            </a:solidFill>
          </a:ln>
        </p:spPr>
      </p:sp>
      <p:sp>
        <p:nvSpPr>
          <p:cNvPr id="21" name="shape-60">
            <a:extLst>
              <a:ext uri="{FF2B5EF4-FFF2-40B4-BE49-F238E27FC236}">
                <a16:creationId xmlns:a16="http://schemas.microsoft.com/office/drawing/2014/main" id="{9BDA1390-CF9D-491E-A8F7-5E83D769898D}"/>
              </a:ext>
            </a:extLst>
          </p:cNvPr>
          <p:cNvSpPr>
            <a:spLocks noGrp="1"/>
          </p:cNvSpPr>
          <p:nvPr/>
        </p:nvSpPr>
        <p:spPr>
          <a:xfrm>
            <a:off x="809625" y="2857500"/>
            <a:ext cx="3524250" cy="1095375"/>
          </a:xfrm>
          <a:prstGeom prst="rect">
            <a:avLst/>
          </a:prstGeom>
          <a:solidFill>
            <a:srgbClr val="25282B"/>
          </a:solidFill>
          <a:ln w="19050">
            <a:solidFill>
              <a:srgbClr val="F7F7F7"/>
            </a:solidFill>
          </a:ln>
        </p:spPr>
      </p:sp>
      <p:sp>
        <p:nvSpPr>
          <p:cNvPr id="22" name="text-61">
            <a:extLst>
              <a:ext uri="{FF2B5EF4-FFF2-40B4-BE49-F238E27FC236}">
                <a16:creationId xmlns:a16="http://schemas.microsoft.com/office/drawing/2014/main" id="{37274952-01F7-4578-8109-F1266C6DF2A2}"/>
              </a:ext>
            </a:extLst>
          </p:cNvPr>
          <p:cNvSpPr>
            <a:spLocks noGrp="1"/>
          </p:cNvSpPr>
          <p:nvPr/>
        </p:nvSpPr>
        <p:spPr>
          <a:xfrm>
            <a:off x="942975" y="3193733"/>
            <a:ext cx="3257550" cy="942975"/>
          </a:xfrm>
          <a:prstGeom prst="rect">
            <a:avLst/>
          </a:prstGeom>
          <a:noFill/>
          <a:ln w="0">
            <a:noFill/>
          </a:ln>
        </p:spPr>
        <p:txBody>
          <a:bodyPr wrap="square" lIns="0" tIns="0" rIns="0" bIns="0" anchor="t">
            <a:noAutofit/>
          </a:bodyPr>
          <a:lstStyle>
            <a:defPPr algn="ctr">
              <a:defRPr sz="2775" b="0">
                <a:solidFill>
                  <a:srgbClr val="F7F7F7"/>
                </a:solidFill>
                <a:latin typeface="Arial"/>
                <a:ea typeface="Arial"/>
                <a:cs typeface="Arial"/>
              </a:defRPr>
            </a:defPPr>
            <a:lvl1pPr algn="ctr">
              <a:defRPr sz="2775" b="0">
                <a:solidFill>
                  <a:srgbClr val="F7F7F7"/>
                </a:solidFill>
                <a:latin typeface="Arial"/>
                <a:ea typeface="Arial"/>
                <a:cs typeface="Arial"/>
              </a:defRPr>
            </a:lvl1pPr>
            <a:lvl2pPr algn="ctr">
              <a:defRPr sz="2775" b="0">
                <a:solidFill>
                  <a:srgbClr val="F7F7F7"/>
                </a:solidFill>
                <a:latin typeface="Arial"/>
                <a:ea typeface="Arial"/>
                <a:cs typeface="Arial"/>
              </a:defRPr>
            </a:lvl2pPr>
            <a:lvl3pPr algn="ctr">
              <a:defRPr sz="2775" b="0">
                <a:solidFill>
                  <a:srgbClr val="F7F7F7"/>
                </a:solidFill>
                <a:latin typeface="Arial"/>
                <a:ea typeface="Arial"/>
                <a:cs typeface="Arial"/>
              </a:defRPr>
            </a:lvl3pPr>
            <a:lvl4pPr algn="ctr">
              <a:defRPr sz="2775" b="0">
                <a:solidFill>
                  <a:srgbClr val="F7F7F7"/>
                </a:solidFill>
                <a:latin typeface="Arial"/>
                <a:ea typeface="Arial"/>
                <a:cs typeface="Arial"/>
              </a:defRPr>
            </a:lvl4pPr>
            <a:lvl5pPr algn="ctr">
              <a:defRPr sz="2775" b="0">
                <a:solidFill>
                  <a:srgbClr val="F7F7F7"/>
                </a:solidFill>
                <a:latin typeface="Arial"/>
                <a:ea typeface="Arial"/>
                <a:cs typeface="Arial"/>
              </a:defRPr>
            </a:lvl5pPr>
            <a:lvl6pPr algn="ctr">
              <a:defRPr sz="2775" b="0">
                <a:solidFill>
                  <a:srgbClr val="F7F7F7"/>
                </a:solidFill>
                <a:latin typeface="Arial"/>
                <a:ea typeface="Arial"/>
                <a:cs typeface="Arial"/>
              </a:defRPr>
            </a:lvl6pPr>
            <a:lvl7pPr algn="ctr">
              <a:defRPr sz="2775" b="0">
                <a:solidFill>
                  <a:srgbClr val="F7F7F7"/>
                </a:solidFill>
                <a:latin typeface="Arial"/>
                <a:ea typeface="Arial"/>
                <a:cs typeface="Arial"/>
              </a:defRPr>
            </a:lvl7pPr>
            <a:lvl8pPr algn="ctr">
              <a:defRPr sz="2775" b="0">
                <a:solidFill>
                  <a:srgbClr val="F7F7F7"/>
                </a:solidFill>
                <a:latin typeface="Arial"/>
                <a:ea typeface="Arial"/>
                <a:cs typeface="Arial"/>
              </a:defRPr>
            </a:lvl8pPr>
            <a:lvl9pPr algn="ctr">
              <a:defRPr sz="2775" b="0">
                <a:solidFill>
                  <a:srgbClr val="F7F7F7"/>
                </a:solidFill>
                <a:latin typeface="Arial"/>
                <a:ea typeface="Arial"/>
                <a:cs typeface="Arial"/>
              </a:defRPr>
            </a:lvl9pPr>
          </a:lstStyle>
          <a:p>
            <a:pPr algn="ctr" rtl="1">
              <a:lnSpc>
                <a:spcPct val="108000"/>
              </a:lnSpc>
              <a:buNone/>
              <a:defRPr sz="2775" b="0">
                <a:solidFill>
                  <a:srgbClr val="F7F7F7"/>
                </a:solidFill>
                <a:latin typeface="Arial"/>
                <a:ea typeface="Arial"/>
                <a:cs typeface="Arial"/>
              </a:defRPr>
            </a:pPr>
            <a:r>
              <a:rPr lang="he-IL" sz="2775" b="0">
                <a:solidFill>
                  <a:srgbClr val="F7F7F7"/>
                </a:solidFill>
                <a:latin typeface="Arial"/>
                <a:ea typeface="Arial"/>
                <a:cs typeface="Arial"/>
              </a:rPr>
              <a:t>המשחק המשותף</a:t>
            </a:r>
          </a:p>
        </p:txBody>
      </p:sp>
      <p:sp>
        <p:nvSpPr>
          <p:cNvPr id="23" name="text-62">
            <a:extLst>
              <a:ext uri="{FF2B5EF4-FFF2-40B4-BE49-F238E27FC236}">
                <a16:creationId xmlns:a16="http://schemas.microsoft.com/office/drawing/2014/main" id="{78D2138E-8411-482E-B09E-C83C0D57FC10}"/>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השינויים של כולם מתמזגים לגרסה אחת.</a:t>
            </a:r>
          </a:p>
        </p:txBody>
      </p:sp>
    </p:spTree>
    <p:extLst>
      <p:ext uri="{BB962C8B-B14F-4D97-AF65-F5344CB8AC3E}">
        <p14:creationId xmlns:p14="http://schemas.microsoft.com/office/powerpoint/2010/main" val="1640861585"/>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2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2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2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2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2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2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20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2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2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2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3" name="text-63">
            <a:extLst>
              <a:ext uri="{FF2B5EF4-FFF2-40B4-BE49-F238E27FC236}">
                <a16:creationId xmlns:a16="http://schemas.microsoft.com/office/drawing/2014/main" id="{6DFB8D88-4BAE-4EEC-B300-11F0F09730E6}"/>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ניסויים בענף נפרד</a:t>
            </a:r>
          </a:p>
        </p:txBody>
      </p:sp>
      <p:sp>
        <p:nvSpPr>
          <p:cNvPr id="2" name="text-64">
            <a:extLst>
              <a:ext uri="{FF2B5EF4-FFF2-40B4-BE49-F238E27FC236}">
                <a16:creationId xmlns:a16="http://schemas.microsoft.com/office/drawing/2014/main" id="{1A0555BE-5445-42E3-BA6F-6306B8E9C08A}"/>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04</a:t>
            </a:r>
          </a:p>
        </p:txBody>
      </p:sp>
      <p:sp>
        <p:nvSpPr>
          <p:cNvPr id="3" name="text-65">
            <a:extLst>
              <a:ext uri="{FF2B5EF4-FFF2-40B4-BE49-F238E27FC236}">
                <a16:creationId xmlns:a16="http://schemas.microsoft.com/office/drawing/2014/main" id="{D84D1C2E-33A5-47C5-80D3-F9A2CE79D7A8}"/>
              </a:ext>
            </a:extLst>
          </p:cNvPr>
          <p:cNvSpPr>
            <a:spLocks noGrp="1"/>
          </p:cNvSpPr>
          <p:nvPr/>
        </p:nvSpPr>
        <p:spPr>
          <a:xfrm>
            <a:off x="619125" y="1571625"/>
            <a:ext cx="1714500" cy="476250"/>
          </a:xfrm>
          <a:prstGeom prst="rect">
            <a:avLst/>
          </a:prstGeom>
          <a:noFill/>
          <a:ln w="0">
            <a:noFill/>
          </a:ln>
        </p:spPr>
        <p:txBody>
          <a:bodyPr wrap="none" lIns="0" tIns="0" rIns="0" bIns="0" anchor="t">
            <a:noAutofit/>
          </a:bodyPr>
          <a:lstStyle>
            <a:defPPr algn="l">
              <a:defRPr sz="2700" b="0">
                <a:solidFill>
                  <a:srgbClr val="42AFFA"/>
                </a:solidFill>
                <a:latin typeface="Consolas"/>
                <a:ea typeface="Consolas"/>
                <a:cs typeface="Consolas"/>
              </a:defRPr>
            </a:defPPr>
            <a:lvl1pPr algn="l">
              <a:defRPr sz="2700" b="0">
                <a:solidFill>
                  <a:srgbClr val="42AFFA"/>
                </a:solidFill>
                <a:latin typeface="Consolas"/>
                <a:ea typeface="Consolas"/>
                <a:cs typeface="Consolas"/>
              </a:defRPr>
            </a:lvl1pPr>
            <a:lvl2pPr algn="l">
              <a:defRPr sz="2700" b="0">
                <a:solidFill>
                  <a:srgbClr val="42AFFA"/>
                </a:solidFill>
                <a:latin typeface="Consolas"/>
                <a:ea typeface="Consolas"/>
                <a:cs typeface="Consolas"/>
              </a:defRPr>
            </a:lvl2pPr>
            <a:lvl3pPr algn="l">
              <a:defRPr sz="2700" b="0">
                <a:solidFill>
                  <a:srgbClr val="42AFFA"/>
                </a:solidFill>
                <a:latin typeface="Consolas"/>
                <a:ea typeface="Consolas"/>
                <a:cs typeface="Consolas"/>
              </a:defRPr>
            </a:lvl3pPr>
            <a:lvl4pPr algn="l">
              <a:defRPr sz="2700" b="0">
                <a:solidFill>
                  <a:srgbClr val="42AFFA"/>
                </a:solidFill>
                <a:latin typeface="Consolas"/>
                <a:ea typeface="Consolas"/>
                <a:cs typeface="Consolas"/>
              </a:defRPr>
            </a:lvl4pPr>
            <a:lvl5pPr algn="l">
              <a:defRPr sz="2700" b="0">
                <a:solidFill>
                  <a:srgbClr val="42AFFA"/>
                </a:solidFill>
                <a:latin typeface="Consolas"/>
                <a:ea typeface="Consolas"/>
                <a:cs typeface="Consolas"/>
              </a:defRPr>
            </a:lvl5pPr>
            <a:lvl6pPr algn="l">
              <a:defRPr sz="2700" b="0">
                <a:solidFill>
                  <a:srgbClr val="42AFFA"/>
                </a:solidFill>
                <a:latin typeface="Consolas"/>
                <a:ea typeface="Consolas"/>
                <a:cs typeface="Consolas"/>
              </a:defRPr>
            </a:lvl6pPr>
            <a:lvl7pPr algn="l">
              <a:defRPr sz="2700" b="0">
                <a:solidFill>
                  <a:srgbClr val="42AFFA"/>
                </a:solidFill>
                <a:latin typeface="Consolas"/>
                <a:ea typeface="Consolas"/>
                <a:cs typeface="Consolas"/>
              </a:defRPr>
            </a:lvl7pPr>
            <a:lvl8pPr algn="l">
              <a:defRPr sz="2700" b="0">
                <a:solidFill>
                  <a:srgbClr val="42AFFA"/>
                </a:solidFill>
                <a:latin typeface="Consolas"/>
                <a:ea typeface="Consolas"/>
                <a:cs typeface="Consolas"/>
              </a:defRPr>
            </a:lvl8pPr>
            <a:lvl9pPr algn="l">
              <a:defRPr sz="2700" b="0">
                <a:solidFill>
                  <a:srgbClr val="42AFFA"/>
                </a:solidFill>
                <a:latin typeface="Consolas"/>
                <a:ea typeface="Consolas"/>
                <a:cs typeface="Consolas"/>
              </a:defRPr>
            </a:lvl9pPr>
          </a:lstStyle>
          <a:p>
            <a:pPr algn="l" rtl="0">
              <a:lnSpc>
                <a:spcPct val="108000"/>
              </a:lnSpc>
              <a:buNone/>
              <a:defRPr sz="2700" b="0">
                <a:solidFill>
                  <a:srgbClr val="42AFFA"/>
                </a:solidFill>
                <a:latin typeface="Consolas"/>
                <a:ea typeface="Consolas"/>
                <a:cs typeface="Consolas"/>
              </a:defRPr>
            </a:pPr>
            <a:r>
              <a:rPr lang="en-US" sz="2700" b="0">
                <a:solidFill>
                  <a:srgbClr val="42AFFA"/>
                </a:solidFill>
                <a:latin typeface="Consolas"/>
                <a:ea typeface="Consolas"/>
                <a:cs typeface="Consolas"/>
              </a:rPr>
              <a:t>main</a:t>
            </a:r>
          </a:p>
        </p:txBody>
      </p:sp>
      <p:sp>
        <p:nvSpPr>
          <p:cNvPr id="4" name="line-66">
            <a:extLst>
              <a:ext uri="{FF2B5EF4-FFF2-40B4-BE49-F238E27FC236}">
                <a16:creationId xmlns:a16="http://schemas.microsoft.com/office/drawing/2014/main" id="{610AE4AD-B284-4C86-9A49-895A295C88B6}"/>
              </a:ext>
            </a:extLst>
          </p:cNvPr>
          <p:cNvSpPr>
            <a:spLocks noGrp="1"/>
          </p:cNvSpPr>
          <p:nvPr/>
        </p:nvSpPr>
        <p:spPr>
          <a:xfrm>
            <a:off x="857250" y="3048000"/>
            <a:ext cx="7381875" cy="9525"/>
          </a:xfrm>
          <a:custGeom>
            <a:avLst/>
            <a:gdLst/>
            <a:ahLst/>
            <a:cxnLst/>
            <a:rect l="0" t="0" r="0" b="0"/>
            <a:pathLst>
              <a:path w="7381875" h="9525">
                <a:moveTo>
                  <a:pt x="0" y="0"/>
                </a:moveTo>
                <a:lnTo>
                  <a:pt x="7381875" y="0"/>
                </a:lnTo>
              </a:path>
            </a:pathLst>
          </a:custGeom>
          <a:noFill/>
          <a:ln w="57150">
            <a:solidFill>
              <a:srgbClr val="42AFFA"/>
            </a:solidFill>
          </a:ln>
        </p:spPr>
      </p:sp>
      <p:sp>
        <p:nvSpPr>
          <p:cNvPr id="5" name="shape-67">
            <a:extLst>
              <a:ext uri="{FF2B5EF4-FFF2-40B4-BE49-F238E27FC236}">
                <a16:creationId xmlns:a16="http://schemas.microsoft.com/office/drawing/2014/main" id="{FB69A0D6-337F-4E79-A83D-203A2D8B2B16}"/>
              </a:ext>
            </a:extLst>
          </p:cNvPr>
          <p:cNvSpPr>
            <a:spLocks noGrp="1"/>
          </p:cNvSpPr>
          <p:nvPr/>
        </p:nvSpPr>
        <p:spPr>
          <a:xfrm>
            <a:off x="809625" y="2905125"/>
            <a:ext cx="285750" cy="285750"/>
          </a:xfrm>
          <a:prstGeom prst="ellipse">
            <a:avLst/>
          </a:prstGeom>
          <a:solidFill>
            <a:srgbClr val="42AFFA"/>
          </a:solidFill>
          <a:ln w="0">
            <a:noFill/>
          </a:ln>
        </p:spPr>
      </p:sp>
      <p:sp>
        <p:nvSpPr>
          <p:cNvPr id="6" name="shape-68">
            <a:extLst>
              <a:ext uri="{FF2B5EF4-FFF2-40B4-BE49-F238E27FC236}">
                <a16:creationId xmlns:a16="http://schemas.microsoft.com/office/drawing/2014/main" id="{ECA1B02F-83D5-4EC4-B2E8-6177F26ADE22}"/>
              </a:ext>
            </a:extLst>
          </p:cNvPr>
          <p:cNvSpPr>
            <a:spLocks noGrp="1"/>
          </p:cNvSpPr>
          <p:nvPr/>
        </p:nvSpPr>
        <p:spPr>
          <a:xfrm>
            <a:off x="2428875" y="2905125"/>
            <a:ext cx="285750" cy="285750"/>
          </a:xfrm>
          <a:prstGeom prst="ellipse">
            <a:avLst/>
          </a:prstGeom>
          <a:solidFill>
            <a:srgbClr val="42AFFA"/>
          </a:solidFill>
          <a:ln w="0">
            <a:noFill/>
          </a:ln>
        </p:spPr>
      </p:sp>
      <p:sp>
        <p:nvSpPr>
          <p:cNvPr id="7" name="shape-69">
            <a:extLst>
              <a:ext uri="{FF2B5EF4-FFF2-40B4-BE49-F238E27FC236}">
                <a16:creationId xmlns:a16="http://schemas.microsoft.com/office/drawing/2014/main" id="{48D29DD2-6CC2-4E3B-9FB8-D894CF6C7427}"/>
              </a:ext>
            </a:extLst>
          </p:cNvPr>
          <p:cNvSpPr>
            <a:spLocks noGrp="1"/>
          </p:cNvSpPr>
          <p:nvPr/>
        </p:nvSpPr>
        <p:spPr>
          <a:xfrm>
            <a:off x="4333875" y="2905125"/>
            <a:ext cx="285750" cy="285750"/>
          </a:xfrm>
          <a:prstGeom prst="ellipse">
            <a:avLst/>
          </a:prstGeom>
          <a:solidFill>
            <a:srgbClr val="42AFFA"/>
          </a:solidFill>
          <a:ln w="0">
            <a:noFill/>
          </a:ln>
        </p:spPr>
      </p:sp>
      <p:sp>
        <p:nvSpPr>
          <p:cNvPr id="8" name="shape-70">
            <a:extLst>
              <a:ext uri="{FF2B5EF4-FFF2-40B4-BE49-F238E27FC236}">
                <a16:creationId xmlns:a16="http://schemas.microsoft.com/office/drawing/2014/main" id="{D6950482-5C64-419E-B122-F6AFFDE909C8}"/>
              </a:ext>
            </a:extLst>
          </p:cNvPr>
          <p:cNvSpPr>
            <a:spLocks noGrp="1"/>
          </p:cNvSpPr>
          <p:nvPr/>
        </p:nvSpPr>
        <p:spPr>
          <a:xfrm>
            <a:off x="6143625" y="2905125"/>
            <a:ext cx="285750" cy="285750"/>
          </a:xfrm>
          <a:prstGeom prst="ellipse">
            <a:avLst/>
          </a:prstGeom>
          <a:solidFill>
            <a:srgbClr val="42AFFA"/>
          </a:solidFill>
          <a:ln w="0">
            <a:noFill/>
          </a:ln>
        </p:spPr>
      </p:sp>
      <p:sp>
        <p:nvSpPr>
          <p:cNvPr id="9" name="shape-71">
            <a:extLst>
              <a:ext uri="{FF2B5EF4-FFF2-40B4-BE49-F238E27FC236}">
                <a16:creationId xmlns:a16="http://schemas.microsoft.com/office/drawing/2014/main" id="{FED80F27-7DC2-47D6-A8AF-5442D65135FC}"/>
              </a:ext>
            </a:extLst>
          </p:cNvPr>
          <p:cNvSpPr>
            <a:spLocks noGrp="1"/>
          </p:cNvSpPr>
          <p:nvPr/>
        </p:nvSpPr>
        <p:spPr>
          <a:xfrm>
            <a:off x="7953375" y="2905125"/>
            <a:ext cx="285750" cy="285750"/>
          </a:xfrm>
          <a:prstGeom prst="ellipse">
            <a:avLst/>
          </a:prstGeom>
          <a:solidFill>
            <a:srgbClr val="42AFFA"/>
          </a:solidFill>
          <a:ln w="0">
            <a:noFill/>
          </a:ln>
        </p:spPr>
      </p:sp>
      <p:sp>
        <p:nvSpPr>
          <p:cNvPr id="10" name="line-72">
            <a:extLst>
              <a:ext uri="{FF2B5EF4-FFF2-40B4-BE49-F238E27FC236}">
                <a16:creationId xmlns:a16="http://schemas.microsoft.com/office/drawing/2014/main" id="{68F12C30-75A8-4E4A-9F18-CD4FE11252AF}"/>
              </a:ext>
            </a:extLst>
          </p:cNvPr>
          <p:cNvSpPr>
            <a:spLocks noGrp="1"/>
          </p:cNvSpPr>
          <p:nvPr/>
        </p:nvSpPr>
        <p:spPr>
          <a:xfrm>
            <a:off x="2571750" y="2095500"/>
            <a:ext cx="904875" cy="952500"/>
          </a:xfrm>
          <a:custGeom>
            <a:avLst/>
            <a:gdLst/>
            <a:ahLst/>
            <a:cxnLst/>
            <a:rect l="0" t="0" r="0" b="0"/>
            <a:pathLst>
              <a:path w="904875" h="952500">
                <a:moveTo>
                  <a:pt x="0" y="952500"/>
                </a:moveTo>
                <a:lnTo>
                  <a:pt x="904875" y="0"/>
                </a:lnTo>
              </a:path>
            </a:pathLst>
          </a:custGeom>
          <a:noFill/>
          <a:ln w="47625">
            <a:solidFill>
              <a:srgbClr val="8888FF"/>
            </a:solidFill>
          </a:ln>
        </p:spPr>
      </p:sp>
      <p:sp>
        <p:nvSpPr>
          <p:cNvPr id="11" name="line-73">
            <a:extLst>
              <a:ext uri="{FF2B5EF4-FFF2-40B4-BE49-F238E27FC236}">
                <a16:creationId xmlns:a16="http://schemas.microsoft.com/office/drawing/2014/main" id="{0585B16C-C0B6-4624-B282-20C6562C1B7E}"/>
              </a:ext>
            </a:extLst>
          </p:cNvPr>
          <p:cNvSpPr>
            <a:spLocks noGrp="1"/>
          </p:cNvSpPr>
          <p:nvPr/>
        </p:nvSpPr>
        <p:spPr>
          <a:xfrm>
            <a:off x="3476625" y="2095500"/>
            <a:ext cx="2809875" cy="9525"/>
          </a:xfrm>
          <a:custGeom>
            <a:avLst/>
            <a:gdLst/>
            <a:ahLst/>
            <a:cxnLst/>
            <a:rect l="0" t="0" r="0" b="0"/>
            <a:pathLst>
              <a:path w="2809875" h="9525">
                <a:moveTo>
                  <a:pt x="0" y="0"/>
                </a:moveTo>
                <a:lnTo>
                  <a:pt x="2809875" y="0"/>
                </a:lnTo>
              </a:path>
            </a:pathLst>
          </a:custGeom>
          <a:noFill/>
          <a:ln w="47625">
            <a:solidFill>
              <a:srgbClr val="8888FF"/>
            </a:solidFill>
          </a:ln>
        </p:spPr>
      </p:sp>
      <p:sp>
        <p:nvSpPr>
          <p:cNvPr id="12" name="shape-74">
            <a:extLst>
              <a:ext uri="{FF2B5EF4-FFF2-40B4-BE49-F238E27FC236}">
                <a16:creationId xmlns:a16="http://schemas.microsoft.com/office/drawing/2014/main" id="{4CE041FE-0F12-4088-A7A2-4D932D25567C}"/>
              </a:ext>
            </a:extLst>
          </p:cNvPr>
          <p:cNvSpPr>
            <a:spLocks noGrp="1"/>
          </p:cNvSpPr>
          <p:nvPr/>
        </p:nvSpPr>
        <p:spPr>
          <a:xfrm>
            <a:off x="3486150" y="1962150"/>
            <a:ext cx="266700" cy="266700"/>
          </a:xfrm>
          <a:prstGeom prst="ellipse">
            <a:avLst/>
          </a:prstGeom>
          <a:solidFill>
            <a:srgbClr val="8888FF"/>
          </a:solidFill>
          <a:ln w="0">
            <a:noFill/>
          </a:ln>
        </p:spPr>
      </p:sp>
      <p:sp>
        <p:nvSpPr>
          <p:cNvPr id="13" name="shape-75">
            <a:extLst>
              <a:ext uri="{FF2B5EF4-FFF2-40B4-BE49-F238E27FC236}">
                <a16:creationId xmlns:a16="http://schemas.microsoft.com/office/drawing/2014/main" id="{7F196922-1EBF-4ACC-B421-7D3D27871DD9}"/>
              </a:ext>
            </a:extLst>
          </p:cNvPr>
          <p:cNvSpPr>
            <a:spLocks noGrp="1"/>
          </p:cNvSpPr>
          <p:nvPr/>
        </p:nvSpPr>
        <p:spPr>
          <a:xfrm>
            <a:off x="4724400" y="1962150"/>
            <a:ext cx="266700" cy="266700"/>
          </a:xfrm>
          <a:prstGeom prst="ellipse">
            <a:avLst/>
          </a:prstGeom>
          <a:solidFill>
            <a:srgbClr val="8888FF"/>
          </a:solidFill>
          <a:ln w="0">
            <a:noFill/>
          </a:ln>
        </p:spPr>
      </p:sp>
      <p:sp>
        <p:nvSpPr>
          <p:cNvPr id="14" name="shape-76">
            <a:extLst>
              <a:ext uri="{FF2B5EF4-FFF2-40B4-BE49-F238E27FC236}">
                <a16:creationId xmlns:a16="http://schemas.microsoft.com/office/drawing/2014/main" id="{C5BEAD30-0142-4199-B3AF-6A81F452F8EC}"/>
              </a:ext>
            </a:extLst>
          </p:cNvPr>
          <p:cNvSpPr>
            <a:spLocks noGrp="1"/>
          </p:cNvSpPr>
          <p:nvPr/>
        </p:nvSpPr>
        <p:spPr>
          <a:xfrm>
            <a:off x="6057900" y="1962150"/>
            <a:ext cx="266700" cy="266700"/>
          </a:xfrm>
          <a:prstGeom prst="ellipse">
            <a:avLst/>
          </a:prstGeom>
          <a:solidFill>
            <a:srgbClr val="8888FF"/>
          </a:solidFill>
          <a:ln w="0">
            <a:noFill/>
          </a:ln>
        </p:spPr>
      </p:sp>
      <p:sp>
        <p:nvSpPr>
          <p:cNvPr id="15" name="text-77">
            <a:extLst>
              <a:ext uri="{FF2B5EF4-FFF2-40B4-BE49-F238E27FC236}">
                <a16:creationId xmlns:a16="http://schemas.microsoft.com/office/drawing/2014/main" id="{71248010-0172-4A6C-83D7-12377CE7380E}"/>
              </a:ext>
            </a:extLst>
          </p:cNvPr>
          <p:cNvSpPr>
            <a:spLocks noGrp="1"/>
          </p:cNvSpPr>
          <p:nvPr/>
        </p:nvSpPr>
        <p:spPr>
          <a:xfrm>
            <a:off x="4857750" y="1495425"/>
            <a:ext cx="2286000" cy="476250"/>
          </a:xfrm>
          <a:prstGeom prst="rect">
            <a:avLst/>
          </a:prstGeom>
          <a:noFill/>
          <a:ln w="0">
            <a:noFill/>
          </a:ln>
        </p:spPr>
        <p:txBody>
          <a:bodyPr wrap="none" lIns="0" tIns="0" rIns="0" bIns="0" anchor="t">
            <a:noAutofit/>
          </a:bodyPr>
          <a:lstStyle>
            <a:defPPr algn="l">
              <a:defRPr sz="2625" b="0">
                <a:solidFill>
                  <a:srgbClr val="8888FF"/>
                </a:solidFill>
                <a:latin typeface="Consolas"/>
                <a:ea typeface="Consolas"/>
                <a:cs typeface="Consolas"/>
              </a:defRPr>
            </a:defPPr>
            <a:lvl1pPr algn="l">
              <a:defRPr sz="2625" b="0">
                <a:solidFill>
                  <a:srgbClr val="8888FF"/>
                </a:solidFill>
                <a:latin typeface="Consolas"/>
                <a:ea typeface="Consolas"/>
                <a:cs typeface="Consolas"/>
              </a:defRPr>
            </a:lvl1pPr>
            <a:lvl2pPr algn="l">
              <a:defRPr sz="2625" b="0">
                <a:solidFill>
                  <a:srgbClr val="8888FF"/>
                </a:solidFill>
                <a:latin typeface="Consolas"/>
                <a:ea typeface="Consolas"/>
                <a:cs typeface="Consolas"/>
              </a:defRPr>
            </a:lvl2pPr>
            <a:lvl3pPr algn="l">
              <a:defRPr sz="2625" b="0">
                <a:solidFill>
                  <a:srgbClr val="8888FF"/>
                </a:solidFill>
                <a:latin typeface="Consolas"/>
                <a:ea typeface="Consolas"/>
                <a:cs typeface="Consolas"/>
              </a:defRPr>
            </a:lvl3pPr>
            <a:lvl4pPr algn="l">
              <a:defRPr sz="2625" b="0">
                <a:solidFill>
                  <a:srgbClr val="8888FF"/>
                </a:solidFill>
                <a:latin typeface="Consolas"/>
                <a:ea typeface="Consolas"/>
                <a:cs typeface="Consolas"/>
              </a:defRPr>
            </a:lvl4pPr>
            <a:lvl5pPr algn="l">
              <a:defRPr sz="2625" b="0">
                <a:solidFill>
                  <a:srgbClr val="8888FF"/>
                </a:solidFill>
                <a:latin typeface="Consolas"/>
                <a:ea typeface="Consolas"/>
                <a:cs typeface="Consolas"/>
              </a:defRPr>
            </a:lvl5pPr>
            <a:lvl6pPr algn="l">
              <a:defRPr sz="2625" b="0">
                <a:solidFill>
                  <a:srgbClr val="8888FF"/>
                </a:solidFill>
                <a:latin typeface="Consolas"/>
                <a:ea typeface="Consolas"/>
                <a:cs typeface="Consolas"/>
              </a:defRPr>
            </a:lvl6pPr>
            <a:lvl7pPr algn="l">
              <a:defRPr sz="2625" b="0">
                <a:solidFill>
                  <a:srgbClr val="8888FF"/>
                </a:solidFill>
                <a:latin typeface="Consolas"/>
                <a:ea typeface="Consolas"/>
                <a:cs typeface="Consolas"/>
              </a:defRPr>
            </a:lvl7pPr>
            <a:lvl8pPr algn="l">
              <a:defRPr sz="2625" b="0">
                <a:solidFill>
                  <a:srgbClr val="8888FF"/>
                </a:solidFill>
                <a:latin typeface="Consolas"/>
                <a:ea typeface="Consolas"/>
                <a:cs typeface="Consolas"/>
              </a:defRPr>
            </a:lvl8pPr>
            <a:lvl9pPr algn="l">
              <a:defRPr sz="2625" b="0">
                <a:solidFill>
                  <a:srgbClr val="8888FF"/>
                </a:solidFill>
                <a:latin typeface="Consolas"/>
                <a:ea typeface="Consolas"/>
                <a:cs typeface="Consolas"/>
              </a:defRPr>
            </a:lvl9pPr>
          </a:lstStyle>
          <a:p>
            <a:pPr algn="l" rtl="0">
              <a:lnSpc>
                <a:spcPct val="108000"/>
              </a:lnSpc>
              <a:buNone/>
              <a:defRPr sz="2625" b="0">
                <a:solidFill>
                  <a:srgbClr val="8888FF"/>
                </a:solidFill>
                <a:latin typeface="Consolas"/>
                <a:ea typeface="Consolas"/>
                <a:cs typeface="Consolas"/>
              </a:defRPr>
            </a:pPr>
            <a:r>
              <a:rPr lang="en-US" sz="2625" b="0">
                <a:solidFill>
                  <a:srgbClr val="8888FF"/>
                </a:solidFill>
                <a:latin typeface="Consolas"/>
                <a:ea typeface="Consolas"/>
                <a:cs typeface="Consolas"/>
              </a:rPr>
              <a:t>branch</a:t>
            </a:r>
          </a:p>
        </p:txBody>
      </p:sp>
      <p:sp>
        <p:nvSpPr>
          <p:cNvPr id="16" name="text-78">
            <a:extLst>
              <a:ext uri="{FF2B5EF4-FFF2-40B4-BE49-F238E27FC236}">
                <a16:creationId xmlns:a16="http://schemas.microsoft.com/office/drawing/2014/main" id="{11B36C6F-DDA7-45D7-A7AD-9AEBBC22B268}"/>
              </a:ext>
            </a:extLst>
          </p:cNvPr>
          <p:cNvSpPr>
            <a:spLocks noGrp="1"/>
          </p:cNvSpPr>
          <p:nvPr/>
        </p:nvSpPr>
        <p:spPr>
          <a:xfrm>
            <a:off x="6477000" y="1762125"/>
            <a:ext cx="2000250" cy="619125"/>
          </a:xfrm>
          <a:prstGeom prst="rect">
            <a:avLst/>
          </a:prstGeom>
          <a:noFill/>
          <a:ln w="0">
            <a:noFill/>
          </a:ln>
        </p:spPr>
        <p:txBody>
          <a:bodyPr wrap="square" lIns="0" tIns="0" rIns="0" bIns="0" anchor="t">
            <a:noAutofit/>
          </a:bodyPr>
          <a:lstStyle>
            <a:defPPr algn="r">
              <a:defRPr sz="2475" b="0">
                <a:solidFill>
                  <a:srgbClr val="8888FF"/>
                </a:solidFill>
                <a:latin typeface="Arial"/>
                <a:ea typeface="Arial"/>
                <a:cs typeface="Arial"/>
              </a:defRPr>
            </a:defPPr>
            <a:lvl1pPr algn="r">
              <a:defRPr sz="2475" b="0">
                <a:solidFill>
                  <a:srgbClr val="8888FF"/>
                </a:solidFill>
                <a:latin typeface="Arial"/>
                <a:ea typeface="Arial"/>
                <a:cs typeface="Arial"/>
              </a:defRPr>
            </a:lvl1pPr>
            <a:lvl2pPr algn="r">
              <a:defRPr sz="2475" b="0">
                <a:solidFill>
                  <a:srgbClr val="8888FF"/>
                </a:solidFill>
                <a:latin typeface="Arial"/>
                <a:ea typeface="Arial"/>
                <a:cs typeface="Arial"/>
              </a:defRPr>
            </a:lvl2pPr>
            <a:lvl3pPr algn="r">
              <a:defRPr sz="2475" b="0">
                <a:solidFill>
                  <a:srgbClr val="8888FF"/>
                </a:solidFill>
                <a:latin typeface="Arial"/>
                <a:ea typeface="Arial"/>
                <a:cs typeface="Arial"/>
              </a:defRPr>
            </a:lvl3pPr>
            <a:lvl4pPr algn="r">
              <a:defRPr sz="2475" b="0">
                <a:solidFill>
                  <a:srgbClr val="8888FF"/>
                </a:solidFill>
                <a:latin typeface="Arial"/>
                <a:ea typeface="Arial"/>
                <a:cs typeface="Arial"/>
              </a:defRPr>
            </a:lvl4pPr>
            <a:lvl5pPr algn="r">
              <a:defRPr sz="2475" b="0">
                <a:solidFill>
                  <a:srgbClr val="8888FF"/>
                </a:solidFill>
                <a:latin typeface="Arial"/>
                <a:ea typeface="Arial"/>
                <a:cs typeface="Arial"/>
              </a:defRPr>
            </a:lvl5pPr>
            <a:lvl6pPr algn="r">
              <a:defRPr sz="2475" b="0">
                <a:solidFill>
                  <a:srgbClr val="8888FF"/>
                </a:solidFill>
                <a:latin typeface="Arial"/>
                <a:ea typeface="Arial"/>
                <a:cs typeface="Arial"/>
              </a:defRPr>
            </a:lvl6pPr>
            <a:lvl7pPr algn="r">
              <a:defRPr sz="2475" b="0">
                <a:solidFill>
                  <a:srgbClr val="8888FF"/>
                </a:solidFill>
                <a:latin typeface="Arial"/>
                <a:ea typeface="Arial"/>
                <a:cs typeface="Arial"/>
              </a:defRPr>
            </a:lvl7pPr>
            <a:lvl8pPr algn="r">
              <a:defRPr sz="2475" b="0">
                <a:solidFill>
                  <a:srgbClr val="8888FF"/>
                </a:solidFill>
                <a:latin typeface="Arial"/>
                <a:ea typeface="Arial"/>
                <a:cs typeface="Arial"/>
              </a:defRPr>
            </a:lvl8pPr>
            <a:lvl9pPr algn="r">
              <a:defRPr sz="2475" b="0">
                <a:solidFill>
                  <a:srgbClr val="8888FF"/>
                </a:solidFill>
                <a:latin typeface="Arial"/>
                <a:ea typeface="Arial"/>
                <a:cs typeface="Arial"/>
              </a:defRPr>
            </a:lvl9pPr>
          </a:lstStyle>
          <a:p>
            <a:pPr algn="r" rtl="1">
              <a:lnSpc>
                <a:spcPct val="108000"/>
              </a:lnSpc>
              <a:buNone/>
              <a:defRPr sz="2475" b="0">
                <a:solidFill>
                  <a:srgbClr val="8888FF"/>
                </a:solidFill>
                <a:latin typeface="Arial"/>
                <a:ea typeface="Arial"/>
                <a:cs typeface="Arial"/>
              </a:defRPr>
            </a:pPr>
            <a:r>
              <a:rPr lang="he-IL" sz="2475" b="0">
                <a:solidFill>
                  <a:srgbClr val="8888FF"/>
                </a:solidFill>
                <a:latin typeface="Arial"/>
                <a:ea typeface="Arial"/>
                <a:cs typeface="Arial"/>
              </a:rPr>
              <a:t>כיוון חדש</a:t>
            </a:r>
          </a:p>
        </p:txBody>
      </p:sp>
      <p:sp>
        <p:nvSpPr>
          <p:cNvPr id="17" name="text-79">
            <a:extLst>
              <a:ext uri="{FF2B5EF4-FFF2-40B4-BE49-F238E27FC236}">
                <a16:creationId xmlns:a16="http://schemas.microsoft.com/office/drawing/2014/main" id="{4FD59209-5393-4803-AAF6-D259463F8CE4}"/>
              </a:ext>
            </a:extLst>
          </p:cNvPr>
          <p:cNvSpPr>
            <a:spLocks noGrp="1"/>
          </p:cNvSpPr>
          <p:nvPr/>
        </p:nvSpPr>
        <p:spPr>
          <a:xfrm>
            <a:off x="4857750" y="3857625"/>
            <a:ext cx="3619500" cy="476250"/>
          </a:xfrm>
          <a:prstGeom prst="rect">
            <a:avLst/>
          </a:prstGeom>
          <a:noFill/>
          <a:ln w="0">
            <a:noFill/>
          </a:ln>
        </p:spPr>
        <p:txBody>
          <a:bodyPr wrap="square" lIns="0" tIns="0" rIns="0" bIns="0" anchor="t">
            <a:noAutofit/>
          </a:bodyPr>
          <a:lstStyle>
            <a:defPPr algn="r">
              <a:defRPr sz="2475" b="0">
                <a:solidFill>
                  <a:srgbClr val="FF7777"/>
                </a:solidFill>
                <a:latin typeface="Arial"/>
                <a:ea typeface="Arial"/>
                <a:cs typeface="Arial"/>
              </a:defRPr>
            </a:defPPr>
            <a:lvl1pPr algn="r">
              <a:defRPr sz="2475" b="0">
                <a:solidFill>
                  <a:srgbClr val="FF7777"/>
                </a:solidFill>
                <a:latin typeface="Arial"/>
                <a:ea typeface="Arial"/>
                <a:cs typeface="Arial"/>
              </a:defRPr>
            </a:lvl1pPr>
            <a:lvl2pPr algn="r">
              <a:defRPr sz="2475" b="0">
                <a:solidFill>
                  <a:srgbClr val="FF7777"/>
                </a:solidFill>
                <a:latin typeface="Arial"/>
                <a:ea typeface="Arial"/>
                <a:cs typeface="Arial"/>
              </a:defRPr>
            </a:lvl2pPr>
            <a:lvl3pPr algn="r">
              <a:defRPr sz="2475" b="0">
                <a:solidFill>
                  <a:srgbClr val="FF7777"/>
                </a:solidFill>
                <a:latin typeface="Arial"/>
                <a:ea typeface="Arial"/>
                <a:cs typeface="Arial"/>
              </a:defRPr>
            </a:lvl3pPr>
            <a:lvl4pPr algn="r">
              <a:defRPr sz="2475" b="0">
                <a:solidFill>
                  <a:srgbClr val="FF7777"/>
                </a:solidFill>
                <a:latin typeface="Arial"/>
                <a:ea typeface="Arial"/>
                <a:cs typeface="Arial"/>
              </a:defRPr>
            </a:lvl4pPr>
            <a:lvl5pPr algn="r">
              <a:defRPr sz="2475" b="0">
                <a:solidFill>
                  <a:srgbClr val="FF7777"/>
                </a:solidFill>
                <a:latin typeface="Arial"/>
                <a:ea typeface="Arial"/>
                <a:cs typeface="Arial"/>
              </a:defRPr>
            </a:lvl5pPr>
            <a:lvl6pPr algn="r">
              <a:defRPr sz="2475" b="0">
                <a:solidFill>
                  <a:srgbClr val="FF7777"/>
                </a:solidFill>
                <a:latin typeface="Arial"/>
                <a:ea typeface="Arial"/>
                <a:cs typeface="Arial"/>
              </a:defRPr>
            </a:lvl6pPr>
            <a:lvl7pPr algn="r">
              <a:defRPr sz="2475" b="0">
                <a:solidFill>
                  <a:srgbClr val="FF7777"/>
                </a:solidFill>
                <a:latin typeface="Arial"/>
                <a:ea typeface="Arial"/>
                <a:cs typeface="Arial"/>
              </a:defRPr>
            </a:lvl7pPr>
            <a:lvl8pPr algn="r">
              <a:defRPr sz="2475" b="0">
                <a:solidFill>
                  <a:srgbClr val="FF7777"/>
                </a:solidFill>
                <a:latin typeface="Arial"/>
                <a:ea typeface="Arial"/>
                <a:cs typeface="Arial"/>
              </a:defRPr>
            </a:lvl8pPr>
            <a:lvl9pPr algn="r">
              <a:defRPr sz="2475" b="0">
                <a:solidFill>
                  <a:srgbClr val="FF7777"/>
                </a:solidFill>
                <a:latin typeface="Arial"/>
                <a:ea typeface="Arial"/>
                <a:cs typeface="Arial"/>
              </a:defRPr>
            </a:lvl9pPr>
          </a:lstStyle>
          <a:p>
            <a:pPr algn="r" rtl="1">
              <a:lnSpc>
                <a:spcPct val="108000"/>
              </a:lnSpc>
              <a:buNone/>
              <a:defRPr sz="2475" b="0">
                <a:solidFill>
                  <a:srgbClr val="FF7777"/>
                </a:solidFill>
                <a:latin typeface="Arial"/>
                <a:ea typeface="Arial"/>
                <a:cs typeface="Arial"/>
              </a:defRPr>
            </a:pPr>
            <a:r>
              <a:rPr lang="he-IL" sz="2475" b="0">
                <a:solidFill>
                  <a:srgbClr val="FF7777"/>
                </a:solidFill>
                <a:latin typeface="Arial"/>
                <a:ea typeface="Arial"/>
                <a:cs typeface="Arial"/>
              </a:rPr>
              <a:t>הניסוי לא הצליח?</a:t>
            </a:r>
          </a:p>
        </p:txBody>
      </p:sp>
      <p:sp>
        <p:nvSpPr>
          <p:cNvPr id="18" name="line-80">
            <a:extLst>
              <a:ext uri="{FF2B5EF4-FFF2-40B4-BE49-F238E27FC236}">
                <a16:creationId xmlns:a16="http://schemas.microsoft.com/office/drawing/2014/main" id="{DB465048-1A3D-4DD3-AA7F-63B2E0117D2E}"/>
              </a:ext>
            </a:extLst>
          </p:cNvPr>
          <p:cNvSpPr>
            <a:spLocks noGrp="1"/>
          </p:cNvSpPr>
          <p:nvPr/>
        </p:nvSpPr>
        <p:spPr>
          <a:xfrm>
            <a:off x="6191250" y="3286125"/>
            <a:ext cx="9525" cy="476250"/>
          </a:xfrm>
          <a:custGeom>
            <a:avLst/>
            <a:gdLst/>
            <a:ahLst/>
            <a:cxnLst/>
            <a:rect l="0" t="0" r="0" b="0"/>
            <a:pathLst>
              <a:path w="9525" h="476250">
                <a:moveTo>
                  <a:pt x="0" y="476250"/>
                </a:moveTo>
                <a:lnTo>
                  <a:pt x="0" y="0"/>
                </a:lnTo>
              </a:path>
            </a:pathLst>
          </a:custGeom>
          <a:noFill/>
          <a:ln w="38100">
            <a:solidFill>
              <a:srgbClr val="88FF88"/>
            </a:solidFill>
          </a:ln>
        </p:spPr>
      </p:sp>
      <p:sp>
        <p:nvSpPr>
          <p:cNvPr id="19" name="line-81">
            <a:extLst>
              <a:ext uri="{FF2B5EF4-FFF2-40B4-BE49-F238E27FC236}">
                <a16:creationId xmlns:a16="http://schemas.microsoft.com/office/drawing/2014/main" id="{1A993AA2-2F5F-43C3-A54D-66C267153AD4}"/>
              </a:ext>
            </a:extLst>
          </p:cNvPr>
          <p:cNvSpPr>
            <a:spLocks noGrp="1"/>
          </p:cNvSpPr>
          <p:nvPr/>
        </p:nvSpPr>
        <p:spPr>
          <a:xfrm>
            <a:off x="6191250" y="3286125"/>
            <a:ext cx="59743" cy="97444"/>
          </a:xfrm>
          <a:custGeom>
            <a:avLst/>
            <a:gdLst/>
            <a:ahLst/>
            <a:cxnLst/>
            <a:rect l="0" t="0" r="0" b="0"/>
            <a:pathLst>
              <a:path w="59743" h="97444">
                <a:moveTo>
                  <a:pt x="0" y="0"/>
                </a:moveTo>
                <a:lnTo>
                  <a:pt x="59743" y="97444"/>
                </a:lnTo>
              </a:path>
            </a:pathLst>
          </a:custGeom>
          <a:noFill/>
          <a:ln w="38100">
            <a:solidFill>
              <a:srgbClr val="88FF88"/>
            </a:solidFill>
          </a:ln>
        </p:spPr>
      </p:sp>
      <p:sp>
        <p:nvSpPr>
          <p:cNvPr id="20" name="line-82">
            <a:extLst>
              <a:ext uri="{FF2B5EF4-FFF2-40B4-BE49-F238E27FC236}">
                <a16:creationId xmlns:a16="http://schemas.microsoft.com/office/drawing/2014/main" id="{FD420B3D-7EC0-4FBF-970B-0377676129F5}"/>
              </a:ext>
            </a:extLst>
          </p:cNvPr>
          <p:cNvSpPr>
            <a:spLocks noGrp="1"/>
          </p:cNvSpPr>
          <p:nvPr/>
        </p:nvSpPr>
        <p:spPr>
          <a:xfrm>
            <a:off x="6131507" y="3286125"/>
            <a:ext cx="59743" cy="97444"/>
          </a:xfrm>
          <a:custGeom>
            <a:avLst/>
            <a:gdLst/>
            <a:ahLst/>
            <a:cxnLst/>
            <a:rect l="0" t="0" r="0" b="0"/>
            <a:pathLst>
              <a:path w="59743" h="97444">
                <a:moveTo>
                  <a:pt x="59743" y="0"/>
                </a:moveTo>
                <a:lnTo>
                  <a:pt x="0" y="97444"/>
                </a:lnTo>
              </a:path>
            </a:pathLst>
          </a:custGeom>
          <a:noFill/>
          <a:ln w="38100">
            <a:solidFill>
              <a:srgbClr val="88FF88"/>
            </a:solidFill>
          </a:ln>
        </p:spPr>
      </p:sp>
      <p:sp>
        <p:nvSpPr>
          <p:cNvPr id="21" name="text-83">
            <a:extLst>
              <a:ext uri="{FF2B5EF4-FFF2-40B4-BE49-F238E27FC236}">
                <a16:creationId xmlns:a16="http://schemas.microsoft.com/office/drawing/2014/main" id="{D41B2E56-8B81-4A4D-A984-6DCAA2B705F6}"/>
              </a:ext>
            </a:extLst>
          </p:cNvPr>
          <p:cNvSpPr>
            <a:spLocks noGrp="1"/>
          </p:cNvSpPr>
          <p:nvPr/>
        </p:nvSpPr>
        <p:spPr>
          <a:xfrm>
            <a:off x="1143000" y="4619625"/>
            <a:ext cx="6858000" cy="523875"/>
          </a:xfrm>
          <a:prstGeom prst="rect">
            <a:avLst/>
          </a:prstGeom>
          <a:noFill/>
          <a:ln w="0">
            <a:noFill/>
          </a:ln>
        </p:spPr>
        <p:txBody>
          <a:bodyPr wrap="square" lIns="0" tIns="0" rIns="0" bIns="0" anchor="t">
            <a:noAutofit/>
          </a:bodyPr>
          <a:lstStyle>
            <a:defPPr algn="ctr">
              <a:defRPr sz="2700" b="0">
                <a:solidFill>
                  <a:srgbClr val="88FF88"/>
                </a:solidFill>
                <a:latin typeface="Arial"/>
                <a:ea typeface="Arial"/>
                <a:cs typeface="Arial"/>
              </a:defRPr>
            </a:defPPr>
            <a:lvl1pPr algn="ctr">
              <a:defRPr sz="2700" b="0">
                <a:solidFill>
                  <a:srgbClr val="88FF88"/>
                </a:solidFill>
                <a:latin typeface="Arial"/>
                <a:ea typeface="Arial"/>
                <a:cs typeface="Arial"/>
              </a:defRPr>
            </a:lvl1pPr>
            <a:lvl2pPr algn="ctr">
              <a:defRPr sz="2700" b="0">
                <a:solidFill>
                  <a:srgbClr val="88FF88"/>
                </a:solidFill>
                <a:latin typeface="Arial"/>
                <a:ea typeface="Arial"/>
                <a:cs typeface="Arial"/>
              </a:defRPr>
            </a:lvl2pPr>
            <a:lvl3pPr algn="ctr">
              <a:defRPr sz="2700" b="0">
                <a:solidFill>
                  <a:srgbClr val="88FF88"/>
                </a:solidFill>
                <a:latin typeface="Arial"/>
                <a:ea typeface="Arial"/>
                <a:cs typeface="Arial"/>
              </a:defRPr>
            </a:lvl3pPr>
            <a:lvl4pPr algn="ctr">
              <a:defRPr sz="2700" b="0">
                <a:solidFill>
                  <a:srgbClr val="88FF88"/>
                </a:solidFill>
                <a:latin typeface="Arial"/>
                <a:ea typeface="Arial"/>
                <a:cs typeface="Arial"/>
              </a:defRPr>
            </a:lvl4pPr>
            <a:lvl5pPr algn="ctr">
              <a:defRPr sz="2700" b="0">
                <a:solidFill>
                  <a:srgbClr val="88FF88"/>
                </a:solidFill>
                <a:latin typeface="Arial"/>
                <a:ea typeface="Arial"/>
                <a:cs typeface="Arial"/>
              </a:defRPr>
            </a:lvl5pPr>
            <a:lvl6pPr algn="ctr">
              <a:defRPr sz="2700" b="0">
                <a:solidFill>
                  <a:srgbClr val="88FF88"/>
                </a:solidFill>
                <a:latin typeface="Arial"/>
                <a:ea typeface="Arial"/>
                <a:cs typeface="Arial"/>
              </a:defRPr>
            </a:lvl6pPr>
            <a:lvl7pPr algn="ctr">
              <a:defRPr sz="2700" b="0">
                <a:solidFill>
                  <a:srgbClr val="88FF88"/>
                </a:solidFill>
                <a:latin typeface="Arial"/>
                <a:ea typeface="Arial"/>
                <a:cs typeface="Arial"/>
              </a:defRPr>
            </a:lvl7pPr>
            <a:lvl8pPr algn="ctr">
              <a:defRPr sz="2700" b="0">
                <a:solidFill>
                  <a:srgbClr val="88FF88"/>
                </a:solidFill>
                <a:latin typeface="Arial"/>
                <a:ea typeface="Arial"/>
                <a:cs typeface="Arial"/>
              </a:defRPr>
            </a:lvl8pPr>
            <a:lvl9pPr algn="ctr">
              <a:defRPr sz="2700" b="0">
                <a:solidFill>
                  <a:srgbClr val="88FF88"/>
                </a:solidFill>
                <a:latin typeface="Arial"/>
                <a:ea typeface="Arial"/>
                <a:cs typeface="Arial"/>
              </a:defRPr>
            </a:lvl9pPr>
          </a:lstStyle>
          <a:p>
            <a:pPr algn="ctr" rtl="1">
              <a:lnSpc>
                <a:spcPct val="108000"/>
              </a:lnSpc>
              <a:buNone/>
              <a:defRPr sz="2700" b="0">
                <a:solidFill>
                  <a:srgbClr val="88FF88"/>
                </a:solidFill>
                <a:latin typeface="Arial"/>
                <a:ea typeface="Arial"/>
                <a:cs typeface="Arial"/>
              </a:defRPr>
            </a:pPr>
            <a:r>
              <a:rPr lang="he-IL" sz="2700" b="0">
                <a:solidFill>
                  <a:srgbClr val="88FF88"/>
                </a:solidFill>
                <a:latin typeface="Arial"/>
                <a:ea typeface="Arial"/>
                <a:cs typeface="Arial"/>
              </a:rPr>
              <a:t>חוזרים לענף הראשי</a:t>
            </a:r>
          </a:p>
        </p:txBody>
      </p:sp>
      <p:sp>
        <p:nvSpPr>
          <p:cNvPr id="22" name="text-84">
            <a:extLst>
              <a:ext uri="{FF2B5EF4-FFF2-40B4-BE49-F238E27FC236}">
                <a16:creationId xmlns:a16="http://schemas.microsoft.com/office/drawing/2014/main" id="{A0C40E22-A137-451F-B899-918B7B9ABEBD}"/>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250" b="0">
                <a:solidFill>
                  <a:srgbClr val="F7F7F7"/>
                </a:solidFill>
                <a:latin typeface="Arial"/>
                <a:ea typeface="Arial"/>
                <a:cs typeface="Arial"/>
              </a:defRPr>
            </a:defPPr>
            <a:lvl1pPr algn="ctr">
              <a:defRPr sz="2250" b="0">
                <a:solidFill>
                  <a:srgbClr val="F7F7F7"/>
                </a:solidFill>
                <a:latin typeface="Arial"/>
                <a:ea typeface="Arial"/>
                <a:cs typeface="Arial"/>
              </a:defRPr>
            </a:lvl1pPr>
            <a:lvl2pPr algn="ctr">
              <a:defRPr sz="2250" b="0">
                <a:solidFill>
                  <a:srgbClr val="F7F7F7"/>
                </a:solidFill>
                <a:latin typeface="Arial"/>
                <a:ea typeface="Arial"/>
                <a:cs typeface="Arial"/>
              </a:defRPr>
            </a:lvl2pPr>
            <a:lvl3pPr algn="ctr">
              <a:defRPr sz="2250" b="0">
                <a:solidFill>
                  <a:srgbClr val="F7F7F7"/>
                </a:solidFill>
                <a:latin typeface="Arial"/>
                <a:ea typeface="Arial"/>
                <a:cs typeface="Arial"/>
              </a:defRPr>
            </a:lvl3pPr>
            <a:lvl4pPr algn="ctr">
              <a:defRPr sz="2250" b="0">
                <a:solidFill>
                  <a:srgbClr val="F7F7F7"/>
                </a:solidFill>
                <a:latin typeface="Arial"/>
                <a:ea typeface="Arial"/>
                <a:cs typeface="Arial"/>
              </a:defRPr>
            </a:lvl4pPr>
            <a:lvl5pPr algn="ctr">
              <a:defRPr sz="2250" b="0">
                <a:solidFill>
                  <a:srgbClr val="F7F7F7"/>
                </a:solidFill>
                <a:latin typeface="Arial"/>
                <a:ea typeface="Arial"/>
                <a:cs typeface="Arial"/>
              </a:defRPr>
            </a:lvl5pPr>
            <a:lvl6pPr algn="ctr">
              <a:defRPr sz="2250" b="0">
                <a:solidFill>
                  <a:srgbClr val="F7F7F7"/>
                </a:solidFill>
                <a:latin typeface="Arial"/>
                <a:ea typeface="Arial"/>
                <a:cs typeface="Arial"/>
              </a:defRPr>
            </a:lvl6pPr>
            <a:lvl7pPr algn="ctr">
              <a:defRPr sz="2250" b="0">
                <a:solidFill>
                  <a:srgbClr val="F7F7F7"/>
                </a:solidFill>
                <a:latin typeface="Arial"/>
                <a:ea typeface="Arial"/>
                <a:cs typeface="Arial"/>
              </a:defRPr>
            </a:lvl7pPr>
            <a:lvl8pPr algn="ctr">
              <a:defRPr sz="2250" b="0">
                <a:solidFill>
                  <a:srgbClr val="F7F7F7"/>
                </a:solidFill>
                <a:latin typeface="Arial"/>
                <a:ea typeface="Arial"/>
                <a:cs typeface="Arial"/>
              </a:defRPr>
            </a:lvl8pPr>
            <a:lvl9pPr algn="ctr">
              <a:defRPr sz="2250" b="0">
                <a:solidFill>
                  <a:srgbClr val="F7F7F7"/>
                </a:solidFill>
                <a:latin typeface="Arial"/>
                <a:ea typeface="Arial"/>
                <a:cs typeface="Arial"/>
              </a:defRPr>
            </a:lvl9pPr>
          </a:lstStyle>
          <a:p>
            <a:pPr algn="ct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קו פיתוח נפרד, בלי לשנות את הענף הראשי</a:t>
            </a:r>
          </a:p>
        </p:txBody>
      </p:sp>
    </p:spTree>
    <p:extLst>
      <p:ext uri="{BB962C8B-B14F-4D97-AF65-F5344CB8AC3E}">
        <p14:creationId xmlns:p14="http://schemas.microsoft.com/office/powerpoint/2010/main" val="1490781193"/>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2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2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200"/>
                                        <p:tgtEl>
                                          <p:spTgt spid="17"/>
                                        </p:tgtEl>
                                      </p:cBhvr>
                                    </p:animEffect>
                                  </p:childTnLst>
                                </p:cTn>
                              </p:par>
                              <p:par>
                                <p:cTn id="31" presetID="10"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200"/>
                                        <p:tgtEl>
                                          <p:spTgt spid="18"/>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2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9" name="text-85">
            <a:extLst>
              <a:ext uri="{FF2B5EF4-FFF2-40B4-BE49-F238E27FC236}">
                <a16:creationId xmlns:a16="http://schemas.microsoft.com/office/drawing/2014/main" id="{5AA13DA1-63A8-4240-8E57-ADCDDD9306D4}"/>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המאגר הוא תיק עבודות</a:t>
            </a:r>
          </a:p>
        </p:txBody>
      </p:sp>
      <p:sp>
        <p:nvSpPr>
          <p:cNvPr id="2" name="text-86">
            <a:extLst>
              <a:ext uri="{FF2B5EF4-FFF2-40B4-BE49-F238E27FC236}">
                <a16:creationId xmlns:a16="http://schemas.microsoft.com/office/drawing/2014/main" id="{ABF68049-668E-4EC9-B2B3-CB295682A71C}"/>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05</a:t>
            </a:r>
          </a:p>
        </p:txBody>
      </p:sp>
      <p:pic>
        <p:nvPicPr>
          <p:cNvPr id="3" name="image-87">
            <a:extLst>
              <a:ext uri="{FF2B5EF4-FFF2-40B4-BE49-F238E27FC236}">
                <a16:creationId xmlns:a16="http://schemas.microsoft.com/office/drawing/2014/main" id="{0E2E962E-8C0A-4937-8039-FF1CF671C7BA}"/>
              </a:ext>
            </a:extLst>
          </p:cNvPr>
          <p:cNvPicPr>
            <a:picLocks noChangeAspect="1"/>
          </p:cNvPicPr>
          <p:nvPr/>
        </p:nvPicPr>
        <p:blipFill>
          <a:blip r:embed="rId3"/>
          <a:stretch/>
        </p:blipFill>
        <p:spPr>
          <a:xfrm>
            <a:off x="571500" y="1628180"/>
            <a:ext cx="5715000" cy="3125391"/>
          </a:xfrm>
          <a:prstGeom prst="rect">
            <a:avLst/>
          </a:prstGeom>
        </p:spPr>
      </p:pic>
      <p:sp>
        <p:nvSpPr>
          <p:cNvPr id="4" name="text-88">
            <a:extLst>
              <a:ext uri="{FF2B5EF4-FFF2-40B4-BE49-F238E27FC236}">
                <a16:creationId xmlns:a16="http://schemas.microsoft.com/office/drawing/2014/main" id="{E942C5BA-EB25-4FFB-BBA5-953B423FA393}"/>
              </a:ext>
            </a:extLst>
          </p:cNvPr>
          <p:cNvSpPr>
            <a:spLocks noGrp="1"/>
          </p:cNvSpPr>
          <p:nvPr/>
        </p:nvSpPr>
        <p:spPr>
          <a:xfrm>
            <a:off x="714375" y="5029200"/>
            <a:ext cx="5715000" cy="428625"/>
          </a:xfrm>
          <a:prstGeom prst="rect">
            <a:avLst/>
          </a:prstGeom>
          <a:noFill/>
          <a:ln w="0">
            <a:noFill/>
          </a:ln>
        </p:spPr>
        <p:txBody>
          <a:bodyPr wrap="none" lIns="0" tIns="0" rIns="0" bIns="0" anchor="t">
            <a:noAutofit/>
          </a:bodyPr>
          <a:lstStyle>
            <a:defPPr algn="l">
              <a:defRPr sz="2100" b="0">
                <a:solidFill>
                  <a:srgbClr val="42AFFA"/>
                </a:solidFill>
                <a:latin typeface="Consolas"/>
                <a:ea typeface="Consolas"/>
                <a:cs typeface="Consolas"/>
              </a:defRPr>
            </a:defPPr>
            <a:lvl1pPr algn="l">
              <a:defRPr sz="2100" b="0">
                <a:solidFill>
                  <a:srgbClr val="42AFFA"/>
                </a:solidFill>
                <a:latin typeface="Consolas"/>
                <a:ea typeface="Consolas"/>
                <a:cs typeface="Consolas"/>
              </a:defRPr>
            </a:lvl1pPr>
            <a:lvl2pPr algn="l">
              <a:defRPr sz="2100" b="0">
                <a:solidFill>
                  <a:srgbClr val="42AFFA"/>
                </a:solidFill>
                <a:latin typeface="Consolas"/>
                <a:ea typeface="Consolas"/>
                <a:cs typeface="Consolas"/>
              </a:defRPr>
            </a:lvl2pPr>
            <a:lvl3pPr algn="l">
              <a:defRPr sz="2100" b="0">
                <a:solidFill>
                  <a:srgbClr val="42AFFA"/>
                </a:solidFill>
                <a:latin typeface="Consolas"/>
                <a:ea typeface="Consolas"/>
                <a:cs typeface="Consolas"/>
              </a:defRPr>
            </a:lvl3pPr>
            <a:lvl4pPr algn="l">
              <a:defRPr sz="2100" b="0">
                <a:solidFill>
                  <a:srgbClr val="42AFFA"/>
                </a:solidFill>
                <a:latin typeface="Consolas"/>
                <a:ea typeface="Consolas"/>
                <a:cs typeface="Consolas"/>
              </a:defRPr>
            </a:lvl4pPr>
            <a:lvl5pPr algn="l">
              <a:defRPr sz="2100" b="0">
                <a:solidFill>
                  <a:srgbClr val="42AFFA"/>
                </a:solidFill>
                <a:latin typeface="Consolas"/>
                <a:ea typeface="Consolas"/>
                <a:cs typeface="Consolas"/>
              </a:defRPr>
            </a:lvl5pPr>
            <a:lvl6pPr algn="l">
              <a:defRPr sz="2100" b="0">
                <a:solidFill>
                  <a:srgbClr val="42AFFA"/>
                </a:solidFill>
                <a:latin typeface="Consolas"/>
                <a:ea typeface="Consolas"/>
                <a:cs typeface="Consolas"/>
              </a:defRPr>
            </a:lvl6pPr>
            <a:lvl7pPr algn="l">
              <a:defRPr sz="2100" b="0">
                <a:solidFill>
                  <a:srgbClr val="42AFFA"/>
                </a:solidFill>
                <a:latin typeface="Consolas"/>
                <a:ea typeface="Consolas"/>
                <a:cs typeface="Consolas"/>
              </a:defRPr>
            </a:lvl7pPr>
            <a:lvl8pPr algn="l">
              <a:defRPr sz="2100" b="0">
                <a:solidFill>
                  <a:srgbClr val="42AFFA"/>
                </a:solidFill>
                <a:latin typeface="Consolas"/>
                <a:ea typeface="Consolas"/>
                <a:cs typeface="Consolas"/>
              </a:defRPr>
            </a:lvl8pPr>
            <a:lvl9pPr algn="l">
              <a:defRPr sz="2100" b="0">
                <a:solidFill>
                  <a:srgbClr val="42AFFA"/>
                </a:solidFill>
                <a:latin typeface="Consolas"/>
                <a:ea typeface="Consolas"/>
                <a:cs typeface="Consolas"/>
              </a:defRPr>
            </a:lvl9pPr>
          </a:lstStyle>
          <a:p>
            <a:pPr algn="l" rtl="0">
              <a:lnSpc>
                <a:spcPct val="108000"/>
              </a:lnSpc>
              <a:buNone/>
              <a:defRPr sz="2100" b="0">
                <a:solidFill>
                  <a:srgbClr val="42AFFA"/>
                </a:solidFill>
                <a:latin typeface="Consolas"/>
                <a:ea typeface="Consolas"/>
                <a:cs typeface="Consolas"/>
              </a:defRPr>
            </a:pPr>
            <a:r>
              <a:rPr lang="en-US" sz="2100" b="0">
                <a:solidFill>
                  <a:srgbClr val="42AFFA"/>
                </a:solidFill>
                <a:latin typeface="Consolas"/>
                <a:ea typeface="Consolas"/>
                <a:cs typeface="Consolas"/>
              </a:rPr>
              <a:t>my-team / my-game</a:t>
            </a:r>
          </a:p>
        </p:txBody>
      </p:sp>
      <p:sp>
        <p:nvSpPr>
          <p:cNvPr id="5" name="text-89">
            <a:extLst>
              <a:ext uri="{FF2B5EF4-FFF2-40B4-BE49-F238E27FC236}">
                <a16:creationId xmlns:a16="http://schemas.microsoft.com/office/drawing/2014/main" id="{00A66496-A671-435F-851F-68B65F7B0DB0}"/>
              </a:ext>
            </a:extLst>
          </p:cNvPr>
          <p:cNvSpPr>
            <a:spLocks noGrp="1"/>
          </p:cNvSpPr>
          <p:nvPr/>
        </p:nvSpPr>
        <p:spPr>
          <a:xfrm>
            <a:off x="6715125" y="1952625"/>
            <a:ext cx="1809750" cy="523875"/>
          </a:xfrm>
          <a:prstGeom prst="rect">
            <a:avLst/>
          </a:prstGeom>
          <a:noFill/>
          <a:ln w="0">
            <a:noFill/>
          </a:ln>
        </p:spPr>
        <p:txBody>
          <a:bodyPr wrap="square" lIns="0" tIns="0" rIns="0" bIns="0" anchor="t">
            <a:noAutofit/>
          </a:bodyPr>
          <a:lstStyle>
            <a:defPPr algn="r">
              <a:defRPr sz="2550" b="0">
                <a:solidFill>
                  <a:srgbClr val="F7F7F7"/>
                </a:solidFill>
                <a:latin typeface="Arial"/>
                <a:ea typeface="Arial"/>
                <a:cs typeface="Arial"/>
              </a:defRPr>
            </a:defPPr>
            <a:lvl1pPr algn="r">
              <a:defRPr sz="2550" b="0">
                <a:solidFill>
                  <a:srgbClr val="F7F7F7"/>
                </a:solidFill>
                <a:latin typeface="Arial"/>
                <a:ea typeface="Arial"/>
                <a:cs typeface="Arial"/>
              </a:defRPr>
            </a:lvl1pPr>
            <a:lvl2pPr algn="r">
              <a:defRPr sz="2550" b="0">
                <a:solidFill>
                  <a:srgbClr val="F7F7F7"/>
                </a:solidFill>
                <a:latin typeface="Arial"/>
                <a:ea typeface="Arial"/>
                <a:cs typeface="Arial"/>
              </a:defRPr>
            </a:lvl2pPr>
            <a:lvl3pPr algn="r">
              <a:defRPr sz="2550" b="0">
                <a:solidFill>
                  <a:srgbClr val="F7F7F7"/>
                </a:solidFill>
                <a:latin typeface="Arial"/>
                <a:ea typeface="Arial"/>
                <a:cs typeface="Arial"/>
              </a:defRPr>
            </a:lvl3pPr>
            <a:lvl4pPr algn="r">
              <a:defRPr sz="2550" b="0">
                <a:solidFill>
                  <a:srgbClr val="F7F7F7"/>
                </a:solidFill>
                <a:latin typeface="Arial"/>
                <a:ea typeface="Arial"/>
                <a:cs typeface="Arial"/>
              </a:defRPr>
            </a:lvl4pPr>
            <a:lvl5pPr algn="r">
              <a:defRPr sz="2550" b="0">
                <a:solidFill>
                  <a:srgbClr val="F7F7F7"/>
                </a:solidFill>
                <a:latin typeface="Arial"/>
                <a:ea typeface="Arial"/>
                <a:cs typeface="Arial"/>
              </a:defRPr>
            </a:lvl5pPr>
            <a:lvl6pPr algn="r">
              <a:defRPr sz="2550" b="0">
                <a:solidFill>
                  <a:srgbClr val="F7F7F7"/>
                </a:solidFill>
                <a:latin typeface="Arial"/>
                <a:ea typeface="Arial"/>
                <a:cs typeface="Arial"/>
              </a:defRPr>
            </a:lvl6pPr>
            <a:lvl7pPr algn="r">
              <a:defRPr sz="2550" b="0">
                <a:solidFill>
                  <a:srgbClr val="F7F7F7"/>
                </a:solidFill>
                <a:latin typeface="Arial"/>
                <a:ea typeface="Arial"/>
                <a:cs typeface="Arial"/>
              </a:defRPr>
            </a:lvl7pPr>
            <a:lvl8pPr algn="r">
              <a:defRPr sz="2550" b="0">
                <a:solidFill>
                  <a:srgbClr val="F7F7F7"/>
                </a:solidFill>
                <a:latin typeface="Arial"/>
                <a:ea typeface="Arial"/>
                <a:cs typeface="Arial"/>
              </a:defRPr>
            </a:lvl8pPr>
            <a:lvl9pPr algn="r">
              <a:defRPr sz="2550" b="0">
                <a:solidFill>
                  <a:srgbClr val="F7F7F7"/>
                </a:solidFill>
                <a:latin typeface="Arial"/>
                <a:ea typeface="Arial"/>
                <a:cs typeface="Arial"/>
              </a:defRPr>
            </a:lvl9pPr>
          </a:lstStyle>
          <a:p>
            <a:pPr algn="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המשחק</a:t>
            </a:r>
          </a:p>
        </p:txBody>
      </p:sp>
      <p:sp>
        <p:nvSpPr>
          <p:cNvPr id="6" name="text-90">
            <a:extLst>
              <a:ext uri="{FF2B5EF4-FFF2-40B4-BE49-F238E27FC236}">
                <a16:creationId xmlns:a16="http://schemas.microsoft.com/office/drawing/2014/main" id="{DCDB97B9-69E5-4A00-ADBB-3AA2DF0EB013}"/>
              </a:ext>
            </a:extLst>
          </p:cNvPr>
          <p:cNvSpPr>
            <a:spLocks noGrp="1"/>
          </p:cNvSpPr>
          <p:nvPr/>
        </p:nvSpPr>
        <p:spPr>
          <a:xfrm>
            <a:off x="6715125" y="2809875"/>
            <a:ext cx="1809750" cy="523875"/>
          </a:xfrm>
          <a:prstGeom prst="rect">
            <a:avLst/>
          </a:prstGeom>
          <a:noFill/>
          <a:ln w="0">
            <a:noFill/>
          </a:ln>
        </p:spPr>
        <p:txBody>
          <a:bodyPr wrap="square" lIns="0" tIns="0" rIns="0" bIns="0" anchor="t">
            <a:noAutofit/>
          </a:bodyPr>
          <a:lstStyle>
            <a:defPPr algn="r">
              <a:defRPr sz="2550" b="0">
                <a:solidFill>
                  <a:srgbClr val="F7F7F7"/>
                </a:solidFill>
                <a:latin typeface="Arial"/>
                <a:ea typeface="Arial"/>
                <a:cs typeface="Arial"/>
              </a:defRPr>
            </a:defPPr>
            <a:lvl1pPr algn="r">
              <a:defRPr sz="2550" b="0">
                <a:solidFill>
                  <a:srgbClr val="F7F7F7"/>
                </a:solidFill>
                <a:latin typeface="Arial"/>
                <a:ea typeface="Arial"/>
                <a:cs typeface="Arial"/>
              </a:defRPr>
            </a:lvl1pPr>
            <a:lvl2pPr algn="r">
              <a:defRPr sz="2550" b="0">
                <a:solidFill>
                  <a:srgbClr val="F7F7F7"/>
                </a:solidFill>
                <a:latin typeface="Arial"/>
                <a:ea typeface="Arial"/>
                <a:cs typeface="Arial"/>
              </a:defRPr>
            </a:lvl2pPr>
            <a:lvl3pPr algn="r">
              <a:defRPr sz="2550" b="0">
                <a:solidFill>
                  <a:srgbClr val="F7F7F7"/>
                </a:solidFill>
                <a:latin typeface="Arial"/>
                <a:ea typeface="Arial"/>
                <a:cs typeface="Arial"/>
              </a:defRPr>
            </a:lvl3pPr>
            <a:lvl4pPr algn="r">
              <a:defRPr sz="2550" b="0">
                <a:solidFill>
                  <a:srgbClr val="F7F7F7"/>
                </a:solidFill>
                <a:latin typeface="Arial"/>
                <a:ea typeface="Arial"/>
                <a:cs typeface="Arial"/>
              </a:defRPr>
            </a:lvl4pPr>
            <a:lvl5pPr algn="r">
              <a:defRPr sz="2550" b="0">
                <a:solidFill>
                  <a:srgbClr val="F7F7F7"/>
                </a:solidFill>
                <a:latin typeface="Arial"/>
                <a:ea typeface="Arial"/>
                <a:cs typeface="Arial"/>
              </a:defRPr>
            </a:lvl5pPr>
            <a:lvl6pPr algn="r">
              <a:defRPr sz="2550" b="0">
                <a:solidFill>
                  <a:srgbClr val="F7F7F7"/>
                </a:solidFill>
                <a:latin typeface="Arial"/>
                <a:ea typeface="Arial"/>
                <a:cs typeface="Arial"/>
              </a:defRPr>
            </a:lvl6pPr>
            <a:lvl7pPr algn="r">
              <a:defRPr sz="2550" b="0">
                <a:solidFill>
                  <a:srgbClr val="F7F7F7"/>
                </a:solidFill>
                <a:latin typeface="Arial"/>
                <a:ea typeface="Arial"/>
                <a:cs typeface="Arial"/>
              </a:defRPr>
            </a:lvl7pPr>
            <a:lvl8pPr algn="r">
              <a:defRPr sz="2550" b="0">
                <a:solidFill>
                  <a:srgbClr val="F7F7F7"/>
                </a:solidFill>
                <a:latin typeface="Arial"/>
                <a:ea typeface="Arial"/>
                <a:cs typeface="Arial"/>
              </a:defRPr>
            </a:lvl8pPr>
            <a:lvl9pPr algn="r">
              <a:defRPr sz="2550" b="0">
                <a:solidFill>
                  <a:srgbClr val="F7F7F7"/>
                </a:solidFill>
                <a:latin typeface="Arial"/>
                <a:ea typeface="Arial"/>
                <a:cs typeface="Arial"/>
              </a:defRPr>
            </a:lvl9pPr>
          </a:lstStyle>
          <a:p>
            <a:pPr algn="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הקוד</a:t>
            </a:r>
          </a:p>
        </p:txBody>
      </p:sp>
      <p:sp>
        <p:nvSpPr>
          <p:cNvPr id="7" name="text-91">
            <a:extLst>
              <a:ext uri="{FF2B5EF4-FFF2-40B4-BE49-F238E27FC236}">
                <a16:creationId xmlns:a16="http://schemas.microsoft.com/office/drawing/2014/main" id="{E6066C01-06B8-44B5-AAE9-893886AEE0DE}"/>
              </a:ext>
            </a:extLst>
          </p:cNvPr>
          <p:cNvSpPr>
            <a:spLocks noGrp="1"/>
          </p:cNvSpPr>
          <p:nvPr/>
        </p:nvSpPr>
        <p:spPr>
          <a:xfrm>
            <a:off x="6715125" y="3667125"/>
            <a:ext cx="1809750" cy="523875"/>
          </a:xfrm>
          <a:prstGeom prst="rect">
            <a:avLst/>
          </a:prstGeom>
          <a:noFill/>
          <a:ln w="0">
            <a:noFill/>
          </a:ln>
        </p:spPr>
        <p:txBody>
          <a:bodyPr wrap="square" lIns="0" tIns="0" rIns="0" bIns="0" anchor="t">
            <a:noAutofit/>
          </a:bodyPr>
          <a:lstStyle>
            <a:defPPr algn="r">
              <a:defRPr sz="2550" b="0">
                <a:solidFill>
                  <a:srgbClr val="F7F7F7"/>
                </a:solidFill>
                <a:latin typeface="Arial"/>
                <a:ea typeface="Arial"/>
                <a:cs typeface="Arial"/>
              </a:defRPr>
            </a:defPPr>
            <a:lvl1pPr algn="r">
              <a:defRPr sz="2550" b="0">
                <a:solidFill>
                  <a:srgbClr val="F7F7F7"/>
                </a:solidFill>
                <a:latin typeface="Arial"/>
                <a:ea typeface="Arial"/>
                <a:cs typeface="Arial"/>
              </a:defRPr>
            </a:lvl1pPr>
            <a:lvl2pPr algn="r">
              <a:defRPr sz="2550" b="0">
                <a:solidFill>
                  <a:srgbClr val="F7F7F7"/>
                </a:solidFill>
                <a:latin typeface="Arial"/>
                <a:ea typeface="Arial"/>
                <a:cs typeface="Arial"/>
              </a:defRPr>
            </a:lvl2pPr>
            <a:lvl3pPr algn="r">
              <a:defRPr sz="2550" b="0">
                <a:solidFill>
                  <a:srgbClr val="F7F7F7"/>
                </a:solidFill>
                <a:latin typeface="Arial"/>
                <a:ea typeface="Arial"/>
                <a:cs typeface="Arial"/>
              </a:defRPr>
            </a:lvl3pPr>
            <a:lvl4pPr algn="r">
              <a:defRPr sz="2550" b="0">
                <a:solidFill>
                  <a:srgbClr val="F7F7F7"/>
                </a:solidFill>
                <a:latin typeface="Arial"/>
                <a:ea typeface="Arial"/>
                <a:cs typeface="Arial"/>
              </a:defRPr>
            </a:lvl4pPr>
            <a:lvl5pPr algn="r">
              <a:defRPr sz="2550" b="0">
                <a:solidFill>
                  <a:srgbClr val="F7F7F7"/>
                </a:solidFill>
                <a:latin typeface="Arial"/>
                <a:ea typeface="Arial"/>
                <a:cs typeface="Arial"/>
              </a:defRPr>
            </a:lvl5pPr>
            <a:lvl6pPr algn="r">
              <a:defRPr sz="2550" b="0">
                <a:solidFill>
                  <a:srgbClr val="F7F7F7"/>
                </a:solidFill>
                <a:latin typeface="Arial"/>
                <a:ea typeface="Arial"/>
                <a:cs typeface="Arial"/>
              </a:defRPr>
            </a:lvl6pPr>
            <a:lvl7pPr algn="r">
              <a:defRPr sz="2550" b="0">
                <a:solidFill>
                  <a:srgbClr val="F7F7F7"/>
                </a:solidFill>
                <a:latin typeface="Arial"/>
                <a:ea typeface="Arial"/>
                <a:cs typeface="Arial"/>
              </a:defRPr>
            </a:lvl7pPr>
            <a:lvl8pPr algn="r">
              <a:defRPr sz="2550" b="0">
                <a:solidFill>
                  <a:srgbClr val="F7F7F7"/>
                </a:solidFill>
                <a:latin typeface="Arial"/>
                <a:ea typeface="Arial"/>
                <a:cs typeface="Arial"/>
              </a:defRPr>
            </a:lvl8pPr>
            <a:lvl9pPr algn="r">
              <a:defRPr sz="2550" b="0">
                <a:solidFill>
                  <a:srgbClr val="F7F7F7"/>
                </a:solidFill>
                <a:latin typeface="Arial"/>
                <a:ea typeface="Arial"/>
                <a:cs typeface="Arial"/>
              </a:defRPr>
            </a:lvl9pPr>
          </a:lstStyle>
          <a:p>
            <a:pPr algn="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הצוות</a:t>
            </a:r>
          </a:p>
        </p:txBody>
      </p:sp>
      <p:sp>
        <p:nvSpPr>
          <p:cNvPr id="8" name="text-92">
            <a:extLst>
              <a:ext uri="{FF2B5EF4-FFF2-40B4-BE49-F238E27FC236}">
                <a16:creationId xmlns:a16="http://schemas.microsoft.com/office/drawing/2014/main" id="{612E12B9-077B-49AE-87B1-A8F1A60DA099}"/>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גם מגייסים רואים את העבודה שלכם.</a:t>
            </a:r>
          </a:p>
        </p:txBody>
      </p:sp>
    </p:spTree>
    <p:extLst>
      <p:ext uri="{BB962C8B-B14F-4D97-AF65-F5344CB8AC3E}">
        <p14:creationId xmlns:p14="http://schemas.microsoft.com/office/powerpoint/2010/main" val="94413209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7" name="text-93">
            <a:extLst>
              <a:ext uri="{FF2B5EF4-FFF2-40B4-BE49-F238E27FC236}">
                <a16:creationId xmlns:a16="http://schemas.microsoft.com/office/drawing/2014/main" id="{21041A99-3F74-4E3D-9650-814C43AC33C8}"/>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Git במחשב, GitHub ברשת</a:t>
            </a:r>
          </a:p>
        </p:txBody>
      </p:sp>
      <p:sp>
        <p:nvSpPr>
          <p:cNvPr id="2" name="text-94">
            <a:extLst>
              <a:ext uri="{FF2B5EF4-FFF2-40B4-BE49-F238E27FC236}">
                <a16:creationId xmlns:a16="http://schemas.microsoft.com/office/drawing/2014/main" id="{7FC1224C-CB84-43FC-AF33-C31D6706EB34}"/>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06</a:t>
            </a:r>
          </a:p>
        </p:txBody>
      </p:sp>
      <p:sp>
        <p:nvSpPr>
          <p:cNvPr id="3" name="text-95">
            <a:extLst>
              <a:ext uri="{FF2B5EF4-FFF2-40B4-BE49-F238E27FC236}">
                <a16:creationId xmlns:a16="http://schemas.microsoft.com/office/drawing/2014/main" id="{9BEA586E-DFD4-409F-A0D4-A945944239CD}"/>
              </a:ext>
            </a:extLst>
          </p:cNvPr>
          <p:cNvSpPr>
            <a:spLocks noGrp="1"/>
          </p:cNvSpPr>
          <p:nvPr/>
        </p:nvSpPr>
        <p:spPr>
          <a:xfrm>
            <a:off x="5334000" y="1381125"/>
            <a:ext cx="3143250" cy="714375"/>
          </a:xfrm>
          <a:prstGeom prst="rect">
            <a:avLst/>
          </a:prstGeom>
          <a:noFill/>
          <a:ln w="0">
            <a:noFill/>
          </a:ln>
        </p:spPr>
        <p:txBody>
          <a:bodyPr wrap="none" lIns="0" tIns="0" rIns="0" bIns="0" anchor="t">
            <a:noAutofit/>
          </a:bodyPr>
          <a:lstStyle>
            <a:defPPr algn="l">
              <a:defRPr sz="4350" b="0">
                <a:solidFill>
                  <a:srgbClr val="88FF88"/>
                </a:solidFill>
                <a:latin typeface="Consolas"/>
                <a:ea typeface="Consolas"/>
                <a:cs typeface="Consolas"/>
              </a:defRPr>
            </a:defPPr>
            <a:lvl1pPr algn="l">
              <a:defRPr sz="4350" b="0">
                <a:solidFill>
                  <a:srgbClr val="88FF88"/>
                </a:solidFill>
                <a:latin typeface="Consolas"/>
                <a:ea typeface="Consolas"/>
                <a:cs typeface="Consolas"/>
              </a:defRPr>
            </a:lvl1pPr>
            <a:lvl2pPr algn="l">
              <a:defRPr sz="4350" b="0">
                <a:solidFill>
                  <a:srgbClr val="88FF88"/>
                </a:solidFill>
                <a:latin typeface="Consolas"/>
                <a:ea typeface="Consolas"/>
                <a:cs typeface="Consolas"/>
              </a:defRPr>
            </a:lvl2pPr>
            <a:lvl3pPr algn="l">
              <a:defRPr sz="4350" b="0">
                <a:solidFill>
                  <a:srgbClr val="88FF88"/>
                </a:solidFill>
                <a:latin typeface="Consolas"/>
                <a:ea typeface="Consolas"/>
                <a:cs typeface="Consolas"/>
              </a:defRPr>
            </a:lvl3pPr>
            <a:lvl4pPr algn="l">
              <a:defRPr sz="4350" b="0">
                <a:solidFill>
                  <a:srgbClr val="88FF88"/>
                </a:solidFill>
                <a:latin typeface="Consolas"/>
                <a:ea typeface="Consolas"/>
                <a:cs typeface="Consolas"/>
              </a:defRPr>
            </a:lvl4pPr>
            <a:lvl5pPr algn="l">
              <a:defRPr sz="4350" b="0">
                <a:solidFill>
                  <a:srgbClr val="88FF88"/>
                </a:solidFill>
                <a:latin typeface="Consolas"/>
                <a:ea typeface="Consolas"/>
                <a:cs typeface="Consolas"/>
              </a:defRPr>
            </a:lvl5pPr>
            <a:lvl6pPr algn="l">
              <a:defRPr sz="4350" b="0">
                <a:solidFill>
                  <a:srgbClr val="88FF88"/>
                </a:solidFill>
                <a:latin typeface="Consolas"/>
                <a:ea typeface="Consolas"/>
                <a:cs typeface="Consolas"/>
              </a:defRPr>
            </a:lvl6pPr>
            <a:lvl7pPr algn="l">
              <a:defRPr sz="4350" b="0">
                <a:solidFill>
                  <a:srgbClr val="88FF88"/>
                </a:solidFill>
                <a:latin typeface="Consolas"/>
                <a:ea typeface="Consolas"/>
                <a:cs typeface="Consolas"/>
              </a:defRPr>
            </a:lvl7pPr>
            <a:lvl8pPr algn="l">
              <a:defRPr sz="4350" b="0">
                <a:solidFill>
                  <a:srgbClr val="88FF88"/>
                </a:solidFill>
                <a:latin typeface="Consolas"/>
                <a:ea typeface="Consolas"/>
                <a:cs typeface="Consolas"/>
              </a:defRPr>
            </a:lvl8pPr>
            <a:lvl9pPr algn="l">
              <a:defRPr sz="4350" b="0">
                <a:solidFill>
                  <a:srgbClr val="88FF88"/>
                </a:solidFill>
                <a:latin typeface="Consolas"/>
                <a:ea typeface="Consolas"/>
                <a:cs typeface="Consolas"/>
              </a:defRPr>
            </a:lvl9pPr>
          </a:lstStyle>
          <a:p>
            <a:pPr algn="l" rtl="0">
              <a:lnSpc>
                <a:spcPct val="108000"/>
              </a:lnSpc>
              <a:buNone/>
              <a:defRPr sz="4350" b="0">
                <a:solidFill>
                  <a:srgbClr val="88FF88"/>
                </a:solidFill>
                <a:latin typeface="Consolas"/>
                <a:ea typeface="Consolas"/>
                <a:cs typeface="Consolas"/>
              </a:defRPr>
            </a:pPr>
            <a:r>
              <a:rPr lang="en-US" sz="4350" b="0">
                <a:solidFill>
                  <a:srgbClr val="88FF88"/>
                </a:solidFill>
                <a:latin typeface="Consolas"/>
                <a:ea typeface="Consolas"/>
                <a:cs typeface="Consolas"/>
              </a:rPr>
              <a:t>Git</a:t>
            </a:r>
          </a:p>
        </p:txBody>
      </p:sp>
      <p:sp>
        <p:nvSpPr>
          <p:cNvPr id="4" name="text-96">
            <a:extLst>
              <a:ext uri="{FF2B5EF4-FFF2-40B4-BE49-F238E27FC236}">
                <a16:creationId xmlns:a16="http://schemas.microsoft.com/office/drawing/2014/main" id="{CE942C0B-EDFF-40C1-863E-F2F0AE2F2E40}"/>
              </a:ext>
            </a:extLst>
          </p:cNvPr>
          <p:cNvSpPr>
            <a:spLocks noGrp="1"/>
          </p:cNvSpPr>
          <p:nvPr/>
        </p:nvSpPr>
        <p:spPr>
          <a:xfrm>
            <a:off x="571500" y="1381125"/>
            <a:ext cx="3333750" cy="714375"/>
          </a:xfrm>
          <a:prstGeom prst="rect">
            <a:avLst/>
          </a:prstGeom>
          <a:noFill/>
          <a:ln w="0">
            <a:noFill/>
          </a:ln>
        </p:spPr>
        <p:txBody>
          <a:bodyPr wrap="none" lIns="0" tIns="0" rIns="0" bIns="0" anchor="t">
            <a:noAutofit/>
          </a:bodyPr>
          <a:lstStyle>
            <a:defPPr algn="l">
              <a:defRPr sz="4350" b="0">
                <a:solidFill>
                  <a:srgbClr val="8888FF"/>
                </a:solidFill>
                <a:latin typeface="Consolas"/>
                <a:ea typeface="Consolas"/>
                <a:cs typeface="Consolas"/>
              </a:defRPr>
            </a:defPPr>
            <a:lvl1pPr algn="l">
              <a:defRPr sz="4350" b="0">
                <a:solidFill>
                  <a:srgbClr val="8888FF"/>
                </a:solidFill>
                <a:latin typeface="Consolas"/>
                <a:ea typeface="Consolas"/>
                <a:cs typeface="Consolas"/>
              </a:defRPr>
            </a:lvl1pPr>
            <a:lvl2pPr algn="l">
              <a:defRPr sz="4350" b="0">
                <a:solidFill>
                  <a:srgbClr val="8888FF"/>
                </a:solidFill>
                <a:latin typeface="Consolas"/>
                <a:ea typeface="Consolas"/>
                <a:cs typeface="Consolas"/>
              </a:defRPr>
            </a:lvl2pPr>
            <a:lvl3pPr algn="l">
              <a:defRPr sz="4350" b="0">
                <a:solidFill>
                  <a:srgbClr val="8888FF"/>
                </a:solidFill>
                <a:latin typeface="Consolas"/>
                <a:ea typeface="Consolas"/>
                <a:cs typeface="Consolas"/>
              </a:defRPr>
            </a:lvl3pPr>
            <a:lvl4pPr algn="l">
              <a:defRPr sz="4350" b="0">
                <a:solidFill>
                  <a:srgbClr val="8888FF"/>
                </a:solidFill>
                <a:latin typeface="Consolas"/>
                <a:ea typeface="Consolas"/>
                <a:cs typeface="Consolas"/>
              </a:defRPr>
            </a:lvl4pPr>
            <a:lvl5pPr algn="l">
              <a:defRPr sz="4350" b="0">
                <a:solidFill>
                  <a:srgbClr val="8888FF"/>
                </a:solidFill>
                <a:latin typeface="Consolas"/>
                <a:ea typeface="Consolas"/>
                <a:cs typeface="Consolas"/>
              </a:defRPr>
            </a:lvl5pPr>
            <a:lvl6pPr algn="l">
              <a:defRPr sz="4350" b="0">
                <a:solidFill>
                  <a:srgbClr val="8888FF"/>
                </a:solidFill>
                <a:latin typeface="Consolas"/>
                <a:ea typeface="Consolas"/>
                <a:cs typeface="Consolas"/>
              </a:defRPr>
            </a:lvl6pPr>
            <a:lvl7pPr algn="l">
              <a:defRPr sz="4350" b="0">
                <a:solidFill>
                  <a:srgbClr val="8888FF"/>
                </a:solidFill>
                <a:latin typeface="Consolas"/>
                <a:ea typeface="Consolas"/>
                <a:cs typeface="Consolas"/>
              </a:defRPr>
            </a:lvl7pPr>
            <a:lvl8pPr algn="l">
              <a:defRPr sz="4350" b="0">
                <a:solidFill>
                  <a:srgbClr val="8888FF"/>
                </a:solidFill>
                <a:latin typeface="Consolas"/>
                <a:ea typeface="Consolas"/>
                <a:cs typeface="Consolas"/>
              </a:defRPr>
            </a:lvl8pPr>
            <a:lvl9pPr algn="l">
              <a:defRPr sz="4350" b="0">
                <a:solidFill>
                  <a:srgbClr val="8888FF"/>
                </a:solidFill>
                <a:latin typeface="Consolas"/>
                <a:ea typeface="Consolas"/>
                <a:cs typeface="Consolas"/>
              </a:defRPr>
            </a:lvl9pPr>
          </a:lstStyle>
          <a:p>
            <a:pPr algn="l" rtl="0">
              <a:lnSpc>
                <a:spcPct val="108000"/>
              </a:lnSpc>
              <a:buNone/>
              <a:defRPr sz="4350" b="0">
                <a:solidFill>
                  <a:srgbClr val="8888FF"/>
                </a:solidFill>
                <a:latin typeface="Consolas"/>
                <a:ea typeface="Consolas"/>
                <a:cs typeface="Consolas"/>
              </a:defRPr>
            </a:pPr>
            <a:r>
              <a:rPr lang="en-US" sz="4350" b="0">
                <a:solidFill>
                  <a:srgbClr val="8888FF"/>
                </a:solidFill>
                <a:latin typeface="Consolas"/>
                <a:ea typeface="Consolas"/>
                <a:cs typeface="Consolas"/>
              </a:rPr>
              <a:t>GitHub</a:t>
            </a:r>
          </a:p>
        </p:txBody>
      </p:sp>
      <p:sp>
        <p:nvSpPr>
          <p:cNvPr id="5" name="shape-97">
            <a:extLst>
              <a:ext uri="{FF2B5EF4-FFF2-40B4-BE49-F238E27FC236}">
                <a16:creationId xmlns:a16="http://schemas.microsoft.com/office/drawing/2014/main" id="{58300167-229D-4478-AF58-26ADA37F0750}"/>
              </a:ext>
            </a:extLst>
          </p:cNvPr>
          <p:cNvSpPr>
            <a:spLocks noGrp="1"/>
          </p:cNvSpPr>
          <p:nvPr/>
        </p:nvSpPr>
        <p:spPr>
          <a:xfrm>
            <a:off x="5429250" y="2609850"/>
            <a:ext cx="2952750" cy="952500"/>
          </a:xfrm>
          <a:prstGeom prst="rect">
            <a:avLst/>
          </a:prstGeom>
          <a:solidFill>
            <a:srgbClr val="25282B"/>
          </a:solidFill>
          <a:ln w="19050">
            <a:solidFill>
              <a:srgbClr val="88FF88"/>
            </a:solidFill>
          </a:ln>
        </p:spPr>
      </p:sp>
      <p:sp>
        <p:nvSpPr>
          <p:cNvPr id="6" name="shape-98">
            <a:extLst>
              <a:ext uri="{FF2B5EF4-FFF2-40B4-BE49-F238E27FC236}">
                <a16:creationId xmlns:a16="http://schemas.microsoft.com/office/drawing/2014/main" id="{87948923-BDEC-4C94-AA02-A0D8CE57B7AC}"/>
              </a:ext>
            </a:extLst>
          </p:cNvPr>
          <p:cNvSpPr>
            <a:spLocks noGrp="1"/>
          </p:cNvSpPr>
          <p:nvPr/>
        </p:nvSpPr>
        <p:spPr>
          <a:xfrm>
            <a:off x="5543550" y="2419350"/>
            <a:ext cx="1240155" cy="209550"/>
          </a:xfrm>
          <a:prstGeom prst="rect">
            <a:avLst/>
          </a:prstGeom>
          <a:solidFill>
            <a:srgbClr val="25282B"/>
          </a:solidFill>
          <a:ln w="19050">
            <a:solidFill>
              <a:srgbClr val="88FF88"/>
            </a:solidFill>
          </a:ln>
        </p:spPr>
      </p:sp>
      <p:sp>
        <p:nvSpPr>
          <p:cNvPr id="7" name="text-99">
            <a:extLst>
              <a:ext uri="{FF2B5EF4-FFF2-40B4-BE49-F238E27FC236}">
                <a16:creationId xmlns:a16="http://schemas.microsoft.com/office/drawing/2014/main" id="{26FCB26F-EA21-4B1D-9362-BBB106C962FD}"/>
              </a:ext>
            </a:extLst>
          </p:cNvPr>
          <p:cNvSpPr>
            <a:spLocks noGrp="1"/>
          </p:cNvSpPr>
          <p:nvPr/>
        </p:nvSpPr>
        <p:spPr>
          <a:xfrm>
            <a:off x="5581650" y="2867025"/>
            <a:ext cx="2647950" cy="457200"/>
          </a:xfrm>
          <a:prstGeom prst="rect">
            <a:avLst/>
          </a:prstGeom>
          <a:noFill/>
          <a:ln w="0">
            <a:noFill/>
          </a:ln>
        </p:spPr>
        <p:txBody>
          <a:bodyPr wrap="none" lIns="0" tIns="0" rIns="0" bIns="0" anchor="t">
            <a:noAutofit/>
          </a:bodyPr>
          <a:lstStyle>
            <a:defPPr algn="l">
              <a:defRPr sz="2025" b="0">
                <a:solidFill>
                  <a:srgbClr val="88FF88"/>
                </a:solidFill>
                <a:latin typeface="Consolas"/>
                <a:ea typeface="Consolas"/>
                <a:cs typeface="Consolas"/>
              </a:defRPr>
            </a:defPPr>
            <a:lvl1pPr algn="l">
              <a:defRPr sz="2025" b="0">
                <a:solidFill>
                  <a:srgbClr val="88FF88"/>
                </a:solidFill>
                <a:latin typeface="Consolas"/>
                <a:ea typeface="Consolas"/>
                <a:cs typeface="Consolas"/>
              </a:defRPr>
            </a:lvl1pPr>
            <a:lvl2pPr algn="l">
              <a:defRPr sz="2025" b="0">
                <a:solidFill>
                  <a:srgbClr val="88FF88"/>
                </a:solidFill>
                <a:latin typeface="Consolas"/>
                <a:ea typeface="Consolas"/>
                <a:cs typeface="Consolas"/>
              </a:defRPr>
            </a:lvl2pPr>
            <a:lvl3pPr algn="l">
              <a:defRPr sz="2025" b="0">
                <a:solidFill>
                  <a:srgbClr val="88FF88"/>
                </a:solidFill>
                <a:latin typeface="Consolas"/>
                <a:ea typeface="Consolas"/>
                <a:cs typeface="Consolas"/>
              </a:defRPr>
            </a:lvl3pPr>
            <a:lvl4pPr algn="l">
              <a:defRPr sz="2025" b="0">
                <a:solidFill>
                  <a:srgbClr val="88FF88"/>
                </a:solidFill>
                <a:latin typeface="Consolas"/>
                <a:ea typeface="Consolas"/>
                <a:cs typeface="Consolas"/>
              </a:defRPr>
            </a:lvl4pPr>
            <a:lvl5pPr algn="l">
              <a:defRPr sz="2025" b="0">
                <a:solidFill>
                  <a:srgbClr val="88FF88"/>
                </a:solidFill>
                <a:latin typeface="Consolas"/>
                <a:ea typeface="Consolas"/>
                <a:cs typeface="Consolas"/>
              </a:defRPr>
            </a:lvl5pPr>
            <a:lvl6pPr algn="l">
              <a:defRPr sz="2025" b="0">
                <a:solidFill>
                  <a:srgbClr val="88FF88"/>
                </a:solidFill>
                <a:latin typeface="Consolas"/>
                <a:ea typeface="Consolas"/>
                <a:cs typeface="Consolas"/>
              </a:defRPr>
            </a:lvl6pPr>
            <a:lvl7pPr algn="l">
              <a:defRPr sz="2025" b="0">
                <a:solidFill>
                  <a:srgbClr val="88FF88"/>
                </a:solidFill>
                <a:latin typeface="Consolas"/>
                <a:ea typeface="Consolas"/>
                <a:cs typeface="Consolas"/>
              </a:defRPr>
            </a:lvl7pPr>
            <a:lvl8pPr algn="l">
              <a:defRPr sz="2025" b="0">
                <a:solidFill>
                  <a:srgbClr val="88FF88"/>
                </a:solidFill>
                <a:latin typeface="Consolas"/>
                <a:ea typeface="Consolas"/>
                <a:cs typeface="Consolas"/>
              </a:defRPr>
            </a:lvl8pPr>
            <a:lvl9pPr algn="l">
              <a:defRPr sz="2025" b="0">
                <a:solidFill>
                  <a:srgbClr val="88FF88"/>
                </a:solidFill>
                <a:latin typeface="Consolas"/>
                <a:ea typeface="Consolas"/>
                <a:cs typeface="Consolas"/>
              </a:defRPr>
            </a:lvl9pPr>
          </a:lstStyle>
          <a:p>
            <a:pPr algn="l" rtl="0">
              <a:lnSpc>
                <a:spcPct val="108000"/>
              </a:lnSpc>
              <a:buNone/>
              <a:defRPr sz="2025" b="0">
                <a:solidFill>
                  <a:srgbClr val="88FF88"/>
                </a:solidFill>
                <a:latin typeface="Consolas"/>
                <a:ea typeface="Consolas"/>
                <a:cs typeface="Consolas"/>
              </a:defRPr>
            </a:pPr>
            <a:r>
              <a:rPr lang="en-US" sz="2025" b="0">
                <a:solidFill>
                  <a:srgbClr val="88FF88"/>
                </a:solidFill>
                <a:latin typeface="Consolas"/>
                <a:ea typeface="Consolas"/>
                <a:cs typeface="Consolas"/>
              </a:rPr>
              <a:t>my-game/.git</a:t>
            </a:r>
          </a:p>
        </p:txBody>
      </p:sp>
      <p:sp>
        <p:nvSpPr>
          <p:cNvPr id="8" name="text-100">
            <a:extLst>
              <a:ext uri="{FF2B5EF4-FFF2-40B4-BE49-F238E27FC236}">
                <a16:creationId xmlns:a16="http://schemas.microsoft.com/office/drawing/2014/main" id="{9DCE11F5-BFCC-4299-8703-B13C436A593A}"/>
              </a:ext>
            </a:extLst>
          </p:cNvPr>
          <p:cNvSpPr>
            <a:spLocks noGrp="1"/>
          </p:cNvSpPr>
          <p:nvPr/>
        </p:nvSpPr>
        <p:spPr>
          <a:xfrm>
            <a:off x="5238750" y="3857625"/>
            <a:ext cx="3238500" cy="904875"/>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התוכנה שומרת</a:t>
            </a:r>
          </a:p>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את היסטוריית הפרויקט</a:t>
            </a:r>
          </a:p>
        </p:txBody>
      </p:sp>
      <p:sp>
        <p:nvSpPr>
          <p:cNvPr id="9" name="text-101">
            <a:extLst>
              <a:ext uri="{FF2B5EF4-FFF2-40B4-BE49-F238E27FC236}">
                <a16:creationId xmlns:a16="http://schemas.microsoft.com/office/drawing/2014/main" id="{755C28B7-482A-4C0A-B203-1BC05CDFC86A}"/>
              </a:ext>
            </a:extLst>
          </p:cNvPr>
          <p:cNvSpPr>
            <a:spLocks noGrp="1"/>
          </p:cNvSpPr>
          <p:nvPr/>
        </p:nvSpPr>
        <p:spPr>
          <a:xfrm>
            <a:off x="5191125" y="4953000"/>
            <a:ext cx="3286125" cy="457200"/>
          </a:xfrm>
          <a:prstGeom prst="rect">
            <a:avLst/>
          </a:prstGeom>
          <a:noFill/>
          <a:ln w="0">
            <a:noFill/>
          </a:ln>
        </p:spPr>
        <p:txBody>
          <a:bodyPr wrap="square" lIns="0" tIns="0" rIns="0" bIns="0" anchor="t">
            <a:noAutofit/>
          </a:bodyPr>
          <a:lstStyle>
            <a:defPPr algn="r">
              <a:defRPr sz="2025" b="0">
                <a:solidFill>
                  <a:srgbClr val="88FF88"/>
                </a:solidFill>
                <a:latin typeface="Arial"/>
                <a:ea typeface="Arial"/>
                <a:cs typeface="Arial"/>
              </a:defRPr>
            </a:defPPr>
            <a:lvl1pPr algn="r">
              <a:defRPr sz="2025" b="0">
                <a:solidFill>
                  <a:srgbClr val="88FF88"/>
                </a:solidFill>
                <a:latin typeface="Arial"/>
                <a:ea typeface="Arial"/>
                <a:cs typeface="Arial"/>
              </a:defRPr>
            </a:lvl1pPr>
            <a:lvl2pPr algn="r">
              <a:defRPr sz="2025" b="0">
                <a:solidFill>
                  <a:srgbClr val="88FF88"/>
                </a:solidFill>
                <a:latin typeface="Arial"/>
                <a:ea typeface="Arial"/>
                <a:cs typeface="Arial"/>
              </a:defRPr>
            </a:lvl2pPr>
            <a:lvl3pPr algn="r">
              <a:defRPr sz="2025" b="0">
                <a:solidFill>
                  <a:srgbClr val="88FF88"/>
                </a:solidFill>
                <a:latin typeface="Arial"/>
                <a:ea typeface="Arial"/>
                <a:cs typeface="Arial"/>
              </a:defRPr>
            </a:lvl3pPr>
            <a:lvl4pPr algn="r">
              <a:defRPr sz="2025" b="0">
                <a:solidFill>
                  <a:srgbClr val="88FF88"/>
                </a:solidFill>
                <a:latin typeface="Arial"/>
                <a:ea typeface="Arial"/>
                <a:cs typeface="Arial"/>
              </a:defRPr>
            </a:lvl4pPr>
            <a:lvl5pPr algn="r">
              <a:defRPr sz="2025" b="0">
                <a:solidFill>
                  <a:srgbClr val="88FF88"/>
                </a:solidFill>
                <a:latin typeface="Arial"/>
                <a:ea typeface="Arial"/>
                <a:cs typeface="Arial"/>
              </a:defRPr>
            </a:lvl5pPr>
            <a:lvl6pPr algn="r">
              <a:defRPr sz="2025" b="0">
                <a:solidFill>
                  <a:srgbClr val="88FF88"/>
                </a:solidFill>
                <a:latin typeface="Arial"/>
                <a:ea typeface="Arial"/>
                <a:cs typeface="Arial"/>
              </a:defRPr>
            </a:lvl6pPr>
            <a:lvl7pPr algn="r">
              <a:defRPr sz="2025" b="0">
                <a:solidFill>
                  <a:srgbClr val="88FF88"/>
                </a:solidFill>
                <a:latin typeface="Arial"/>
                <a:ea typeface="Arial"/>
                <a:cs typeface="Arial"/>
              </a:defRPr>
            </a:lvl7pPr>
            <a:lvl8pPr algn="r">
              <a:defRPr sz="2025" b="0">
                <a:solidFill>
                  <a:srgbClr val="88FF88"/>
                </a:solidFill>
                <a:latin typeface="Arial"/>
                <a:ea typeface="Arial"/>
                <a:cs typeface="Arial"/>
              </a:defRPr>
            </a:lvl8pPr>
            <a:lvl9pPr algn="r">
              <a:defRPr sz="2025" b="0">
                <a:solidFill>
                  <a:srgbClr val="88FF88"/>
                </a:solidFill>
                <a:latin typeface="Arial"/>
                <a:ea typeface="Arial"/>
                <a:cs typeface="Arial"/>
              </a:defRPr>
            </a:lvl9pPr>
          </a:lstStyle>
          <a:p>
            <a:pPr algn="r" rtl="1">
              <a:lnSpc>
                <a:spcPct val="108000"/>
              </a:lnSpc>
              <a:buNone/>
              <a:defRPr sz="2025" b="0">
                <a:solidFill>
                  <a:srgbClr val="88FF88"/>
                </a:solidFill>
                <a:latin typeface="Arial"/>
                <a:ea typeface="Arial"/>
                <a:cs typeface="Arial"/>
              </a:defRPr>
            </a:pPr>
            <a:r>
              <a:rPr lang="he-IL" sz="2025" b="0">
                <a:solidFill>
                  <a:srgbClr val="88FF88"/>
                </a:solidFill>
                <a:latin typeface="Arial"/>
                <a:ea typeface="Arial"/>
                <a:cs typeface="Arial"/>
              </a:rPr>
              <a:t>עובדת גם בלי אינטרנט</a:t>
            </a:r>
          </a:p>
        </p:txBody>
      </p:sp>
      <p:sp>
        <p:nvSpPr>
          <p:cNvPr id="10" name="shape-102">
            <a:extLst>
              <a:ext uri="{FF2B5EF4-FFF2-40B4-BE49-F238E27FC236}">
                <a16:creationId xmlns:a16="http://schemas.microsoft.com/office/drawing/2014/main" id="{5A9EAD23-5356-41C4-8293-EE5ABEA9D222}"/>
              </a:ext>
            </a:extLst>
          </p:cNvPr>
          <p:cNvSpPr>
            <a:spLocks noGrp="1"/>
          </p:cNvSpPr>
          <p:nvPr/>
        </p:nvSpPr>
        <p:spPr>
          <a:xfrm>
            <a:off x="619125" y="2524125"/>
            <a:ext cx="3000375" cy="762000"/>
          </a:xfrm>
          <a:prstGeom prst="rect">
            <a:avLst/>
          </a:prstGeom>
          <a:solidFill>
            <a:srgbClr val="25282B"/>
          </a:solidFill>
          <a:ln w="19050">
            <a:solidFill>
              <a:srgbClr val="8888FF"/>
            </a:solidFill>
          </a:ln>
        </p:spPr>
      </p:sp>
      <p:sp>
        <p:nvSpPr>
          <p:cNvPr id="11" name="text-103">
            <a:extLst>
              <a:ext uri="{FF2B5EF4-FFF2-40B4-BE49-F238E27FC236}">
                <a16:creationId xmlns:a16="http://schemas.microsoft.com/office/drawing/2014/main" id="{77BB9AFE-FAA1-4CC4-828A-A68F1924DCF6}"/>
              </a:ext>
            </a:extLst>
          </p:cNvPr>
          <p:cNvSpPr>
            <a:spLocks noGrp="1"/>
          </p:cNvSpPr>
          <p:nvPr/>
        </p:nvSpPr>
        <p:spPr>
          <a:xfrm>
            <a:off x="752475" y="2727960"/>
            <a:ext cx="2733675" cy="6096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מאגרים ברשת</a:t>
            </a:r>
          </a:p>
        </p:txBody>
      </p:sp>
      <p:sp>
        <p:nvSpPr>
          <p:cNvPr id="12" name="text-104">
            <a:extLst>
              <a:ext uri="{FF2B5EF4-FFF2-40B4-BE49-F238E27FC236}">
                <a16:creationId xmlns:a16="http://schemas.microsoft.com/office/drawing/2014/main" id="{556C1ED4-F719-4419-BAC8-3027153FC5FC}"/>
              </a:ext>
            </a:extLst>
          </p:cNvPr>
          <p:cNvSpPr>
            <a:spLocks noGrp="1"/>
          </p:cNvSpPr>
          <p:nvPr/>
        </p:nvSpPr>
        <p:spPr>
          <a:xfrm>
            <a:off x="619125" y="3524250"/>
            <a:ext cx="3000375" cy="781050"/>
          </a:xfrm>
          <a:prstGeom prst="rect">
            <a:avLst/>
          </a:prstGeom>
          <a:noFill/>
          <a:ln w="0">
            <a:noFill/>
          </a:ln>
        </p:spPr>
        <p:txBody>
          <a:bodyPr wrap="square" lIns="0" tIns="0" rIns="0" bIns="0" anchor="t">
            <a:noAutofit/>
          </a:bodyPr>
          <a:lstStyle>
            <a:defPPr algn="r">
              <a:defRPr sz="2175" b="0">
                <a:solidFill>
                  <a:srgbClr val="F7F7F7"/>
                </a:solidFill>
                <a:latin typeface="Arial"/>
                <a:ea typeface="Arial"/>
                <a:cs typeface="Arial"/>
              </a:defRPr>
            </a:defPPr>
            <a:lvl1pPr algn="r">
              <a:defRPr sz="2175" b="0">
                <a:solidFill>
                  <a:srgbClr val="F7F7F7"/>
                </a:solidFill>
                <a:latin typeface="Arial"/>
                <a:ea typeface="Arial"/>
                <a:cs typeface="Arial"/>
              </a:defRPr>
            </a:lvl1pPr>
            <a:lvl2pPr algn="r">
              <a:defRPr sz="2175" b="0">
                <a:solidFill>
                  <a:srgbClr val="F7F7F7"/>
                </a:solidFill>
                <a:latin typeface="Arial"/>
                <a:ea typeface="Arial"/>
                <a:cs typeface="Arial"/>
              </a:defRPr>
            </a:lvl2pPr>
            <a:lvl3pPr algn="r">
              <a:defRPr sz="2175" b="0">
                <a:solidFill>
                  <a:srgbClr val="F7F7F7"/>
                </a:solidFill>
                <a:latin typeface="Arial"/>
                <a:ea typeface="Arial"/>
                <a:cs typeface="Arial"/>
              </a:defRPr>
            </a:lvl3pPr>
            <a:lvl4pPr algn="r">
              <a:defRPr sz="2175" b="0">
                <a:solidFill>
                  <a:srgbClr val="F7F7F7"/>
                </a:solidFill>
                <a:latin typeface="Arial"/>
                <a:ea typeface="Arial"/>
                <a:cs typeface="Arial"/>
              </a:defRPr>
            </a:lvl4pPr>
            <a:lvl5pPr algn="r">
              <a:defRPr sz="2175" b="0">
                <a:solidFill>
                  <a:srgbClr val="F7F7F7"/>
                </a:solidFill>
                <a:latin typeface="Arial"/>
                <a:ea typeface="Arial"/>
                <a:cs typeface="Arial"/>
              </a:defRPr>
            </a:lvl5pPr>
            <a:lvl6pPr algn="r">
              <a:defRPr sz="2175" b="0">
                <a:solidFill>
                  <a:srgbClr val="F7F7F7"/>
                </a:solidFill>
                <a:latin typeface="Arial"/>
                <a:ea typeface="Arial"/>
                <a:cs typeface="Arial"/>
              </a:defRPr>
            </a:lvl6pPr>
            <a:lvl7pPr algn="r">
              <a:defRPr sz="2175" b="0">
                <a:solidFill>
                  <a:srgbClr val="F7F7F7"/>
                </a:solidFill>
                <a:latin typeface="Arial"/>
                <a:ea typeface="Arial"/>
                <a:cs typeface="Arial"/>
              </a:defRPr>
            </a:lvl7pPr>
            <a:lvl8pPr algn="r">
              <a:defRPr sz="2175" b="0">
                <a:solidFill>
                  <a:srgbClr val="F7F7F7"/>
                </a:solidFill>
                <a:latin typeface="Arial"/>
                <a:ea typeface="Arial"/>
                <a:cs typeface="Arial"/>
              </a:defRPr>
            </a:lvl8pPr>
            <a:lvl9pPr algn="r">
              <a:defRPr sz="2175" b="0">
                <a:solidFill>
                  <a:srgbClr val="F7F7F7"/>
                </a:solidFill>
                <a:latin typeface="Arial"/>
                <a:ea typeface="Arial"/>
                <a:cs typeface="Arial"/>
              </a:defRPr>
            </a:lvl9pPr>
          </a:lstStyle>
          <a:p>
            <a:pPr algn="r" rtl="1">
              <a:lnSpc>
                <a:spcPct val="108000"/>
              </a:lnSpc>
              <a:buNone/>
              <a:defRPr sz="2175" b="0">
                <a:solidFill>
                  <a:srgbClr val="F7F7F7"/>
                </a:solidFill>
                <a:latin typeface="Arial"/>
                <a:ea typeface="Arial"/>
                <a:cs typeface="Arial"/>
              </a:defRPr>
            </a:pPr>
            <a:r>
              <a:rPr lang="he-IL" sz="2175" b="0">
                <a:solidFill>
                  <a:srgbClr val="F7F7F7"/>
                </a:solidFill>
                <a:latin typeface="Arial"/>
                <a:ea typeface="Arial"/>
                <a:cs typeface="Arial"/>
              </a:rPr>
              <a:t>סנכרון בין חברי הצוות</a:t>
            </a:r>
          </a:p>
        </p:txBody>
      </p:sp>
      <p:sp>
        <p:nvSpPr>
          <p:cNvPr id="13" name="text-105">
            <a:extLst>
              <a:ext uri="{FF2B5EF4-FFF2-40B4-BE49-F238E27FC236}">
                <a16:creationId xmlns:a16="http://schemas.microsoft.com/office/drawing/2014/main" id="{686E9FCA-AA53-491E-98B9-7351A336EEF4}"/>
              </a:ext>
            </a:extLst>
          </p:cNvPr>
          <p:cNvSpPr>
            <a:spLocks noGrp="1"/>
          </p:cNvSpPr>
          <p:nvPr/>
        </p:nvSpPr>
        <p:spPr>
          <a:xfrm>
            <a:off x="571500" y="4524375"/>
            <a:ext cx="3143250" cy="857250"/>
          </a:xfrm>
          <a:prstGeom prst="rect">
            <a:avLst/>
          </a:prstGeom>
          <a:noFill/>
          <a:ln w="0">
            <a:noFill/>
          </a:ln>
        </p:spPr>
        <p:txBody>
          <a:bodyPr wrap="square" lIns="0" tIns="0" rIns="0" bIns="0" anchor="t">
            <a:noAutofit/>
          </a:bodyPr>
          <a:lstStyle>
            <a:defPPr algn="r">
              <a:defRPr sz="2100" b="0">
                <a:solidFill>
                  <a:srgbClr val="8888FF"/>
                </a:solidFill>
                <a:latin typeface="Arial"/>
                <a:ea typeface="Arial"/>
                <a:cs typeface="Arial"/>
              </a:defRPr>
            </a:defPPr>
            <a:lvl1pPr algn="r">
              <a:defRPr sz="2100" b="0">
                <a:solidFill>
                  <a:srgbClr val="8888FF"/>
                </a:solidFill>
                <a:latin typeface="Arial"/>
                <a:ea typeface="Arial"/>
                <a:cs typeface="Arial"/>
              </a:defRPr>
            </a:lvl1pPr>
            <a:lvl2pPr algn="r">
              <a:defRPr sz="2100" b="0">
                <a:solidFill>
                  <a:srgbClr val="8888FF"/>
                </a:solidFill>
                <a:latin typeface="Arial"/>
                <a:ea typeface="Arial"/>
                <a:cs typeface="Arial"/>
              </a:defRPr>
            </a:lvl2pPr>
            <a:lvl3pPr algn="r">
              <a:defRPr sz="2100" b="0">
                <a:solidFill>
                  <a:srgbClr val="8888FF"/>
                </a:solidFill>
                <a:latin typeface="Arial"/>
                <a:ea typeface="Arial"/>
                <a:cs typeface="Arial"/>
              </a:defRPr>
            </a:lvl3pPr>
            <a:lvl4pPr algn="r">
              <a:defRPr sz="2100" b="0">
                <a:solidFill>
                  <a:srgbClr val="8888FF"/>
                </a:solidFill>
                <a:latin typeface="Arial"/>
                <a:ea typeface="Arial"/>
                <a:cs typeface="Arial"/>
              </a:defRPr>
            </a:lvl4pPr>
            <a:lvl5pPr algn="r">
              <a:defRPr sz="2100" b="0">
                <a:solidFill>
                  <a:srgbClr val="8888FF"/>
                </a:solidFill>
                <a:latin typeface="Arial"/>
                <a:ea typeface="Arial"/>
                <a:cs typeface="Arial"/>
              </a:defRPr>
            </a:lvl5pPr>
            <a:lvl6pPr algn="r">
              <a:defRPr sz="2100" b="0">
                <a:solidFill>
                  <a:srgbClr val="8888FF"/>
                </a:solidFill>
                <a:latin typeface="Arial"/>
                <a:ea typeface="Arial"/>
                <a:cs typeface="Arial"/>
              </a:defRPr>
            </a:lvl6pPr>
            <a:lvl7pPr algn="r">
              <a:defRPr sz="2100" b="0">
                <a:solidFill>
                  <a:srgbClr val="8888FF"/>
                </a:solidFill>
                <a:latin typeface="Arial"/>
                <a:ea typeface="Arial"/>
                <a:cs typeface="Arial"/>
              </a:defRPr>
            </a:lvl7pPr>
            <a:lvl8pPr algn="r">
              <a:defRPr sz="2100" b="0">
                <a:solidFill>
                  <a:srgbClr val="8888FF"/>
                </a:solidFill>
                <a:latin typeface="Arial"/>
                <a:ea typeface="Arial"/>
                <a:cs typeface="Arial"/>
              </a:defRPr>
            </a:lvl8pPr>
            <a:lvl9pPr algn="r">
              <a:defRPr sz="2100" b="0">
                <a:solidFill>
                  <a:srgbClr val="8888FF"/>
                </a:solidFill>
                <a:latin typeface="Arial"/>
                <a:ea typeface="Arial"/>
                <a:cs typeface="Arial"/>
              </a:defRPr>
            </a:lvl9pPr>
          </a:lstStyle>
          <a:p>
            <a:pPr algn="r" rtl="1">
              <a:lnSpc>
                <a:spcPct val="108000"/>
              </a:lnSpc>
              <a:buNone/>
              <a:defRPr sz="2100" b="0">
                <a:solidFill>
                  <a:srgbClr val="8888FF"/>
                </a:solidFill>
                <a:latin typeface="Arial"/>
                <a:ea typeface="Arial"/>
                <a:cs typeface="Arial"/>
              </a:defRPr>
            </a:pPr>
            <a:r>
              <a:rPr lang="he-IL" sz="2100" b="0">
                <a:solidFill>
                  <a:srgbClr val="8888FF"/>
                </a:solidFill>
                <a:latin typeface="Arial"/>
                <a:ea typeface="Arial"/>
                <a:cs typeface="Arial"/>
              </a:rPr>
              <a:t>ארגונים · סקירת קוד</a:t>
            </a:r>
          </a:p>
          <a:p>
            <a:pPr algn="r" rtl="1">
              <a:lnSpc>
                <a:spcPct val="108000"/>
              </a:lnSpc>
              <a:buNone/>
              <a:defRPr sz="2100" b="0">
                <a:solidFill>
                  <a:srgbClr val="8888FF"/>
                </a:solidFill>
                <a:latin typeface="Arial"/>
                <a:ea typeface="Arial"/>
                <a:cs typeface="Arial"/>
              </a:defRPr>
            </a:pPr>
            <a:r>
              <a:rPr lang="he-IL" sz="2100" b="0">
                <a:solidFill>
                  <a:srgbClr val="8888FF"/>
                </a:solidFill>
                <a:latin typeface="Arial"/>
                <a:ea typeface="Arial"/>
                <a:cs typeface="Arial"/>
              </a:rPr>
              <a:t>README · אירוח המשחק</a:t>
            </a:r>
          </a:p>
        </p:txBody>
      </p:sp>
      <p:sp>
        <p:nvSpPr>
          <p:cNvPr id="14" name="line-106">
            <a:extLst>
              <a:ext uri="{FF2B5EF4-FFF2-40B4-BE49-F238E27FC236}">
                <a16:creationId xmlns:a16="http://schemas.microsoft.com/office/drawing/2014/main" id="{7FB94CF3-4B77-41FD-B894-09CDE77FB956}"/>
              </a:ext>
            </a:extLst>
          </p:cNvPr>
          <p:cNvSpPr>
            <a:spLocks noGrp="1"/>
          </p:cNvSpPr>
          <p:nvPr/>
        </p:nvSpPr>
        <p:spPr>
          <a:xfrm>
            <a:off x="3952875" y="2933700"/>
            <a:ext cx="1143000" cy="9525"/>
          </a:xfrm>
          <a:custGeom>
            <a:avLst/>
            <a:gdLst/>
            <a:ahLst/>
            <a:cxnLst/>
            <a:rect l="0" t="0" r="0" b="0"/>
            <a:pathLst>
              <a:path w="1143000" h="9525">
                <a:moveTo>
                  <a:pt x="0" y="0"/>
                </a:moveTo>
                <a:lnTo>
                  <a:pt x="1143000" y="0"/>
                </a:lnTo>
              </a:path>
            </a:pathLst>
          </a:custGeom>
          <a:noFill/>
          <a:ln w="38100">
            <a:solidFill>
              <a:srgbClr val="42AFFA"/>
            </a:solidFill>
          </a:ln>
        </p:spPr>
      </p:sp>
      <p:sp>
        <p:nvSpPr>
          <p:cNvPr id="15" name="line-107">
            <a:extLst>
              <a:ext uri="{FF2B5EF4-FFF2-40B4-BE49-F238E27FC236}">
                <a16:creationId xmlns:a16="http://schemas.microsoft.com/office/drawing/2014/main" id="{3C4CC38A-E184-48DF-AEB2-5628D1A58073}"/>
              </a:ext>
            </a:extLst>
          </p:cNvPr>
          <p:cNvSpPr>
            <a:spLocks noGrp="1"/>
          </p:cNvSpPr>
          <p:nvPr/>
        </p:nvSpPr>
        <p:spPr>
          <a:xfrm>
            <a:off x="4998431" y="2933700"/>
            <a:ext cx="97444" cy="59743"/>
          </a:xfrm>
          <a:custGeom>
            <a:avLst/>
            <a:gdLst/>
            <a:ahLst/>
            <a:cxnLst/>
            <a:rect l="0" t="0" r="0" b="0"/>
            <a:pathLst>
              <a:path w="97444" h="59743">
                <a:moveTo>
                  <a:pt x="97444" y="0"/>
                </a:moveTo>
                <a:lnTo>
                  <a:pt x="0" y="59743"/>
                </a:lnTo>
              </a:path>
            </a:pathLst>
          </a:custGeom>
          <a:noFill/>
          <a:ln w="38100">
            <a:solidFill>
              <a:srgbClr val="42AFFA"/>
            </a:solidFill>
          </a:ln>
        </p:spPr>
      </p:sp>
      <p:sp>
        <p:nvSpPr>
          <p:cNvPr id="16" name="line-108">
            <a:extLst>
              <a:ext uri="{FF2B5EF4-FFF2-40B4-BE49-F238E27FC236}">
                <a16:creationId xmlns:a16="http://schemas.microsoft.com/office/drawing/2014/main" id="{92F53ED3-E0E5-47B1-B69F-74A50E4DD537}"/>
              </a:ext>
            </a:extLst>
          </p:cNvPr>
          <p:cNvSpPr>
            <a:spLocks noGrp="1"/>
          </p:cNvSpPr>
          <p:nvPr/>
        </p:nvSpPr>
        <p:spPr>
          <a:xfrm>
            <a:off x="4998431" y="2873957"/>
            <a:ext cx="97444" cy="59743"/>
          </a:xfrm>
          <a:custGeom>
            <a:avLst/>
            <a:gdLst/>
            <a:ahLst/>
            <a:cxnLst/>
            <a:rect l="0" t="0" r="0" b="0"/>
            <a:pathLst>
              <a:path w="97444" h="59743">
                <a:moveTo>
                  <a:pt x="97444" y="59743"/>
                </a:moveTo>
                <a:lnTo>
                  <a:pt x="0" y="0"/>
                </a:lnTo>
              </a:path>
            </a:pathLst>
          </a:custGeom>
          <a:noFill/>
          <a:ln w="38100">
            <a:solidFill>
              <a:srgbClr val="42AFFA"/>
            </a:solidFill>
          </a:ln>
        </p:spPr>
      </p:sp>
    </p:spTree>
    <p:extLst>
      <p:ext uri="{BB962C8B-B14F-4D97-AF65-F5344CB8AC3E}">
        <p14:creationId xmlns:p14="http://schemas.microsoft.com/office/powerpoint/2010/main" val="756773530"/>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9" name="text-109">
            <a:extLst>
              <a:ext uri="{FF2B5EF4-FFF2-40B4-BE49-F238E27FC236}">
                <a16:creationId xmlns:a16="http://schemas.microsoft.com/office/drawing/2014/main" id="{D2BC78A3-8329-4D21-B9AB-595FDB0A3FE8}"/>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אפשר גם עם כפתורים</a:t>
            </a:r>
          </a:p>
        </p:txBody>
      </p:sp>
      <p:sp>
        <p:nvSpPr>
          <p:cNvPr id="2" name="text-110">
            <a:extLst>
              <a:ext uri="{FF2B5EF4-FFF2-40B4-BE49-F238E27FC236}">
                <a16:creationId xmlns:a16="http://schemas.microsoft.com/office/drawing/2014/main" id="{B1815FD0-8102-4406-8818-621E8174729C}"/>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07</a:t>
            </a:r>
          </a:p>
        </p:txBody>
      </p:sp>
      <p:sp>
        <p:nvSpPr>
          <p:cNvPr id="3" name="text-111">
            <a:extLst>
              <a:ext uri="{FF2B5EF4-FFF2-40B4-BE49-F238E27FC236}">
                <a16:creationId xmlns:a16="http://schemas.microsoft.com/office/drawing/2014/main" id="{196F6586-46A0-4E5E-A05B-4285B8398D33}"/>
              </a:ext>
            </a:extLst>
          </p:cNvPr>
          <p:cNvSpPr>
            <a:spLocks noGrp="1"/>
          </p:cNvSpPr>
          <p:nvPr/>
        </p:nvSpPr>
        <p:spPr>
          <a:xfrm>
            <a:off x="571500" y="1285875"/>
            <a:ext cx="8001000" cy="666750"/>
          </a:xfrm>
          <a:prstGeom prst="rect">
            <a:avLst/>
          </a:prstGeom>
          <a:noFill/>
          <a:ln w="0">
            <a:noFill/>
          </a:ln>
        </p:spPr>
        <p:txBody>
          <a:bodyPr wrap="none" lIns="0" tIns="0" rIns="0" bIns="0" anchor="t">
            <a:noAutofit/>
          </a:bodyPr>
          <a:lstStyle>
            <a:defPPr algn="l">
              <a:defRPr sz="3450" b="0">
                <a:solidFill>
                  <a:srgbClr val="8888FF"/>
                </a:solidFill>
                <a:latin typeface="Consolas"/>
                <a:ea typeface="Consolas"/>
                <a:cs typeface="Consolas"/>
              </a:defRPr>
            </a:defPPr>
            <a:lvl1pPr algn="l">
              <a:defRPr sz="3450" b="0">
                <a:solidFill>
                  <a:srgbClr val="8888FF"/>
                </a:solidFill>
                <a:latin typeface="Consolas"/>
                <a:ea typeface="Consolas"/>
                <a:cs typeface="Consolas"/>
              </a:defRPr>
            </a:lvl1pPr>
            <a:lvl2pPr algn="l">
              <a:defRPr sz="3450" b="0">
                <a:solidFill>
                  <a:srgbClr val="8888FF"/>
                </a:solidFill>
                <a:latin typeface="Consolas"/>
                <a:ea typeface="Consolas"/>
                <a:cs typeface="Consolas"/>
              </a:defRPr>
            </a:lvl2pPr>
            <a:lvl3pPr algn="l">
              <a:defRPr sz="3450" b="0">
                <a:solidFill>
                  <a:srgbClr val="8888FF"/>
                </a:solidFill>
                <a:latin typeface="Consolas"/>
                <a:ea typeface="Consolas"/>
                <a:cs typeface="Consolas"/>
              </a:defRPr>
            </a:lvl3pPr>
            <a:lvl4pPr algn="l">
              <a:defRPr sz="3450" b="0">
                <a:solidFill>
                  <a:srgbClr val="8888FF"/>
                </a:solidFill>
                <a:latin typeface="Consolas"/>
                <a:ea typeface="Consolas"/>
                <a:cs typeface="Consolas"/>
              </a:defRPr>
            </a:lvl4pPr>
            <a:lvl5pPr algn="l">
              <a:defRPr sz="3450" b="0">
                <a:solidFill>
                  <a:srgbClr val="8888FF"/>
                </a:solidFill>
                <a:latin typeface="Consolas"/>
                <a:ea typeface="Consolas"/>
                <a:cs typeface="Consolas"/>
              </a:defRPr>
            </a:lvl5pPr>
            <a:lvl6pPr algn="l">
              <a:defRPr sz="3450" b="0">
                <a:solidFill>
                  <a:srgbClr val="8888FF"/>
                </a:solidFill>
                <a:latin typeface="Consolas"/>
                <a:ea typeface="Consolas"/>
                <a:cs typeface="Consolas"/>
              </a:defRPr>
            </a:lvl6pPr>
            <a:lvl7pPr algn="l">
              <a:defRPr sz="3450" b="0">
                <a:solidFill>
                  <a:srgbClr val="8888FF"/>
                </a:solidFill>
                <a:latin typeface="Consolas"/>
                <a:ea typeface="Consolas"/>
                <a:cs typeface="Consolas"/>
              </a:defRPr>
            </a:lvl7pPr>
            <a:lvl8pPr algn="l">
              <a:defRPr sz="3450" b="0">
                <a:solidFill>
                  <a:srgbClr val="8888FF"/>
                </a:solidFill>
                <a:latin typeface="Consolas"/>
                <a:ea typeface="Consolas"/>
                <a:cs typeface="Consolas"/>
              </a:defRPr>
            </a:lvl8pPr>
            <a:lvl9pPr algn="l">
              <a:defRPr sz="3450" b="0">
                <a:solidFill>
                  <a:srgbClr val="8888FF"/>
                </a:solidFill>
                <a:latin typeface="Consolas"/>
                <a:ea typeface="Consolas"/>
                <a:cs typeface="Consolas"/>
              </a:defRPr>
            </a:lvl9pPr>
          </a:lstStyle>
          <a:p>
            <a:pPr algn="l" rtl="0">
              <a:lnSpc>
                <a:spcPct val="108000"/>
              </a:lnSpc>
              <a:buNone/>
              <a:defRPr sz="3450" b="0">
                <a:solidFill>
                  <a:srgbClr val="8888FF"/>
                </a:solidFill>
                <a:latin typeface="Consolas"/>
                <a:ea typeface="Consolas"/>
                <a:cs typeface="Consolas"/>
              </a:defRPr>
            </a:pPr>
            <a:r>
              <a:rPr lang="en-US" sz="3450" b="0">
                <a:solidFill>
                  <a:srgbClr val="8888FF"/>
                </a:solidFill>
                <a:latin typeface="Consolas"/>
                <a:ea typeface="Consolas"/>
                <a:cs typeface="Consolas"/>
              </a:rPr>
              <a:t>GitHub Desktop</a:t>
            </a:r>
          </a:p>
        </p:txBody>
      </p:sp>
      <p:pic>
        <p:nvPicPr>
          <p:cNvPr id="4" name="image-112">
            <a:extLst>
              <a:ext uri="{FF2B5EF4-FFF2-40B4-BE49-F238E27FC236}">
                <a16:creationId xmlns:a16="http://schemas.microsoft.com/office/drawing/2014/main" id="{2CEFF29E-3DB3-4BA2-AC37-D460F82AC835}"/>
              </a:ext>
            </a:extLst>
          </p:cNvPr>
          <p:cNvPicPr>
            <a:picLocks noChangeAspect="1"/>
          </p:cNvPicPr>
          <p:nvPr/>
        </p:nvPicPr>
        <p:blipFill>
          <a:blip r:embed="rId3"/>
          <a:stretch/>
        </p:blipFill>
        <p:spPr>
          <a:xfrm>
            <a:off x="523875" y="2200043"/>
            <a:ext cx="8096250" cy="2629364"/>
          </a:xfrm>
          <a:prstGeom prst="rect">
            <a:avLst/>
          </a:prstGeom>
        </p:spPr>
      </p:pic>
      <p:sp>
        <p:nvSpPr>
          <p:cNvPr id="5" name="shape-113">
            <a:extLst>
              <a:ext uri="{FF2B5EF4-FFF2-40B4-BE49-F238E27FC236}">
                <a16:creationId xmlns:a16="http://schemas.microsoft.com/office/drawing/2014/main" id="{41E262E1-D097-4443-81DC-7DDD129C5C6F}"/>
              </a:ext>
            </a:extLst>
          </p:cNvPr>
          <p:cNvSpPr>
            <a:spLocks noGrp="1"/>
          </p:cNvSpPr>
          <p:nvPr/>
        </p:nvSpPr>
        <p:spPr>
          <a:xfrm>
            <a:off x="571500" y="2752209"/>
            <a:ext cx="2671763" cy="946571"/>
          </a:xfrm>
          <a:prstGeom prst="rect">
            <a:avLst/>
          </a:prstGeom>
          <a:noFill/>
          <a:ln w="38100">
            <a:solidFill>
              <a:srgbClr val="88FF88"/>
            </a:solidFill>
          </a:ln>
        </p:spPr>
      </p:sp>
      <p:sp>
        <p:nvSpPr>
          <p:cNvPr id="6" name="text-114">
            <a:extLst>
              <a:ext uri="{FF2B5EF4-FFF2-40B4-BE49-F238E27FC236}">
                <a16:creationId xmlns:a16="http://schemas.microsoft.com/office/drawing/2014/main" id="{CA008439-318A-4557-9026-845ACAA39670}"/>
              </a:ext>
            </a:extLst>
          </p:cNvPr>
          <p:cNvSpPr>
            <a:spLocks noGrp="1"/>
          </p:cNvSpPr>
          <p:nvPr/>
        </p:nvSpPr>
        <p:spPr>
          <a:xfrm>
            <a:off x="571500" y="5000625"/>
            <a:ext cx="4667250" cy="571500"/>
          </a:xfrm>
          <a:prstGeom prst="rect">
            <a:avLst/>
          </a:prstGeom>
          <a:noFill/>
          <a:ln w="0">
            <a:noFill/>
          </a:ln>
        </p:spPr>
        <p:txBody>
          <a:bodyPr wrap="square" lIns="0" tIns="0" rIns="0" bIns="0" anchor="t">
            <a:noAutofit/>
          </a:bodyPr>
          <a:lstStyle>
            <a:defPPr algn="r">
              <a:defRPr sz="2550" b="0">
                <a:solidFill>
                  <a:srgbClr val="F7F7F7"/>
                </a:solidFill>
                <a:latin typeface="Arial"/>
                <a:ea typeface="Arial"/>
                <a:cs typeface="Arial"/>
              </a:defRPr>
            </a:defPPr>
            <a:lvl1pPr algn="r">
              <a:defRPr sz="2550" b="0">
                <a:solidFill>
                  <a:srgbClr val="F7F7F7"/>
                </a:solidFill>
                <a:latin typeface="Arial"/>
                <a:ea typeface="Arial"/>
                <a:cs typeface="Arial"/>
              </a:defRPr>
            </a:lvl1pPr>
            <a:lvl2pPr algn="r">
              <a:defRPr sz="2550" b="0">
                <a:solidFill>
                  <a:srgbClr val="F7F7F7"/>
                </a:solidFill>
                <a:latin typeface="Arial"/>
                <a:ea typeface="Arial"/>
                <a:cs typeface="Arial"/>
              </a:defRPr>
            </a:lvl2pPr>
            <a:lvl3pPr algn="r">
              <a:defRPr sz="2550" b="0">
                <a:solidFill>
                  <a:srgbClr val="F7F7F7"/>
                </a:solidFill>
                <a:latin typeface="Arial"/>
                <a:ea typeface="Arial"/>
                <a:cs typeface="Arial"/>
              </a:defRPr>
            </a:lvl3pPr>
            <a:lvl4pPr algn="r">
              <a:defRPr sz="2550" b="0">
                <a:solidFill>
                  <a:srgbClr val="F7F7F7"/>
                </a:solidFill>
                <a:latin typeface="Arial"/>
                <a:ea typeface="Arial"/>
                <a:cs typeface="Arial"/>
              </a:defRPr>
            </a:lvl4pPr>
            <a:lvl5pPr algn="r">
              <a:defRPr sz="2550" b="0">
                <a:solidFill>
                  <a:srgbClr val="F7F7F7"/>
                </a:solidFill>
                <a:latin typeface="Arial"/>
                <a:ea typeface="Arial"/>
                <a:cs typeface="Arial"/>
              </a:defRPr>
            </a:lvl5pPr>
            <a:lvl6pPr algn="r">
              <a:defRPr sz="2550" b="0">
                <a:solidFill>
                  <a:srgbClr val="F7F7F7"/>
                </a:solidFill>
                <a:latin typeface="Arial"/>
                <a:ea typeface="Arial"/>
                <a:cs typeface="Arial"/>
              </a:defRPr>
            </a:lvl6pPr>
            <a:lvl7pPr algn="r">
              <a:defRPr sz="2550" b="0">
                <a:solidFill>
                  <a:srgbClr val="F7F7F7"/>
                </a:solidFill>
                <a:latin typeface="Arial"/>
                <a:ea typeface="Arial"/>
                <a:cs typeface="Arial"/>
              </a:defRPr>
            </a:lvl7pPr>
            <a:lvl8pPr algn="r">
              <a:defRPr sz="2550" b="0">
                <a:solidFill>
                  <a:srgbClr val="F7F7F7"/>
                </a:solidFill>
                <a:latin typeface="Arial"/>
                <a:ea typeface="Arial"/>
                <a:cs typeface="Arial"/>
              </a:defRPr>
            </a:lvl8pPr>
            <a:lvl9pPr algn="r">
              <a:defRPr sz="2550" b="0">
                <a:solidFill>
                  <a:srgbClr val="F7F7F7"/>
                </a:solidFill>
                <a:latin typeface="Arial"/>
                <a:ea typeface="Arial"/>
                <a:cs typeface="Arial"/>
              </a:defRPr>
            </a:lvl9pPr>
          </a:lstStyle>
          <a:p>
            <a:pPr algn="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שינויים והיסטוריה</a:t>
            </a:r>
          </a:p>
        </p:txBody>
      </p:sp>
      <p:sp>
        <p:nvSpPr>
          <p:cNvPr id="7" name="text-115">
            <a:extLst>
              <a:ext uri="{FF2B5EF4-FFF2-40B4-BE49-F238E27FC236}">
                <a16:creationId xmlns:a16="http://schemas.microsoft.com/office/drawing/2014/main" id="{AE6467F8-0879-4ABC-BFFA-A98E518FE246}"/>
              </a:ext>
            </a:extLst>
          </p:cNvPr>
          <p:cNvSpPr>
            <a:spLocks noGrp="1"/>
          </p:cNvSpPr>
          <p:nvPr/>
        </p:nvSpPr>
        <p:spPr>
          <a:xfrm>
            <a:off x="571500" y="1666875"/>
            <a:ext cx="8001000" cy="523875"/>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אותה עבודת Git דרך ממשק גרפי</a:t>
            </a:r>
          </a:p>
        </p:txBody>
      </p:sp>
      <p:sp>
        <p:nvSpPr>
          <p:cNvPr id="8" name="text-116">
            <a:hlinkClick r:id="rId4"/>
            <a:extLst>
              <a:ext uri="{FF2B5EF4-FFF2-40B4-BE49-F238E27FC236}">
                <a16:creationId xmlns:a16="http://schemas.microsoft.com/office/drawing/2014/main" id="{CED99D3D-FCDC-4AFC-8FB9-2513FC8DB761}"/>
              </a:ext>
            </a:extLst>
          </p:cNvPr>
          <p:cNvSpPr>
            <a:spLocks noGrp="1"/>
          </p:cNvSpPr>
          <p:nvPr/>
        </p:nvSpPr>
        <p:spPr>
          <a:xfrm>
            <a:off x="571500" y="5667375"/>
            <a:ext cx="8001000" cy="381000"/>
          </a:xfrm>
          <a:prstGeom prst="rect">
            <a:avLst/>
          </a:prstGeom>
          <a:noFill/>
          <a:ln w="0">
            <a:noFill/>
          </a:ln>
        </p:spPr>
        <p:txBody>
          <a:bodyPr wrap="square" lIns="0" tIns="0" rIns="0" bIns="0" anchor="t">
            <a:noAutofit/>
          </a:bodyPr>
          <a:lstStyle>
            <a:defPPr algn="r">
              <a:defRPr sz="1950" b="0">
                <a:solidFill>
                  <a:srgbClr val="42AFFA"/>
                </a:solidFill>
                <a:latin typeface="Arial"/>
                <a:ea typeface="Arial"/>
                <a:cs typeface="Arial"/>
              </a:defRPr>
            </a:defPPr>
            <a:lvl1pPr algn="r">
              <a:defRPr sz="1950" b="0">
                <a:solidFill>
                  <a:srgbClr val="42AFFA"/>
                </a:solidFill>
                <a:latin typeface="Arial"/>
                <a:ea typeface="Arial"/>
                <a:cs typeface="Arial"/>
              </a:defRPr>
            </a:lvl1pPr>
            <a:lvl2pPr algn="r">
              <a:defRPr sz="1950" b="0">
                <a:solidFill>
                  <a:srgbClr val="42AFFA"/>
                </a:solidFill>
                <a:latin typeface="Arial"/>
                <a:ea typeface="Arial"/>
                <a:cs typeface="Arial"/>
              </a:defRPr>
            </a:lvl2pPr>
            <a:lvl3pPr algn="r">
              <a:defRPr sz="1950" b="0">
                <a:solidFill>
                  <a:srgbClr val="42AFFA"/>
                </a:solidFill>
                <a:latin typeface="Arial"/>
                <a:ea typeface="Arial"/>
                <a:cs typeface="Arial"/>
              </a:defRPr>
            </a:lvl3pPr>
            <a:lvl4pPr algn="r">
              <a:defRPr sz="1950" b="0">
                <a:solidFill>
                  <a:srgbClr val="42AFFA"/>
                </a:solidFill>
                <a:latin typeface="Arial"/>
                <a:ea typeface="Arial"/>
                <a:cs typeface="Arial"/>
              </a:defRPr>
            </a:lvl4pPr>
            <a:lvl5pPr algn="r">
              <a:defRPr sz="1950" b="0">
                <a:solidFill>
                  <a:srgbClr val="42AFFA"/>
                </a:solidFill>
                <a:latin typeface="Arial"/>
                <a:ea typeface="Arial"/>
                <a:cs typeface="Arial"/>
              </a:defRPr>
            </a:lvl5pPr>
            <a:lvl6pPr algn="r">
              <a:defRPr sz="1950" b="0">
                <a:solidFill>
                  <a:srgbClr val="42AFFA"/>
                </a:solidFill>
                <a:latin typeface="Arial"/>
                <a:ea typeface="Arial"/>
                <a:cs typeface="Arial"/>
              </a:defRPr>
            </a:lvl6pPr>
            <a:lvl7pPr algn="r">
              <a:defRPr sz="1950" b="0">
                <a:solidFill>
                  <a:srgbClr val="42AFFA"/>
                </a:solidFill>
                <a:latin typeface="Arial"/>
                <a:ea typeface="Arial"/>
                <a:cs typeface="Arial"/>
              </a:defRPr>
            </a:lvl7pPr>
            <a:lvl8pPr algn="r">
              <a:defRPr sz="1950" b="0">
                <a:solidFill>
                  <a:srgbClr val="42AFFA"/>
                </a:solidFill>
                <a:latin typeface="Arial"/>
                <a:ea typeface="Arial"/>
                <a:cs typeface="Arial"/>
              </a:defRPr>
            </a:lvl8pPr>
            <a:lvl9pPr algn="r">
              <a:defRPr sz="1950" b="0">
                <a:solidFill>
                  <a:srgbClr val="42AFFA"/>
                </a:solidFill>
                <a:latin typeface="Arial"/>
                <a:ea typeface="Arial"/>
                <a:cs typeface="Arial"/>
              </a:defRPr>
            </a:lvl9pPr>
          </a:lstStyle>
          <a:p>
            <a:pPr algn="r" rtl="1">
              <a:lnSpc>
                <a:spcPct val="108000"/>
              </a:lnSpc>
              <a:buNone/>
              <a:defRPr sz="1950" b="0">
                <a:solidFill>
                  <a:srgbClr val="42AFFA"/>
                </a:solidFill>
                <a:latin typeface="Arial"/>
                <a:ea typeface="Arial"/>
                <a:cs typeface="Arial"/>
              </a:defRPr>
            </a:pPr>
            <a:r>
              <a:rPr lang="he-IL" sz="1950" b="0">
                <a:solidFill>
                  <a:srgbClr val="42AFFA"/>
                </a:solidFill>
                <a:latin typeface="Arial"/>
                <a:ea typeface="Arial"/>
                <a:cs typeface="Arial"/>
              </a:rPr>
              <a:t>להורדת GitHub Desktop</a:t>
            </a:r>
          </a:p>
        </p:txBody>
      </p:sp>
    </p:spTree>
    <p:extLst>
      <p:ext uri="{BB962C8B-B14F-4D97-AF65-F5344CB8AC3E}">
        <p14:creationId xmlns:p14="http://schemas.microsoft.com/office/powerpoint/2010/main" val="1186355367"/>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7" name="text-117">
            <a:extLst>
              <a:ext uri="{FF2B5EF4-FFF2-40B4-BE49-F238E27FC236}">
                <a16:creationId xmlns:a16="http://schemas.microsoft.com/office/drawing/2014/main" id="{27BCB53E-4869-4277-A994-DFDC49823AEA}"/>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מאגר: הפרויקט וההיסטוריה</a:t>
            </a:r>
          </a:p>
        </p:txBody>
      </p:sp>
      <p:sp>
        <p:nvSpPr>
          <p:cNvPr id="2" name="text-118">
            <a:extLst>
              <a:ext uri="{FF2B5EF4-FFF2-40B4-BE49-F238E27FC236}">
                <a16:creationId xmlns:a16="http://schemas.microsoft.com/office/drawing/2014/main" id="{B81C75EC-048D-45F6-A630-C35993E49C86}"/>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08</a:t>
            </a:r>
          </a:p>
        </p:txBody>
      </p:sp>
      <p:sp>
        <p:nvSpPr>
          <p:cNvPr id="3" name="text-119">
            <a:extLst>
              <a:ext uri="{FF2B5EF4-FFF2-40B4-BE49-F238E27FC236}">
                <a16:creationId xmlns:a16="http://schemas.microsoft.com/office/drawing/2014/main" id="{0DFC987D-69C3-4F73-BD52-5622180973CE}"/>
              </a:ext>
            </a:extLst>
          </p:cNvPr>
          <p:cNvSpPr>
            <a:spLocks noGrp="1"/>
          </p:cNvSpPr>
          <p:nvPr/>
        </p:nvSpPr>
        <p:spPr>
          <a:xfrm>
            <a:off x="571500" y="1333500"/>
            <a:ext cx="8001000" cy="571500"/>
          </a:xfrm>
          <a:prstGeom prst="rect">
            <a:avLst/>
          </a:prstGeom>
          <a:noFill/>
          <a:ln w="0">
            <a:noFill/>
          </a:ln>
        </p:spPr>
        <p:txBody>
          <a:bodyPr wrap="none" lIns="0" tIns="0" rIns="0" bIns="0" anchor="t">
            <a:noAutofit/>
          </a:bodyPr>
          <a:lstStyle>
            <a:defPPr algn="l">
              <a:defRPr sz="3000" b="0">
                <a:solidFill>
                  <a:srgbClr val="8888FF"/>
                </a:solidFill>
                <a:latin typeface="Consolas"/>
                <a:ea typeface="Consolas"/>
                <a:cs typeface="Consolas"/>
              </a:defRPr>
            </a:defPPr>
            <a:lvl1pPr algn="l">
              <a:defRPr sz="3000" b="0">
                <a:solidFill>
                  <a:srgbClr val="8888FF"/>
                </a:solidFill>
                <a:latin typeface="Consolas"/>
                <a:ea typeface="Consolas"/>
                <a:cs typeface="Consolas"/>
              </a:defRPr>
            </a:lvl1pPr>
            <a:lvl2pPr algn="l">
              <a:defRPr sz="3000" b="0">
                <a:solidFill>
                  <a:srgbClr val="8888FF"/>
                </a:solidFill>
                <a:latin typeface="Consolas"/>
                <a:ea typeface="Consolas"/>
                <a:cs typeface="Consolas"/>
              </a:defRPr>
            </a:lvl2pPr>
            <a:lvl3pPr algn="l">
              <a:defRPr sz="3000" b="0">
                <a:solidFill>
                  <a:srgbClr val="8888FF"/>
                </a:solidFill>
                <a:latin typeface="Consolas"/>
                <a:ea typeface="Consolas"/>
                <a:cs typeface="Consolas"/>
              </a:defRPr>
            </a:lvl3pPr>
            <a:lvl4pPr algn="l">
              <a:defRPr sz="3000" b="0">
                <a:solidFill>
                  <a:srgbClr val="8888FF"/>
                </a:solidFill>
                <a:latin typeface="Consolas"/>
                <a:ea typeface="Consolas"/>
                <a:cs typeface="Consolas"/>
              </a:defRPr>
            </a:lvl4pPr>
            <a:lvl5pPr algn="l">
              <a:defRPr sz="3000" b="0">
                <a:solidFill>
                  <a:srgbClr val="8888FF"/>
                </a:solidFill>
                <a:latin typeface="Consolas"/>
                <a:ea typeface="Consolas"/>
                <a:cs typeface="Consolas"/>
              </a:defRPr>
            </a:lvl5pPr>
            <a:lvl6pPr algn="l">
              <a:defRPr sz="3000" b="0">
                <a:solidFill>
                  <a:srgbClr val="8888FF"/>
                </a:solidFill>
                <a:latin typeface="Consolas"/>
                <a:ea typeface="Consolas"/>
                <a:cs typeface="Consolas"/>
              </a:defRPr>
            </a:lvl6pPr>
            <a:lvl7pPr algn="l">
              <a:defRPr sz="3000" b="0">
                <a:solidFill>
                  <a:srgbClr val="8888FF"/>
                </a:solidFill>
                <a:latin typeface="Consolas"/>
                <a:ea typeface="Consolas"/>
                <a:cs typeface="Consolas"/>
              </a:defRPr>
            </a:lvl7pPr>
            <a:lvl8pPr algn="l">
              <a:defRPr sz="3000" b="0">
                <a:solidFill>
                  <a:srgbClr val="8888FF"/>
                </a:solidFill>
                <a:latin typeface="Consolas"/>
                <a:ea typeface="Consolas"/>
                <a:cs typeface="Consolas"/>
              </a:defRPr>
            </a:lvl8pPr>
            <a:lvl9pPr algn="l">
              <a:defRPr sz="3000" b="0">
                <a:solidFill>
                  <a:srgbClr val="8888FF"/>
                </a:solidFill>
                <a:latin typeface="Consolas"/>
                <a:ea typeface="Consolas"/>
                <a:cs typeface="Consolas"/>
              </a:defRPr>
            </a:lvl9pPr>
          </a:lstStyle>
          <a:p>
            <a:pPr algn="l" rtl="0">
              <a:lnSpc>
                <a:spcPct val="108000"/>
              </a:lnSpc>
              <a:buNone/>
              <a:defRPr sz="3000" b="0">
                <a:solidFill>
                  <a:srgbClr val="8888FF"/>
                </a:solidFill>
                <a:latin typeface="Consolas"/>
                <a:ea typeface="Consolas"/>
                <a:cs typeface="Consolas"/>
              </a:defRPr>
            </a:pPr>
            <a:r>
              <a:rPr lang="en-US" sz="3000" b="0">
                <a:solidFill>
                  <a:srgbClr val="8888FF"/>
                </a:solidFill>
                <a:latin typeface="Consolas"/>
                <a:ea typeface="Consolas"/>
                <a:cs typeface="Consolas"/>
              </a:rPr>
              <a:t>repository</a:t>
            </a:r>
          </a:p>
        </p:txBody>
      </p:sp>
      <p:sp>
        <p:nvSpPr>
          <p:cNvPr id="4" name="shape-120">
            <a:extLst>
              <a:ext uri="{FF2B5EF4-FFF2-40B4-BE49-F238E27FC236}">
                <a16:creationId xmlns:a16="http://schemas.microsoft.com/office/drawing/2014/main" id="{045E6260-5408-45C0-8B04-C2DC3AA583D1}"/>
              </a:ext>
            </a:extLst>
          </p:cNvPr>
          <p:cNvSpPr>
            <a:spLocks noGrp="1"/>
          </p:cNvSpPr>
          <p:nvPr/>
        </p:nvSpPr>
        <p:spPr>
          <a:xfrm>
            <a:off x="5429250" y="2562225"/>
            <a:ext cx="3048000" cy="952500"/>
          </a:xfrm>
          <a:prstGeom prst="rect">
            <a:avLst/>
          </a:prstGeom>
          <a:solidFill>
            <a:srgbClr val="25282B"/>
          </a:solidFill>
          <a:ln w="19050">
            <a:solidFill>
              <a:srgbClr val="42AFFA"/>
            </a:solidFill>
          </a:ln>
        </p:spPr>
      </p:sp>
      <p:sp>
        <p:nvSpPr>
          <p:cNvPr id="5" name="shape-121">
            <a:extLst>
              <a:ext uri="{FF2B5EF4-FFF2-40B4-BE49-F238E27FC236}">
                <a16:creationId xmlns:a16="http://schemas.microsoft.com/office/drawing/2014/main" id="{513156CA-2C48-4AA1-AABD-1D1DE03C6F68}"/>
              </a:ext>
            </a:extLst>
          </p:cNvPr>
          <p:cNvSpPr>
            <a:spLocks noGrp="1"/>
          </p:cNvSpPr>
          <p:nvPr/>
        </p:nvSpPr>
        <p:spPr>
          <a:xfrm>
            <a:off x="5543550" y="2371725"/>
            <a:ext cx="1280160" cy="209550"/>
          </a:xfrm>
          <a:prstGeom prst="rect">
            <a:avLst/>
          </a:prstGeom>
          <a:solidFill>
            <a:srgbClr val="25282B"/>
          </a:solidFill>
          <a:ln w="19050">
            <a:solidFill>
              <a:srgbClr val="42AFFA"/>
            </a:solidFill>
          </a:ln>
        </p:spPr>
      </p:sp>
      <p:sp>
        <p:nvSpPr>
          <p:cNvPr id="6" name="text-122">
            <a:extLst>
              <a:ext uri="{FF2B5EF4-FFF2-40B4-BE49-F238E27FC236}">
                <a16:creationId xmlns:a16="http://schemas.microsoft.com/office/drawing/2014/main" id="{F1E58035-864B-4426-AC22-269D5B1F7E06}"/>
              </a:ext>
            </a:extLst>
          </p:cNvPr>
          <p:cNvSpPr>
            <a:spLocks noGrp="1"/>
          </p:cNvSpPr>
          <p:nvPr/>
        </p:nvSpPr>
        <p:spPr>
          <a:xfrm>
            <a:off x="5581650" y="2819400"/>
            <a:ext cx="2743200" cy="457200"/>
          </a:xfrm>
          <a:prstGeom prst="rect">
            <a:avLst/>
          </a:prstGeom>
          <a:noFill/>
          <a:ln w="0">
            <a:noFill/>
          </a:ln>
        </p:spPr>
        <p:txBody>
          <a:bodyPr wrap="none" lIns="0" tIns="0" rIns="0" bIns="0" anchor="t">
            <a:noAutofit/>
          </a:bodyPr>
          <a:lstStyle>
            <a:defPPr algn="l">
              <a:defRPr sz="2025" b="0">
                <a:solidFill>
                  <a:srgbClr val="42AFFA"/>
                </a:solidFill>
                <a:latin typeface="Consolas"/>
                <a:ea typeface="Consolas"/>
                <a:cs typeface="Consolas"/>
              </a:defRPr>
            </a:defPPr>
            <a:lvl1pPr algn="l">
              <a:defRPr sz="2025" b="0">
                <a:solidFill>
                  <a:srgbClr val="42AFFA"/>
                </a:solidFill>
                <a:latin typeface="Consolas"/>
                <a:ea typeface="Consolas"/>
                <a:cs typeface="Consolas"/>
              </a:defRPr>
            </a:lvl1pPr>
            <a:lvl2pPr algn="l">
              <a:defRPr sz="2025" b="0">
                <a:solidFill>
                  <a:srgbClr val="42AFFA"/>
                </a:solidFill>
                <a:latin typeface="Consolas"/>
                <a:ea typeface="Consolas"/>
                <a:cs typeface="Consolas"/>
              </a:defRPr>
            </a:lvl2pPr>
            <a:lvl3pPr algn="l">
              <a:defRPr sz="2025" b="0">
                <a:solidFill>
                  <a:srgbClr val="42AFFA"/>
                </a:solidFill>
                <a:latin typeface="Consolas"/>
                <a:ea typeface="Consolas"/>
                <a:cs typeface="Consolas"/>
              </a:defRPr>
            </a:lvl3pPr>
            <a:lvl4pPr algn="l">
              <a:defRPr sz="2025" b="0">
                <a:solidFill>
                  <a:srgbClr val="42AFFA"/>
                </a:solidFill>
                <a:latin typeface="Consolas"/>
                <a:ea typeface="Consolas"/>
                <a:cs typeface="Consolas"/>
              </a:defRPr>
            </a:lvl4pPr>
            <a:lvl5pPr algn="l">
              <a:defRPr sz="2025" b="0">
                <a:solidFill>
                  <a:srgbClr val="42AFFA"/>
                </a:solidFill>
                <a:latin typeface="Consolas"/>
                <a:ea typeface="Consolas"/>
                <a:cs typeface="Consolas"/>
              </a:defRPr>
            </a:lvl5pPr>
            <a:lvl6pPr algn="l">
              <a:defRPr sz="2025" b="0">
                <a:solidFill>
                  <a:srgbClr val="42AFFA"/>
                </a:solidFill>
                <a:latin typeface="Consolas"/>
                <a:ea typeface="Consolas"/>
                <a:cs typeface="Consolas"/>
              </a:defRPr>
            </a:lvl6pPr>
            <a:lvl7pPr algn="l">
              <a:defRPr sz="2025" b="0">
                <a:solidFill>
                  <a:srgbClr val="42AFFA"/>
                </a:solidFill>
                <a:latin typeface="Consolas"/>
                <a:ea typeface="Consolas"/>
                <a:cs typeface="Consolas"/>
              </a:defRPr>
            </a:lvl7pPr>
            <a:lvl8pPr algn="l">
              <a:defRPr sz="2025" b="0">
                <a:solidFill>
                  <a:srgbClr val="42AFFA"/>
                </a:solidFill>
                <a:latin typeface="Consolas"/>
                <a:ea typeface="Consolas"/>
                <a:cs typeface="Consolas"/>
              </a:defRPr>
            </a:lvl8pPr>
            <a:lvl9pPr algn="l">
              <a:defRPr sz="2025" b="0">
                <a:solidFill>
                  <a:srgbClr val="42AFFA"/>
                </a:solidFill>
                <a:latin typeface="Consolas"/>
                <a:ea typeface="Consolas"/>
                <a:cs typeface="Consolas"/>
              </a:defRPr>
            </a:lvl9pPr>
          </a:lstStyle>
          <a:p>
            <a:pPr algn="l" rtl="0">
              <a:lnSpc>
                <a:spcPct val="108000"/>
              </a:lnSpc>
              <a:buNone/>
              <a:defRPr sz="2025" b="0">
                <a:solidFill>
                  <a:srgbClr val="42AFFA"/>
                </a:solidFill>
                <a:latin typeface="Consolas"/>
                <a:ea typeface="Consolas"/>
                <a:cs typeface="Consolas"/>
              </a:defRPr>
            </a:pPr>
            <a:r>
              <a:rPr lang="en-US" sz="2025" b="0">
                <a:solidFill>
                  <a:srgbClr val="42AFFA"/>
                </a:solidFill>
                <a:latin typeface="Consolas"/>
                <a:ea typeface="Consolas"/>
                <a:cs typeface="Consolas"/>
              </a:rPr>
              <a:t>my-game</a:t>
            </a:r>
          </a:p>
        </p:txBody>
      </p:sp>
      <p:sp>
        <p:nvSpPr>
          <p:cNvPr id="7" name="text-123">
            <a:extLst>
              <a:ext uri="{FF2B5EF4-FFF2-40B4-BE49-F238E27FC236}">
                <a16:creationId xmlns:a16="http://schemas.microsoft.com/office/drawing/2014/main" id="{D227F399-102D-4930-B6C5-7620D992E064}"/>
              </a:ext>
            </a:extLst>
          </p:cNvPr>
          <p:cNvSpPr>
            <a:spLocks noGrp="1"/>
          </p:cNvSpPr>
          <p:nvPr/>
        </p:nvSpPr>
        <p:spPr>
          <a:xfrm>
            <a:off x="5667375" y="3714750"/>
            <a:ext cx="2857500" cy="1285875"/>
          </a:xfrm>
          <a:prstGeom prst="rect">
            <a:avLst/>
          </a:prstGeom>
          <a:noFill/>
          <a:ln w="0">
            <a:noFill/>
          </a:ln>
        </p:spPr>
        <p:txBody>
          <a:bodyPr wrap="none" lIns="0" tIns="0" rIns="0" bIns="0" anchor="t">
            <a:noAutofit/>
          </a:bodyPr>
          <a:lstStyle>
            <a:defPPr algn="l">
              <a:defRPr sz="2100" b="0">
                <a:solidFill>
                  <a:srgbClr val="F7F7F7"/>
                </a:solidFill>
                <a:latin typeface="Consolas"/>
                <a:ea typeface="Consolas"/>
                <a:cs typeface="Consolas"/>
              </a:defRPr>
            </a:defPPr>
            <a:lvl1pPr algn="l">
              <a:defRPr sz="2100" b="0">
                <a:solidFill>
                  <a:srgbClr val="F7F7F7"/>
                </a:solidFill>
                <a:latin typeface="Consolas"/>
                <a:ea typeface="Consolas"/>
                <a:cs typeface="Consolas"/>
              </a:defRPr>
            </a:lvl1pPr>
            <a:lvl2pPr algn="l">
              <a:defRPr sz="2100" b="0">
                <a:solidFill>
                  <a:srgbClr val="F7F7F7"/>
                </a:solidFill>
                <a:latin typeface="Consolas"/>
                <a:ea typeface="Consolas"/>
                <a:cs typeface="Consolas"/>
              </a:defRPr>
            </a:lvl2pPr>
            <a:lvl3pPr algn="l">
              <a:defRPr sz="2100" b="0">
                <a:solidFill>
                  <a:srgbClr val="F7F7F7"/>
                </a:solidFill>
                <a:latin typeface="Consolas"/>
                <a:ea typeface="Consolas"/>
                <a:cs typeface="Consolas"/>
              </a:defRPr>
            </a:lvl3pPr>
            <a:lvl4pPr algn="l">
              <a:defRPr sz="2100" b="0">
                <a:solidFill>
                  <a:srgbClr val="F7F7F7"/>
                </a:solidFill>
                <a:latin typeface="Consolas"/>
                <a:ea typeface="Consolas"/>
                <a:cs typeface="Consolas"/>
              </a:defRPr>
            </a:lvl4pPr>
            <a:lvl5pPr algn="l">
              <a:defRPr sz="2100" b="0">
                <a:solidFill>
                  <a:srgbClr val="F7F7F7"/>
                </a:solidFill>
                <a:latin typeface="Consolas"/>
                <a:ea typeface="Consolas"/>
                <a:cs typeface="Consolas"/>
              </a:defRPr>
            </a:lvl5pPr>
            <a:lvl6pPr algn="l">
              <a:defRPr sz="2100" b="0">
                <a:solidFill>
                  <a:srgbClr val="F7F7F7"/>
                </a:solidFill>
                <a:latin typeface="Consolas"/>
                <a:ea typeface="Consolas"/>
                <a:cs typeface="Consolas"/>
              </a:defRPr>
            </a:lvl6pPr>
            <a:lvl7pPr algn="l">
              <a:defRPr sz="2100" b="0">
                <a:solidFill>
                  <a:srgbClr val="F7F7F7"/>
                </a:solidFill>
                <a:latin typeface="Consolas"/>
                <a:ea typeface="Consolas"/>
                <a:cs typeface="Consolas"/>
              </a:defRPr>
            </a:lvl7pPr>
            <a:lvl8pPr algn="l">
              <a:defRPr sz="2100" b="0">
                <a:solidFill>
                  <a:srgbClr val="F7F7F7"/>
                </a:solidFill>
                <a:latin typeface="Consolas"/>
                <a:ea typeface="Consolas"/>
                <a:cs typeface="Consolas"/>
              </a:defRPr>
            </a:lvl8pPr>
            <a:lvl9pPr algn="l">
              <a:defRPr sz="2100" b="0">
                <a:solidFill>
                  <a:srgbClr val="F7F7F7"/>
                </a:solidFill>
                <a:latin typeface="Consolas"/>
                <a:ea typeface="Consolas"/>
                <a:cs typeface="Consolas"/>
              </a:defRPr>
            </a:lvl9pPr>
          </a:lstStyle>
          <a:p>
            <a:pPr algn="l" rtl="0">
              <a:lnSpc>
                <a:spcPct val="108000"/>
              </a:lnSpc>
              <a:buNone/>
              <a:defRPr sz="2100" b="0">
                <a:solidFill>
                  <a:srgbClr val="F7F7F7"/>
                </a:solidFill>
                <a:latin typeface="Consolas"/>
                <a:ea typeface="Consolas"/>
                <a:cs typeface="Consolas"/>
              </a:defRPr>
            </a:pPr>
            <a:r>
              <a:rPr lang="en-US" sz="2100" b="0">
                <a:solidFill>
                  <a:srgbClr val="F7F7F7"/>
                </a:solidFill>
                <a:latin typeface="Consolas"/>
                <a:ea typeface="Consolas"/>
                <a:cs typeface="Consolas"/>
              </a:rPr>
              <a:t>Assets/</a:t>
            </a:r>
          </a:p>
          <a:p>
            <a:pPr algn="l" rtl="0">
              <a:lnSpc>
                <a:spcPct val="108000"/>
              </a:lnSpc>
              <a:buNone/>
              <a:defRPr sz="2100" b="0">
                <a:solidFill>
                  <a:srgbClr val="F7F7F7"/>
                </a:solidFill>
                <a:latin typeface="Consolas"/>
                <a:ea typeface="Consolas"/>
                <a:cs typeface="Consolas"/>
              </a:defRPr>
            </a:pPr>
            <a:r>
              <a:rPr lang="en-US" sz="2100" b="0">
                <a:solidFill>
                  <a:srgbClr val="F7F7F7"/>
                </a:solidFill>
                <a:latin typeface="Consolas"/>
                <a:ea typeface="Consolas"/>
                <a:cs typeface="Consolas"/>
              </a:rPr>
              <a:t>Packages/</a:t>
            </a:r>
          </a:p>
          <a:p>
            <a:pPr algn="l" rtl="0">
              <a:lnSpc>
                <a:spcPct val="108000"/>
              </a:lnSpc>
              <a:buNone/>
              <a:defRPr sz="2100" b="0">
                <a:solidFill>
                  <a:srgbClr val="F7F7F7"/>
                </a:solidFill>
                <a:latin typeface="Consolas"/>
                <a:ea typeface="Consolas"/>
                <a:cs typeface="Consolas"/>
              </a:defRPr>
            </a:pPr>
            <a:r>
              <a:rPr lang="en-US" sz="2100" b="0">
                <a:solidFill>
                  <a:srgbClr val="F7F7F7"/>
                </a:solidFill>
                <a:latin typeface="Consolas"/>
                <a:ea typeface="Consolas"/>
                <a:cs typeface="Consolas"/>
              </a:rPr>
              <a:t>ProjectSettings/</a:t>
            </a:r>
          </a:p>
        </p:txBody>
      </p:sp>
      <p:sp>
        <p:nvSpPr>
          <p:cNvPr id="8" name="line-124">
            <a:extLst>
              <a:ext uri="{FF2B5EF4-FFF2-40B4-BE49-F238E27FC236}">
                <a16:creationId xmlns:a16="http://schemas.microsoft.com/office/drawing/2014/main" id="{BA26FD47-EAA2-4B7B-8F3A-4C1D71BEEB3F}"/>
              </a:ext>
            </a:extLst>
          </p:cNvPr>
          <p:cNvSpPr>
            <a:spLocks noGrp="1"/>
          </p:cNvSpPr>
          <p:nvPr/>
        </p:nvSpPr>
        <p:spPr>
          <a:xfrm>
            <a:off x="1238250" y="2762250"/>
            <a:ext cx="3000375" cy="9525"/>
          </a:xfrm>
          <a:custGeom>
            <a:avLst/>
            <a:gdLst/>
            <a:ahLst/>
            <a:cxnLst/>
            <a:rect l="0" t="0" r="0" b="0"/>
            <a:pathLst>
              <a:path w="3000375" h="9525">
                <a:moveTo>
                  <a:pt x="0" y="0"/>
                </a:moveTo>
                <a:lnTo>
                  <a:pt x="3000375" y="0"/>
                </a:lnTo>
              </a:path>
            </a:pathLst>
          </a:custGeom>
          <a:noFill/>
          <a:ln w="47625">
            <a:solidFill>
              <a:srgbClr val="88FF88"/>
            </a:solidFill>
          </a:ln>
        </p:spPr>
      </p:sp>
      <p:sp>
        <p:nvSpPr>
          <p:cNvPr id="9" name="shape-125">
            <a:extLst>
              <a:ext uri="{FF2B5EF4-FFF2-40B4-BE49-F238E27FC236}">
                <a16:creationId xmlns:a16="http://schemas.microsoft.com/office/drawing/2014/main" id="{2272FB65-3777-4031-A09D-0566CC2E2751}"/>
              </a:ext>
            </a:extLst>
          </p:cNvPr>
          <p:cNvSpPr>
            <a:spLocks noGrp="1"/>
          </p:cNvSpPr>
          <p:nvPr/>
        </p:nvSpPr>
        <p:spPr>
          <a:xfrm>
            <a:off x="1228725" y="2609850"/>
            <a:ext cx="304800" cy="304800"/>
          </a:xfrm>
          <a:prstGeom prst="ellipse">
            <a:avLst/>
          </a:prstGeom>
          <a:solidFill>
            <a:srgbClr val="88FF88"/>
          </a:solidFill>
          <a:ln w="0">
            <a:noFill/>
          </a:ln>
        </p:spPr>
      </p:sp>
      <p:sp>
        <p:nvSpPr>
          <p:cNvPr id="10" name="text-126">
            <a:extLst>
              <a:ext uri="{FF2B5EF4-FFF2-40B4-BE49-F238E27FC236}">
                <a16:creationId xmlns:a16="http://schemas.microsoft.com/office/drawing/2014/main" id="{96CDFB9F-1779-46B7-AB7A-0904F5605D83}"/>
              </a:ext>
            </a:extLst>
          </p:cNvPr>
          <p:cNvSpPr>
            <a:spLocks noGrp="1"/>
          </p:cNvSpPr>
          <p:nvPr/>
        </p:nvSpPr>
        <p:spPr>
          <a:xfrm>
            <a:off x="1238250" y="3143250"/>
            <a:ext cx="476250" cy="428625"/>
          </a:xfrm>
          <a:prstGeom prst="rect">
            <a:avLst/>
          </a:prstGeom>
          <a:noFill/>
          <a:ln w="0">
            <a:noFill/>
          </a:ln>
        </p:spPr>
        <p:txBody>
          <a:bodyPr wrap="none" lIns="0" tIns="0" rIns="0" bIns="0" anchor="t">
            <a:noAutofit/>
          </a:bodyPr>
          <a:lstStyle>
            <a:defPPr algn="l">
              <a:defRPr sz="2250" b="0">
                <a:solidFill>
                  <a:srgbClr val="88FF88"/>
                </a:solidFill>
                <a:latin typeface="Consolas"/>
                <a:ea typeface="Consolas"/>
                <a:cs typeface="Consolas"/>
              </a:defRPr>
            </a:defPPr>
            <a:lvl1pPr algn="l">
              <a:defRPr sz="2250" b="0">
                <a:solidFill>
                  <a:srgbClr val="88FF88"/>
                </a:solidFill>
                <a:latin typeface="Consolas"/>
                <a:ea typeface="Consolas"/>
                <a:cs typeface="Consolas"/>
              </a:defRPr>
            </a:lvl1pPr>
            <a:lvl2pPr algn="l">
              <a:defRPr sz="2250" b="0">
                <a:solidFill>
                  <a:srgbClr val="88FF88"/>
                </a:solidFill>
                <a:latin typeface="Consolas"/>
                <a:ea typeface="Consolas"/>
                <a:cs typeface="Consolas"/>
              </a:defRPr>
            </a:lvl2pPr>
            <a:lvl3pPr algn="l">
              <a:defRPr sz="2250" b="0">
                <a:solidFill>
                  <a:srgbClr val="88FF88"/>
                </a:solidFill>
                <a:latin typeface="Consolas"/>
                <a:ea typeface="Consolas"/>
                <a:cs typeface="Consolas"/>
              </a:defRPr>
            </a:lvl3pPr>
            <a:lvl4pPr algn="l">
              <a:defRPr sz="2250" b="0">
                <a:solidFill>
                  <a:srgbClr val="88FF88"/>
                </a:solidFill>
                <a:latin typeface="Consolas"/>
                <a:ea typeface="Consolas"/>
                <a:cs typeface="Consolas"/>
              </a:defRPr>
            </a:lvl4pPr>
            <a:lvl5pPr algn="l">
              <a:defRPr sz="2250" b="0">
                <a:solidFill>
                  <a:srgbClr val="88FF88"/>
                </a:solidFill>
                <a:latin typeface="Consolas"/>
                <a:ea typeface="Consolas"/>
                <a:cs typeface="Consolas"/>
              </a:defRPr>
            </a:lvl5pPr>
            <a:lvl6pPr algn="l">
              <a:defRPr sz="2250" b="0">
                <a:solidFill>
                  <a:srgbClr val="88FF88"/>
                </a:solidFill>
                <a:latin typeface="Consolas"/>
                <a:ea typeface="Consolas"/>
                <a:cs typeface="Consolas"/>
              </a:defRPr>
            </a:lvl6pPr>
            <a:lvl7pPr algn="l">
              <a:defRPr sz="2250" b="0">
                <a:solidFill>
                  <a:srgbClr val="88FF88"/>
                </a:solidFill>
                <a:latin typeface="Consolas"/>
                <a:ea typeface="Consolas"/>
                <a:cs typeface="Consolas"/>
              </a:defRPr>
            </a:lvl7pPr>
            <a:lvl8pPr algn="l">
              <a:defRPr sz="2250" b="0">
                <a:solidFill>
                  <a:srgbClr val="88FF88"/>
                </a:solidFill>
                <a:latin typeface="Consolas"/>
                <a:ea typeface="Consolas"/>
                <a:cs typeface="Consolas"/>
              </a:defRPr>
            </a:lvl8pPr>
            <a:lvl9pPr algn="l">
              <a:defRPr sz="2250" b="0">
                <a:solidFill>
                  <a:srgbClr val="88FF88"/>
                </a:solidFill>
                <a:latin typeface="Consolas"/>
                <a:ea typeface="Consolas"/>
                <a:cs typeface="Consolas"/>
              </a:defRPr>
            </a:lvl9pPr>
          </a:lstStyle>
          <a:p>
            <a:pPr algn="l" rtl="0">
              <a:lnSpc>
                <a:spcPct val="108000"/>
              </a:lnSpc>
              <a:buNone/>
              <a:defRPr sz="2250" b="0">
                <a:solidFill>
                  <a:srgbClr val="88FF88"/>
                </a:solidFill>
                <a:latin typeface="Consolas"/>
                <a:ea typeface="Consolas"/>
                <a:cs typeface="Consolas"/>
              </a:defRPr>
            </a:pPr>
            <a:r>
              <a:rPr lang="en-US" sz="2250" b="0">
                <a:solidFill>
                  <a:srgbClr val="88FF88"/>
                </a:solidFill>
                <a:latin typeface="Consolas"/>
                <a:ea typeface="Consolas"/>
                <a:cs typeface="Consolas"/>
              </a:rPr>
              <a:t>A</a:t>
            </a:r>
          </a:p>
        </p:txBody>
      </p:sp>
      <p:sp>
        <p:nvSpPr>
          <p:cNvPr id="11" name="shape-127">
            <a:extLst>
              <a:ext uri="{FF2B5EF4-FFF2-40B4-BE49-F238E27FC236}">
                <a16:creationId xmlns:a16="http://schemas.microsoft.com/office/drawing/2014/main" id="{B1A8BAB1-4919-4956-834F-424FDFC7A2B5}"/>
              </a:ext>
            </a:extLst>
          </p:cNvPr>
          <p:cNvSpPr>
            <a:spLocks noGrp="1"/>
          </p:cNvSpPr>
          <p:nvPr/>
        </p:nvSpPr>
        <p:spPr>
          <a:xfrm>
            <a:off x="2562225" y="2609850"/>
            <a:ext cx="304800" cy="304800"/>
          </a:xfrm>
          <a:prstGeom prst="ellipse">
            <a:avLst/>
          </a:prstGeom>
          <a:solidFill>
            <a:srgbClr val="88FF88"/>
          </a:solidFill>
          <a:ln w="0">
            <a:noFill/>
          </a:ln>
        </p:spPr>
      </p:sp>
      <p:sp>
        <p:nvSpPr>
          <p:cNvPr id="12" name="text-128">
            <a:extLst>
              <a:ext uri="{FF2B5EF4-FFF2-40B4-BE49-F238E27FC236}">
                <a16:creationId xmlns:a16="http://schemas.microsoft.com/office/drawing/2014/main" id="{24E82F4D-3552-4B10-A708-DFBB819C096C}"/>
              </a:ext>
            </a:extLst>
          </p:cNvPr>
          <p:cNvSpPr>
            <a:spLocks noGrp="1"/>
          </p:cNvSpPr>
          <p:nvPr/>
        </p:nvSpPr>
        <p:spPr>
          <a:xfrm>
            <a:off x="2571750" y="3143250"/>
            <a:ext cx="476250" cy="428625"/>
          </a:xfrm>
          <a:prstGeom prst="rect">
            <a:avLst/>
          </a:prstGeom>
          <a:noFill/>
          <a:ln w="0">
            <a:noFill/>
          </a:ln>
        </p:spPr>
        <p:txBody>
          <a:bodyPr wrap="none" lIns="0" tIns="0" rIns="0" bIns="0" anchor="t">
            <a:noAutofit/>
          </a:bodyPr>
          <a:lstStyle>
            <a:defPPr algn="l">
              <a:defRPr sz="2250" b="0">
                <a:solidFill>
                  <a:srgbClr val="88FF88"/>
                </a:solidFill>
                <a:latin typeface="Consolas"/>
                <a:ea typeface="Consolas"/>
                <a:cs typeface="Consolas"/>
              </a:defRPr>
            </a:defPPr>
            <a:lvl1pPr algn="l">
              <a:defRPr sz="2250" b="0">
                <a:solidFill>
                  <a:srgbClr val="88FF88"/>
                </a:solidFill>
                <a:latin typeface="Consolas"/>
                <a:ea typeface="Consolas"/>
                <a:cs typeface="Consolas"/>
              </a:defRPr>
            </a:lvl1pPr>
            <a:lvl2pPr algn="l">
              <a:defRPr sz="2250" b="0">
                <a:solidFill>
                  <a:srgbClr val="88FF88"/>
                </a:solidFill>
                <a:latin typeface="Consolas"/>
                <a:ea typeface="Consolas"/>
                <a:cs typeface="Consolas"/>
              </a:defRPr>
            </a:lvl2pPr>
            <a:lvl3pPr algn="l">
              <a:defRPr sz="2250" b="0">
                <a:solidFill>
                  <a:srgbClr val="88FF88"/>
                </a:solidFill>
                <a:latin typeface="Consolas"/>
                <a:ea typeface="Consolas"/>
                <a:cs typeface="Consolas"/>
              </a:defRPr>
            </a:lvl3pPr>
            <a:lvl4pPr algn="l">
              <a:defRPr sz="2250" b="0">
                <a:solidFill>
                  <a:srgbClr val="88FF88"/>
                </a:solidFill>
                <a:latin typeface="Consolas"/>
                <a:ea typeface="Consolas"/>
                <a:cs typeface="Consolas"/>
              </a:defRPr>
            </a:lvl4pPr>
            <a:lvl5pPr algn="l">
              <a:defRPr sz="2250" b="0">
                <a:solidFill>
                  <a:srgbClr val="88FF88"/>
                </a:solidFill>
                <a:latin typeface="Consolas"/>
                <a:ea typeface="Consolas"/>
                <a:cs typeface="Consolas"/>
              </a:defRPr>
            </a:lvl5pPr>
            <a:lvl6pPr algn="l">
              <a:defRPr sz="2250" b="0">
                <a:solidFill>
                  <a:srgbClr val="88FF88"/>
                </a:solidFill>
                <a:latin typeface="Consolas"/>
                <a:ea typeface="Consolas"/>
                <a:cs typeface="Consolas"/>
              </a:defRPr>
            </a:lvl6pPr>
            <a:lvl7pPr algn="l">
              <a:defRPr sz="2250" b="0">
                <a:solidFill>
                  <a:srgbClr val="88FF88"/>
                </a:solidFill>
                <a:latin typeface="Consolas"/>
                <a:ea typeface="Consolas"/>
                <a:cs typeface="Consolas"/>
              </a:defRPr>
            </a:lvl7pPr>
            <a:lvl8pPr algn="l">
              <a:defRPr sz="2250" b="0">
                <a:solidFill>
                  <a:srgbClr val="88FF88"/>
                </a:solidFill>
                <a:latin typeface="Consolas"/>
                <a:ea typeface="Consolas"/>
                <a:cs typeface="Consolas"/>
              </a:defRPr>
            </a:lvl8pPr>
            <a:lvl9pPr algn="l">
              <a:defRPr sz="2250" b="0">
                <a:solidFill>
                  <a:srgbClr val="88FF88"/>
                </a:solidFill>
                <a:latin typeface="Consolas"/>
                <a:ea typeface="Consolas"/>
                <a:cs typeface="Consolas"/>
              </a:defRPr>
            </a:lvl9pPr>
          </a:lstStyle>
          <a:p>
            <a:pPr algn="l" rtl="0">
              <a:lnSpc>
                <a:spcPct val="108000"/>
              </a:lnSpc>
              <a:buNone/>
              <a:defRPr sz="2250" b="0">
                <a:solidFill>
                  <a:srgbClr val="88FF88"/>
                </a:solidFill>
                <a:latin typeface="Consolas"/>
                <a:ea typeface="Consolas"/>
                <a:cs typeface="Consolas"/>
              </a:defRPr>
            </a:pPr>
            <a:r>
              <a:rPr lang="en-US" sz="2250" b="0">
                <a:solidFill>
                  <a:srgbClr val="88FF88"/>
                </a:solidFill>
                <a:latin typeface="Consolas"/>
                <a:ea typeface="Consolas"/>
                <a:cs typeface="Consolas"/>
              </a:rPr>
              <a:t>B</a:t>
            </a:r>
          </a:p>
        </p:txBody>
      </p:sp>
      <p:sp>
        <p:nvSpPr>
          <p:cNvPr id="13" name="shape-129">
            <a:extLst>
              <a:ext uri="{FF2B5EF4-FFF2-40B4-BE49-F238E27FC236}">
                <a16:creationId xmlns:a16="http://schemas.microsoft.com/office/drawing/2014/main" id="{CAECE9C3-58EE-4648-952F-F9FD94C1C593}"/>
              </a:ext>
            </a:extLst>
          </p:cNvPr>
          <p:cNvSpPr>
            <a:spLocks noGrp="1"/>
          </p:cNvSpPr>
          <p:nvPr/>
        </p:nvSpPr>
        <p:spPr>
          <a:xfrm>
            <a:off x="3895725" y="2609850"/>
            <a:ext cx="304800" cy="304800"/>
          </a:xfrm>
          <a:prstGeom prst="ellipse">
            <a:avLst/>
          </a:prstGeom>
          <a:solidFill>
            <a:srgbClr val="88FF88"/>
          </a:solidFill>
          <a:ln w="0">
            <a:noFill/>
          </a:ln>
        </p:spPr>
      </p:sp>
      <p:sp>
        <p:nvSpPr>
          <p:cNvPr id="14" name="text-130">
            <a:extLst>
              <a:ext uri="{FF2B5EF4-FFF2-40B4-BE49-F238E27FC236}">
                <a16:creationId xmlns:a16="http://schemas.microsoft.com/office/drawing/2014/main" id="{39FC326B-28F2-44D8-8215-9E1FC10EBF55}"/>
              </a:ext>
            </a:extLst>
          </p:cNvPr>
          <p:cNvSpPr>
            <a:spLocks noGrp="1"/>
          </p:cNvSpPr>
          <p:nvPr/>
        </p:nvSpPr>
        <p:spPr>
          <a:xfrm>
            <a:off x="3905250" y="3143250"/>
            <a:ext cx="476250" cy="428625"/>
          </a:xfrm>
          <a:prstGeom prst="rect">
            <a:avLst/>
          </a:prstGeom>
          <a:noFill/>
          <a:ln w="0">
            <a:noFill/>
          </a:ln>
        </p:spPr>
        <p:txBody>
          <a:bodyPr wrap="none" lIns="0" tIns="0" rIns="0" bIns="0" anchor="t">
            <a:noAutofit/>
          </a:bodyPr>
          <a:lstStyle>
            <a:defPPr algn="l">
              <a:defRPr sz="2250" b="0">
                <a:solidFill>
                  <a:srgbClr val="88FF88"/>
                </a:solidFill>
                <a:latin typeface="Consolas"/>
                <a:ea typeface="Consolas"/>
                <a:cs typeface="Consolas"/>
              </a:defRPr>
            </a:defPPr>
            <a:lvl1pPr algn="l">
              <a:defRPr sz="2250" b="0">
                <a:solidFill>
                  <a:srgbClr val="88FF88"/>
                </a:solidFill>
                <a:latin typeface="Consolas"/>
                <a:ea typeface="Consolas"/>
                <a:cs typeface="Consolas"/>
              </a:defRPr>
            </a:lvl1pPr>
            <a:lvl2pPr algn="l">
              <a:defRPr sz="2250" b="0">
                <a:solidFill>
                  <a:srgbClr val="88FF88"/>
                </a:solidFill>
                <a:latin typeface="Consolas"/>
                <a:ea typeface="Consolas"/>
                <a:cs typeface="Consolas"/>
              </a:defRPr>
            </a:lvl2pPr>
            <a:lvl3pPr algn="l">
              <a:defRPr sz="2250" b="0">
                <a:solidFill>
                  <a:srgbClr val="88FF88"/>
                </a:solidFill>
                <a:latin typeface="Consolas"/>
                <a:ea typeface="Consolas"/>
                <a:cs typeface="Consolas"/>
              </a:defRPr>
            </a:lvl3pPr>
            <a:lvl4pPr algn="l">
              <a:defRPr sz="2250" b="0">
                <a:solidFill>
                  <a:srgbClr val="88FF88"/>
                </a:solidFill>
                <a:latin typeface="Consolas"/>
                <a:ea typeface="Consolas"/>
                <a:cs typeface="Consolas"/>
              </a:defRPr>
            </a:lvl4pPr>
            <a:lvl5pPr algn="l">
              <a:defRPr sz="2250" b="0">
                <a:solidFill>
                  <a:srgbClr val="88FF88"/>
                </a:solidFill>
                <a:latin typeface="Consolas"/>
                <a:ea typeface="Consolas"/>
                <a:cs typeface="Consolas"/>
              </a:defRPr>
            </a:lvl5pPr>
            <a:lvl6pPr algn="l">
              <a:defRPr sz="2250" b="0">
                <a:solidFill>
                  <a:srgbClr val="88FF88"/>
                </a:solidFill>
                <a:latin typeface="Consolas"/>
                <a:ea typeface="Consolas"/>
                <a:cs typeface="Consolas"/>
              </a:defRPr>
            </a:lvl6pPr>
            <a:lvl7pPr algn="l">
              <a:defRPr sz="2250" b="0">
                <a:solidFill>
                  <a:srgbClr val="88FF88"/>
                </a:solidFill>
                <a:latin typeface="Consolas"/>
                <a:ea typeface="Consolas"/>
                <a:cs typeface="Consolas"/>
              </a:defRPr>
            </a:lvl7pPr>
            <a:lvl8pPr algn="l">
              <a:defRPr sz="2250" b="0">
                <a:solidFill>
                  <a:srgbClr val="88FF88"/>
                </a:solidFill>
                <a:latin typeface="Consolas"/>
                <a:ea typeface="Consolas"/>
                <a:cs typeface="Consolas"/>
              </a:defRPr>
            </a:lvl8pPr>
            <a:lvl9pPr algn="l">
              <a:defRPr sz="2250" b="0">
                <a:solidFill>
                  <a:srgbClr val="88FF88"/>
                </a:solidFill>
                <a:latin typeface="Consolas"/>
                <a:ea typeface="Consolas"/>
                <a:cs typeface="Consolas"/>
              </a:defRPr>
            </a:lvl9pPr>
          </a:lstStyle>
          <a:p>
            <a:pPr algn="l" rtl="0">
              <a:lnSpc>
                <a:spcPct val="108000"/>
              </a:lnSpc>
              <a:buNone/>
              <a:defRPr sz="2250" b="0">
                <a:solidFill>
                  <a:srgbClr val="88FF88"/>
                </a:solidFill>
                <a:latin typeface="Consolas"/>
                <a:ea typeface="Consolas"/>
                <a:cs typeface="Consolas"/>
              </a:defRPr>
            </a:pPr>
            <a:r>
              <a:rPr lang="en-US" sz="2250" b="0">
                <a:solidFill>
                  <a:srgbClr val="88FF88"/>
                </a:solidFill>
                <a:latin typeface="Consolas"/>
                <a:ea typeface="Consolas"/>
                <a:cs typeface="Consolas"/>
              </a:rPr>
              <a:t>C</a:t>
            </a:r>
          </a:p>
        </p:txBody>
      </p:sp>
      <p:sp>
        <p:nvSpPr>
          <p:cNvPr id="15" name="text-131">
            <a:extLst>
              <a:ext uri="{FF2B5EF4-FFF2-40B4-BE49-F238E27FC236}">
                <a16:creationId xmlns:a16="http://schemas.microsoft.com/office/drawing/2014/main" id="{CA1B321B-0712-49DC-8EE6-0683B8DEA453}"/>
              </a:ext>
            </a:extLst>
          </p:cNvPr>
          <p:cNvSpPr>
            <a:spLocks noGrp="1"/>
          </p:cNvSpPr>
          <p:nvPr/>
        </p:nvSpPr>
        <p:spPr>
          <a:xfrm>
            <a:off x="857250" y="4048125"/>
            <a:ext cx="3810000" cy="5715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כל נקודות השמירה</a:t>
            </a:r>
          </a:p>
        </p:txBody>
      </p:sp>
      <p:sp>
        <p:nvSpPr>
          <p:cNvPr id="16" name="text-132">
            <a:extLst>
              <a:ext uri="{FF2B5EF4-FFF2-40B4-BE49-F238E27FC236}">
                <a16:creationId xmlns:a16="http://schemas.microsoft.com/office/drawing/2014/main" id="{58144E51-2448-4BC4-85D8-A806C97847CC}"/>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550" b="0">
                <a:solidFill>
                  <a:srgbClr val="F7F7F7"/>
                </a:solidFill>
                <a:latin typeface="Arial"/>
                <a:ea typeface="Arial"/>
                <a:cs typeface="Arial"/>
              </a:defRPr>
            </a:defPPr>
            <a:lvl1pPr algn="ctr">
              <a:defRPr sz="2550" b="0">
                <a:solidFill>
                  <a:srgbClr val="F7F7F7"/>
                </a:solidFill>
                <a:latin typeface="Arial"/>
                <a:ea typeface="Arial"/>
                <a:cs typeface="Arial"/>
              </a:defRPr>
            </a:lvl1pPr>
            <a:lvl2pPr algn="ctr">
              <a:defRPr sz="2550" b="0">
                <a:solidFill>
                  <a:srgbClr val="F7F7F7"/>
                </a:solidFill>
                <a:latin typeface="Arial"/>
                <a:ea typeface="Arial"/>
                <a:cs typeface="Arial"/>
              </a:defRPr>
            </a:lvl2pPr>
            <a:lvl3pPr algn="ctr">
              <a:defRPr sz="2550" b="0">
                <a:solidFill>
                  <a:srgbClr val="F7F7F7"/>
                </a:solidFill>
                <a:latin typeface="Arial"/>
                <a:ea typeface="Arial"/>
                <a:cs typeface="Arial"/>
              </a:defRPr>
            </a:lvl3pPr>
            <a:lvl4pPr algn="ctr">
              <a:defRPr sz="2550" b="0">
                <a:solidFill>
                  <a:srgbClr val="F7F7F7"/>
                </a:solidFill>
                <a:latin typeface="Arial"/>
                <a:ea typeface="Arial"/>
                <a:cs typeface="Arial"/>
              </a:defRPr>
            </a:lvl4pPr>
            <a:lvl5pPr algn="ctr">
              <a:defRPr sz="2550" b="0">
                <a:solidFill>
                  <a:srgbClr val="F7F7F7"/>
                </a:solidFill>
                <a:latin typeface="Arial"/>
                <a:ea typeface="Arial"/>
                <a:cs typeface="Arial"/>
              </a:defRPr>
            </a:lvl5pPr>
            <a:lvl6pPr algn="ctr">
              <a:defRPr sz="2550" b="0">
                <a:solidFill>
                  <a:srgbClr val="F7F7F7"/>
                </a:solidFill>
                <a:latin typeface="Arial"/>
                <a:ea typeface="Arial"/>
                <a:cs typeface="Arial"/>
              </a:defRPr>
            </a:lvl6pPr>
            <a:lvl7pPr algn="ctr">
              <a:defRPr sz="2550" b="0">
                <a:solidFill>
                  <a:srgbClr val="F7F7F7"/>
                </a:solidFill>
                <a:latin typeface="Arial"/>
                <a:ea typeface="Arial"/>
                <a:cs typeface="Arial"/>
              </a:defRPr>
            </a:lvl7pPr>
            <a:lvl8pPr algn="ctr">
              <a:defRPr sz="2550" b="0">
                <a:solidFill>
                  <a:srgbClr val="F7F7F7"/>
                </a:solidFill>
                <a:latin typeface="Arial"/>
                <a:ea typeface="Arial"/>
                <a:cs typeface="Arial"/>
              </a:defRPr>
            </a:lvl8pPr>
            <a:lvl9pPr algn="ctr">
              <a:defRPr sz="2550" b="0">
                <a:solidFill>
                  <a:srgbClr val="F7F7F7"/>
                </a:solidFill>
                <a:latin typeface="Arial"/>
                <a:ea typeface="Arial"/>
                <a:cs typeface="Arial"/>
              </a:defRPr>
            </a:lvl9pPr>
          </a:lstStyle>
          <a:p>
            <a:pPr algn="ct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תיקיית הפרויקט + כל ההיסטוריה שלה</a:t>
            </a:r>
          </a:p>
        </p:txBody>
      </p:sp>
    </p:spTree>
    <p:extLst>
      <p:ext uri="{BB962C8B-B14F-4D97-AF65-F5344CB8AC3E}">
        <p14:creationId xmlns:p14="http://schemas.microsoft.com/office/powerpoint/2010/main" val="1184205913"/>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2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2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2" grpId="0"/>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3" name="text-133">
            <a:extLst>
              <a:ext uri="{FF2B5EF4-FFF2-40B4-BE49-F238E27FC236}">
                <a16:creationId xmlns:a16="http://schemas.microsoft.com/office/drawing/2014/main" id="{5FE89C6F-D5BD-400D-9129-E5E1377F2709}"/>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קומיט: נקודת שמירה</a:t>
            </a:r>
          </a:p>
        </p:txBody>
      </p:sp>
      <p:sp>
        <p:nvSpPr>
          <p:cNvPr id="2" name="text-134">
            <a:extLst>
              <a:ext uri="{FF2B5EF4-FFF2-40B4-BE49-F238E27FC236}">
                <a16:creationId xmlns:a16="http://schemas.microsoft.com/office/drawing/2014/main" id="{980994AF-C53A-407B-A706-CD7EAF26CCD0}"/>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09</a:t>
            </a:r>
          </a:p>
        </p:txBody>
      </p:sp>
      <p:sp>
        <p:nvSpPr>
          <p:cNvPr id="3" name="text-135">
            <a:extLst>
              <a:ext uri="{FF2B5EF4-FFF2-40B4-BE49-F238E27FC236}">
                <a16:creationId xmlns:a16="http://schemas.microsoft.com/office/drawing/2014/main" id="{ACB9B77E-A617-4262-BBCE-535AB0950D73}"/>
              </a:ext>
            </a:extLst>
          </p:cNvPr>
          <p:cNvSpPr>
            <a:spLocks noGrp="1"/>
          </p:cNvSpPr>
          <p:nvPr/>
        </p:nvSpPr>
        <p:spPr>
          <a:xfrm>
            <a:off x="571500" y="1333500"/>
            <a:ext cx="8001000" cy="619125"/>
          </a:xfrm>
          <a:prstGeom prst="rect">
            <a:avLst/>
          </a:prstGeom>
          <a:noFill/>
          <a:ln w="0">
            <a:noFill/>
          </a:ln>
        </p:spPr>
        <p:txBody>
          <a:bodyPr wrap="none" lIns="0" tIns="0" rIns="0" bIns="0" anchor="t">
            <a:noAutofit/>
          </a:bodyPr>
          <a:lstStyle>
            <a:defPPr algn="l">
              <a:defRPr sz="3300" b="0">
                <a:solidFill>
                  <a:srgbClr val="8888FF"/>
                </a:solidFill>
                <a:latin typeface="Consolas"/>
                <a:ea typeface="Consolas"/>
                <a:cs typeface="Consolas"/>
              </a:defRPr>
            </a:defPPr>
            <a:lvl1pPr algn="l">
              <a:defRPr sz="3300" b="0">
                <a:solidFill>
                  <a:srgbClr val="8888FF"/>
                </a:solidFill>
                <a:latin typeface="Consolas"/>
                <a:ea typeface="Consolas"/>
                <a:cs typeface="Consolas"/>
              </a:defRPr>
            </a:lvl1pPr>
            <a:lvl2pPr algn="l">
              <a:defRPr sz="3300" b="0">
                <a:solidFill>
                  <a:srgbClr val="8888FF"/>
                </a:solidFill>
                <a:latin typeface="Consolas"/>
                <a:ea typeface="Consolas"/>
                <a:cs typeface="Consolas"/>
              </a:defRPr>
            </a:lvl2pPr>
            <a:lvl3pPr algn="l">
              <a:defRPr sz="3300" b="0">
                <a:solidFill>
                  <a:srgbClr val="8888FF"/>
                </a:solidFill>
                <a:latin typeface="Consolas"/>
                <a:ea typeface="Consolas"/>
                <a:cs typeface="Consolas"/>
              </a:defRPr>
            </a:lvl3pPr>
            <a:lvl4pPr algn="l">
              <a:defRPr sz="3300" b="0">
                <a:solidFill>
                  <a:srgbClr val="8888FF"/>
                </a:solidFill>
                <a:latin typeface="Consolas"/>
                <a:ea typeface="Consolas"/>
                <a:cs typeface="Consolas"/>
              </a:defRPr>
            </a:lvl4pPr>
            <a:lvl5pPr algn="l">
              <a:defRPr sz="3300" b="0">
                <a:solidFill>
                  <a:srgbClr val="8888FF"/>
                </a:solidFill>
                <a:latin typeface="Consolas"/>
                <a:ea typeface="Consolas"/>
                <a:cs typeface="Consolas"/>
              </a:defRPr>
            </a:lvl5pPr>
            <a:lvl6pPr algn="l">
              <a:defRPr sz="3300" b="0">
                <a:solidFill>
                  <a:srgbClr val="8888FF"/>
                </a:solidFill>
                <a:latin typeface="Consolas"/>
                <a:ea typeface="Consolas"/>
                <a:cs typeface="Consolas"/>
              </a:defRPr>
            </a:lvl6pPr>
            <a:lvl7pPr algn="l">
              <a:defRPr sz="3300" b="0">
                <a:solidFill>
                  <a:srgbClr val="8888FF"/>
                </a:solidFill>
                <a:latin typeface="Consolas"/>
                <a:ea typeface="Consolas"/>
                <a:cs typeface="Consolas"/>
              </a:defRPr>
            </a:lvl7pPr>
            <a:lvl8pPr algn="l">
              <a:defRPr sz="3300" b="0">
                <a:solidFill>
                  <a:srgbClr val="8888FF"/>
                </a:solidFill>
                <a:latin typeface="Consolas"/>
                <a:ea typeface="Consolas"/>
                <a:cs typeface="Consolas"/>
              </a:defRPr>
            </a:lvl8pPr>
            <a:lvl9pPr algn="l">
              <a:defRPr sz="3300" b="0">
                <a:solidFill>
                  <a:srgbClr val="8888FF"/>
                </a:solidFill>
                <a:latin typeface="Consolas"/>
                <a:ea typeface="Consolas"/>
                <a:cs typeface="Consolas"/>
              </a:defRPr>
            </a:lvl9pPr>
          </a:lstStyle>
          <a:p>
            <a:pPr algn="l" rtl="0">
              <a:lnSpc>
                <a:spcPct val="108000"/>
              </a:lnSpc>
              <a:buNone/>
              <a:defRPr sz="3300" b="0">
                <a:solidFill>
                  <a:srgbClr val="8888FF"/>
                </a:solidFill>
                <a:latin typeface="Consolas"/>
                <a:ea typeface="Consolas"/>
                <a:cs typeface="Consolas"/>
              </a:defRPr>
            </a:pPr>
            <a:r>
              <a:rPr lang="en-US" sz="3300" b="0">
                <a:solidFill>
                  <a:srgbClr val="8888FF"/>
                </a:solidFill>
                <a:latin typeface="Consolas"/>
                <a:ea typeface="Consolas"/>
                <a:cs typeface="Consolas"/>
              </a:rPr>
              <a:t>commit</a:t>
            </a:r>
          </a:p>
        </p:txBody>
      </p:sp>
      <p:sp>
        <p:nvSpPr>
          <p:cNvPr id="4" name="shape-136">
            <a:extLst>
              <a:ext uri="{FF2B5EF4-FFF2-40B4-BE49-F238E27FC236}">
                <a16:creationId xmlns:a16="http://schemas.microsoft.com/office/drawing/2014/main" id="{9C94D935-77A4-4D0B-9AD5-FB4A7ED55C92}"/>
              </a:ext>
            </a:extLst>
          </p:cNvPr>
          <p:cNvSpPr>
            <a:spLocks noGrp="1"/>
          </p:cNvSpPr>
          <p:nvPr/>
        </p:nvSpPr>
        <p:spPr>
          <a:xfrm>
            <a:off x="5429250" y="2466975"/>
            <a:ext cx="2952750" cy="952500"/>
          </a:xfrm>
          <a:prstGeom prst="rect">
            <a:avLst/>
          </a:prstGeom>
          <a:solidFill>
            <a:srgbClr val="25282B"/>
          </a:solidFill>
          <a:ln w="19050">
            <a:solidFill>
              <a:srgbClr val="42AFFA"/>
            </a:solidFill>
          </a:ln>
        </p:spPr>
      </p:sp>
      <p:sp>
        <p:nvSpPr>
          <p:cNvPr id="5" name="shape-137">
            <a:extLst>
              <a:ext uri="{FF2B5EF4-FFF2-40B4-BE49-F238E27FC236}">
                <a16:creationId xmlns:a16="http://schemas.microsoft.com/office/drawing/2014/main" id="{83AE1495-F13D-4F30-95F1-DABCD1DE0811}"/>
              </a:ext>
            </a:extLst>
          </p:cNvPr>
          <p:cNvSpPr>
            <a:spLocks noGrp="1"/>
          </p:cNvSpPr>
          <p:nvPr/>
        </p:nvSpPr>
        <p:spPr>
          <a:xfrm>
            <a:off x="5543550" y="2276475"/>
            <a:ext cx="1240155" cy="209550"/>
          </a:xfrm>
          <a:prstGeom prst="rect">
            <a:avLst/>
          </a:prstGeom>
          <a:solidFill>
            <a:srgbClr val="25282B"/>
          </a:solidFill>
          <a:ln w="19050">
            <a:solidFill>
              <a:srgbClr val="42AFFA"/>
            </a:solidFill>
          </a:ln>
        </p:spPr>
      </p:sp>
      <p:sp>
        <p:nvSpPr>
          <p:cNvPr id="6" name="text-138">
            <a:extLst>
              <a:ext uri="{FF2B5EF4-FFF2-40B4-BE49-F238E27FC236}">
                <a16:creationId xmlns:a16="http://schemas.microsoft.com/office/drawing/2014/main" id="{AFDFC7BA-05AB-4479-AB4D-0B5C938B0EC4}"/>
              </a:ext>
            </a:extLst>
          </p:cNvPr>
          <p:cNvSpPr>
            <a:spLocks noGrp="1"/>
          </p:cNvSpPr>
          <p:nvPr/>
        </p:nvSpPr>
        <p:spPr>
          <a:xfrm>
            <a:off x="5581650" y="2724150"/>
            <a:ext cx="2647950" cy="457200"/>
          </a:xfrm>
          <a:prstGeom prst="rect">
            <a:avLst/>
          </a:prstGeom>
          <a:noFill/>
          <a:ln w="0">
            <a:noFill/>
          </a:ln>
        </p:spPr>
        <p:txBody>
          <a:bodyPr wrap="none" lIns="0" tIns="0" rIns="0" bIns="0" anchor="t">
            <a:noAutofit/>
          </a:bodyPr>
          <a:lstStyle>
            <a:defPPr algn="l">
              <a:defRPr sz="2025" b="0">
                <a:solidFill>
                  <a:srgbClr val="42AFFA"/>
                </a:solidFill>
                <a:latin typeface="Consolas"/>
                <a:ea typeface="Consolas"/>
                <a:cs typeface="Consolas"/>
              </a:defRPr>
            </a:defPPr>
            <a:lvl1pPr algn="l">
              <a:defRPr sz="2025" b="0">
                <a:solidFill>
                  <a:srgbClr val="42AFFA"/>
                </a:solidFill>
                <a:latin typeface="Consolas"/>
                <a:ea typeface="Consolas"/>
                <a:cs typeface="Consolas"/>
              </a:defRPr>
            </a:lvl1pPr>
            <a:lvl2pPr algn="l">
              <a:defRPr sz="2025" b="0">
                <a:solidFill>
                  <a:srgbClr val="42AFFA"/>
                </a:solidFill>
                <a:latin typeface="Consolas"/>
                <a:ea typeface="Consolas"/>
                <a:cs typeface="Consolas"/>
              </a:defRPr>
            </a:lvl2pPr>
            <a:lvl3pPr algn="l">
              <a:defRPr sz="2025" b="0">
                <a:solidFill>
                  <a:srgbClr val="42AFFA"/>
                </a:solidFill>
                <a:latin typeface="Consolas"/>
                <a:ea typeface="Consolas"/>
                <a:cs typeface="Consolas"/>
              </a:defRPr>
            </a:lvl3pPr>
            <a:lvl4pPr algn="l">
              <a:defRPr sz="2025" b="0">
                <a:solidFill>
                  <a:srgbClr val="42AFFA"/>
                </a:solidFill>
                <a:latin typeface="Consolas"/>
                <a:ea typeface="Consolas"/>
                <a:cs typeface="Consolas"/>
              </a:defRPr>
            </a:lvl4pPr>
            <a:lvl5pPr algn="l">
              <a:defRPr sz="2025" b="0">
                <a:solidFill>
                  <a:srgbClr val="42AFFA"/>
                </a:solidFill>
                <a:latin typeface="Consolas"/>
                <a:ea typeface="Consolas"/>
                <a:cs typeface="Consolas"/>
              </a:defRPr>
            </a:lvl5pPr>
            <a:lvl6pPr algn="l">
              <a:defRPr sz="2025" b="0">
                <a:solidFill>
                  <a:srgbClr val="42AFFA"/>
                </a:solidFill>
                <a:latin typeface="Consolas"/>
                <a:ea typeface="Consolas"/>
                <a:cs typeface="Consolas"/>
              </a:defRPr>
            </a:lvl6pPr>
            <a:lvl7pPr algn="l">
              <a:defRPr sz="2025" b="0">
                <a:solidFill>
                  <a:srgbClr val="42AFFA"/>
                </a:solidFill>
                <a:latin typeface="Consolas"/>
                <a:ea typeface="Consolas"/>
                <a:cs typeface="Consolas"/>
              </a:defRPr>
            </a:lvl7pPr>
            <a:lvl8pPr algn="l">
              <a:defRPr sz="2025" b="0">
                <a:solidFill>
                  <a:srgbClr val="42AFFA"/>
                </a:solidFill>
                <a:latin typeface="Consolas"/>
                <a:ea typeface="Consolas"/>
                <a:cs typeface="Consolas"/>
              </a:defRPr>
            </a:lvl8pPr>
            <a:lvl9pPr algn="l">
              <a:defRPr sz="2025" b="0">
                <a:solidFill>
                  <a:srgbClr val="42AFFA"/>
                </a:solidFill>
                <a:latin typeface="Consolas"/>
                <a:ea typeface="Consolas"/>
                <a:cs typeface="Consolas"/>
              </a:defRPr>
            </a:lvl9pPr>
          </a:lstStyle>
          <a:p>
            <a:pPr algn="l" rtl="0">
              <a:lnSpc>
                <a:spcPct val="108000"/>
              </a:lnSpc>
              <a:buNone/>
              <a:defRPr sz="2025" b="0">
                <a:solidFill>
                  <a:srgbClr val="42AFFA"/>
                </a:solidFill>
                <a:latin typeface="Consolas"/>
                <a:ea typeface="Consolas"/>
                <a:cs typeface="Consolas"/>
              </a:defRPr>
            </a:pPr>
            <a:r>
              <a:rPr lang="en-US" sz="2025" b="0">
                <a:solidFill>
                  <a:srgbClr val="42AFFA"/>
                </a:solidFill>
                <a:latin typeface="Consolas"/>
                <a:ea typeface="Consolas"/>
                <a:cs typeface="Consolas"/>
              </a:rPr>
              <a:t>my-game</a:t>
            </a:r>
          </a:p>
        </p:txBody>
      </p:sp>
      <p:sp>
        <p:nvSpPr>
          <p:cNvPr id="7" name="text-139">
            <a:extLst>
              <a:ext uri="{FF2B5EF4-FFF2-40B4-BE49-F238E27FC236}">
                <a16:creationId xmlns:a16="http://schemas.microsoft.com/office/drawing/2014/main" id="{5B23990A-6D03-4FA2-B075-1A77A93CA0E3}"/>
              </a:ext>
            </a:extLst>
          </p:cNvPr>
          <p:cNvSpPr>
            <a:spLocks noGrp="1"/>
          </p:cNvSpPr>
          <p:nvPr/>
        </p:nvSpPr>
        <p:spPr>
          <a:xfrm>
            <a:off x="4857750" y="3762375"/>
            <a:ext cx="3714750" cy="571500"/>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תמונת מצב של הפרויקט</a:t>
            </a:r>
          </a:p>
        </p:txBody>
      </p:sp>
      <p:sp>
        <p:nvSpPr>
          <p:cNvPr id="8" name="shape-140">
            <a:extLst>
              <a:ext uri="{FF2B5EF4-FFF2-40B4-BE49-F238E27FC236}">
                <a16:creationId xmlns:a16="http://schemas.microsoft.com/office/drawing/2014/main" id="{F8DB751D-E4DC-4A45-AACC-A18E56612DE4}"/>
              </a:ext>
            </a:extLst>
          </p:cNvPr>
          <p:cNvSpPr>
            <a:spLocks noGrp="1"/>
          </p:cNvSpPr>
          <p:nvPr/>
        </p:nvSpPr>
        <p:spPr>
          <a:xfrm>
            <a:off x="666750" y="2476500"/>
            <a:ext cx="3333750" cy="952500"/>
          </a:xfrm>
          <a:prstGeom prst="rect">
            <a:avLst/>
          </a:prstGeom>
          <a:solidFill>
            <a:srgbClr val="25282B"/>
          </a:solidFill>
          <a:ln w="19050">
            <a:solidFill>
              <a:srgbClr val="88FF88"/>
            </a:solidFill>
          </a:ln>
        </p:spPr>
      </p:sp>
      <p:sp>
        <p:nvSpPr>
          <p:cNvPr id="9" name="text-141">
            <a:extLst>
              <a:ext uri="{FF2B5EF4-FFF2-40B4-BE49-F238E27FC236}">
                <a16:creationId xmlns:a16="http://schemas.microsoft.com/office/drawing/2014/main" id="{AF957D3F-66F7-47A8-B7E9-BC9DADC4AD93}"/>
              </a:ext>
            </a:extLst>
          </p:cNvPr>
          <p:cNvSpPr>
            <a:spLocks noGrp="1"/>
          </p:cNvSpPr>
          <p:nvPr/>
        </p:nvSpPr>
        <p:spPr>
          <a:xfrm>
            <a:off x="800100" y="2775585"/>
            <a:ext cx="3067050" cy="8001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מה השתנה?</a:t>
            </a:r>
          </a:p>
        </p:txBody>
      </p:sp>
      <p:sp>
        <p:nvSpPr>
          <p:cNvPr id="10" name="text-142">
            <a:extLst>
              <a:ext uri="{FF2B5EF4-FFF2-40B4-BE49-F238E27FC236}">
                <a16:creationId xmlns:a16="http://schemas.microsoft.com/office/drawing/2014/main" id="{0C718526-E037-4FFB-BB5D-8E4796638F42}"/>
              </a:ext>
            </a:extLst>
          </p:cNvPr>
          <p:cNvSpPr>
            <a:spLocks noGrp="1"/>
          </p:cNvSpPr>
          <p:nvPr/>
        </p:nvSpPr>
        <p:spPr>
          <a:xfrm>
            <a:off x="838200" y="3667125"/>
            <a:ext cx="3810000" cy="571500"/>
          </a:xfrm>
          <a:prstGeom prst="rect">
            <a:avLst/>
          </a:prstGeom>
          <a:noFill/>
          <a:ln w="0">
            <a:noFill/>
          </a:ln>
        </p:spPr>
        <p:txBody>
          <a:bodyPr wrap="none" lIns="0" tIns="0" rIns="0" bIns="0" anchor="t">
            <a:noAutofit/>
          </a:bodyPr>
          <a:lstStyle>
            <a:defPPr algn="l">
              <a:defRPr sz="2250" b="0">
                <a:solidFill>
                  <a:srgbClr val="88FF88"/>
                </a:solidFill>
                <a:latin typeface="Consolas"/>
                <a:ea typeface="Consolas"/>
                <a:cs typeface="Consolas"/>
              </a:defRPr>
            </a:defPPr>
            <a:lvl1pPr algn="l">
              <a:defRPr sz="2250" b="0">
                <a:solidFill>
                  <a:srgbClr val="88FF88"/>
                </a:solidFill>
                <a:latin typeface="Consolas"/>
                <a:ea typeface="Consolas"/>
                <a:cs typeface="Consolas"/>
              </a:defRPr>
            </a:lvl1pPr>
            <a:lvl2pPr algn="l">
              <a:defRPr sz="2250" b="0">
                <a:solidFill>
                  <a:srgbClr val="88FF88"/>
                </a:solidFill>
                <a:latin typeface="Consolas"/>
                <a:ea typeface="Consolas"/>
                <a:cs typeface="Consolas"/>
              </a:defRPr>
            </a:lvl2pPr>
            <a:lvl3pPr algn="l">
              <a:defRPr sz="2250" b="0">
                <a:solidFill>
                  <a:srgbClr val="88FF88"/>
                </a:solidFill>
                <a:latin typeface="Consolas"/>
                <a:ea typeface="Consolas"/>
                <a:cs typeface="Consolas"/>
              </a:defRPr>
            </a:lvl3pPr>
            <a:lvl4pPr algn="l">
              <a:defRPr sz="2250" b="0">
                <a:solidFill>
                  <a:srgbClr val="88FF88"/>
                </a:solidFill>
                <a:latin typeface="Consolas"/>
                <a:ea typeface="Consolas"/>
                <a:cs typeface="Consolas"/>
              </a:defRPr>
            </a:lvl4pPr>
            <a:lvl5pPr algn="l">
              <a:defRPr sz="2250" b="0">
                <a:solidFill>
                  <a:srgbClr val="88FF88"/>
                </a:solidFill>
                <a:latin typeface="Consolas"/>
                <a:ea typeface="Consolas"/>
                <a:cs typeface="Consolas"/>
              </a:defRPr>
            </a:lvl5pPr>
            <a:lvl6pPr algn="l">
              <a:defRPr sz="2250" b="0">
                <a:solidFill>
                  <a:srgbClr val="88FF88"/>
                </a:solidFill>
                <a:latin typeface="Consolas"/>
                <a:ea typeface="Consolas"/>
                <a:cs typeface="Consolas"/>
              </a:defRPr>
            </a:lvl6pPr>
            <a:lvl7pPr algn="l">
              <a:defRPr sz="2250" b="0">
                <a:solidFill>
                  <a:srgbClr val="88FF88"/>
                </a:solidFill>
                <a:latin typeface="Consolas"/>
                <a:ea typeface="Consolas"/>
                <a:cs typeface="Consolas"/>
              </a:defRPr>
            </a:lvl7pPr>
            <a:lvl8pPr algn="l">
              <a:defRPr sz="2250" b="0">
                <a:solidFill>
                  <a:srgbClr val="88FF88"/>
                </a:solidFill>
                <a:latin typeface="Consolas"/>
                <a:ea typeface="Consolas"/>
                <a:cs typeface="Consolas"/>
              </a:defRPr>
            </a:lvl8pPr>
            <a:lvl9pPr algn="l">
              <a:defRPr sz="2250" b="0">
                <a:solidFill>
                  <a:srgbClr val="88FF88"/>
                </a:solidFill>
                <a:latin typeface="Consolas"/>
                <a:ea typeface="Consolas"/>
                <a:cs typeface="Consolas"/>
              </a:defRPr>
            </a:lvl9pPr>
          </a:lstStyle>
          <a:p>
            <a:pPr algn="l" rtl="0">
              <a:lnSpc>
                <a:spcPct val="108000"/>
              </a:lnSpc>
              <a:buNone/>
              <a:defRPr sz="2250" b="0">
                <a:solidFill>
                  <a:srgbClr val="88FF88"/>
                </a:solidFill>
                <a:latin typeface="Consolas"/>
                <a:ea typeface="Consolas"/>
                <a:cs typeface="Consolas"/>
              </a:defRPr>
            </a:pPr>
            <a:r>
              <a:rPr lang="en-US" sz="2250" b="0">
                <a:solidFill>
                  <a:srgbClr val="88FF88"/>
                </a:solidFill>
                <a:latin typeface="Consolas"/>
                <a:ea typeface="Consolas"/>
                <a:cs typeface="Consolas"/>
              </a:rPr>
              <a:t>Add enemy chase</a:t>
            </a:r>
          </a:p>
        </p:txBody>
      </p:sp>
      <p:sp>
        <p:nvSpPr>
          <p:cNvPr id="11" name="text-143">
            <a:extLst>
              <a:ext uri="{FF2B5EF4-FFF2-40B4-BE49-F238E27FC236}">
                <a16:creationId xmlns:a16="http://schemas.microsoft.com/office/drawing/2014/main" id="{449CAEE7-9553-49EF-9C9A-488F1DBCD92D}"/>
              </a:ext>
            </a:extLst>
          </p:cNvPr>
          <p:cNvSpPr>
            <a:spLocks noGrp="1"/>
          </p:cNvSpPr>
          <p:nvPr/>
        </p:nvSpPr>
        <p:spPr>
          <a:xfrm>
            <a:off x="4229100" y="2667000"/>
            <a:ext cx="666750" cy="857250"/>
          </a:xfrm>
          <a:prstGeom prst="rect">
            <a:avLst/>
          </a:prstGeom>
          <a:noFill/>
          <a:ln w="0">
            <a:noFill/>
          </a:ln>
        </p:spPr>
        <p:txBody>
          <a:bodyPr wrap="square" lIns="0" tIns="0" rIns="0" bIns="0" anchor="t">
            <a:noAutofit/>
          </a:bodyPr>
          <a:lstStyle>
            <a:defPPr algn="ctr">
              <a:defRPr sz="4500" b="0">
                <a:solidFill>
                  <a:srgbClr val="F7F7F7"/>
                </a:solidFill>
                <a:latin typeface="Arial"/>
                <a:ea typeface="Arial"/>
                <a:cs typeface="Arial"/>
              </a:defRPr>
            </a:defPPr>
            <a:lvl1pPr algn="ctr">
              <a:defRPr sz="4500" b="0">
                <a:solidFill>
                  <a:srgbClr val="F7F7F7"/>
                </a:solidFill>
                <a:latin typeface="Arial"/>
                <a:ea typeface="Arial"/>
                <a:cs typeface="Arial"/>
              </a:defRPr>
            </a:lvl1pPr>
            <a:lvl2pPr algn="ctr">
              <a:defRPr sz="4500" b="0">
                <a:solidFill>
                  <a:srgbClr val="F7F7F7"/>
                </a:solidFill>
                <a:latin typeface="Arial"/>
                <a:ea typeface="Arial"/>
                <a:cs typeface="Arial"/>
              </a:defRPr>
            </a:lvl2pPr>
            <a:lvl3pPr algn="ctr">
              <a:defRPr sz="4500" b="0">
                <a:solidFill>
                  <a:srgbClr val="F7F7F7"/>
                </a:solidFill>
                <a:latin typeface="Arial"/>
                <a:ea typeface="Arial"/>
                <a:cs typeface="Arial"/>
              </a:defRPr>
            </a:lvl3pPr>
            <a:lvl4pPr algn="ctr">
              <a:defRPr sz="4500" b="0">
                <a:solidFill>
                  <a:srgbClr val="F7F7F7"/>
                </a:solidFill>
                <a:latin typeface="Arial"/>
                <a:ea typeface="Arial"/>
                <a:cs typeface="Arial"/>
              </a:defRPr>
            </a:lvl4pPr>
            <a:lvl5pPr algn="ctr">
              <a:defRPr sz="4500" b="0">
                <a:solidFill>
                  <a:srgbClr val="F7F7F7"/>
                </a:solidFill>
                <a:latin typeface="Arial"/>
                <a:ea typeface="Arial"/>
                <a:cs typeface="Arial"/>
              </a:defRPr>
            </a:lvl5pPr>
            <a:lvl6pPr algn="ctr">
              <a:defRPr sz="4500" b="0">
                <a:solidFill>
                  <a:srgbClr val="F7F7F7"/>
                </a:solidFill>
                <a:latin typeface="Arial"/>
                <a:ea typeface="Arial"/>
                <a:cs typeface="Arial"/>
              </a:defRPr>
            </a:lvl6pPr>
            <a:lvl7pPr algn="ctr">
              <a:defRPr sz="4500" b="0">
                <a:solidFill>
                  <a:srgbClr val="F7F7F7"/>
                </a:solidFill>
                <a:latin typeface="Arial"/>
                <a:ea typeface="Arial"/>
                <a:cs typeface="Arial"/>
              </a:defRPr>
            </a:lvl7pPr>
            <a:lvl8pPr algn="ctr">
              <a:defRPr sz="4500" b="0">
                <a:solidFill>
                  <a:srgbClr val="F7F7F7"/>
                </a:solidFill>
                <a:latin typeface="Arial"/>
                <a:ea typeface="Arial"/>
                <a:cs typeface="Arial"/>
              </a:defRPr>
            </a:lvl8pPr>
            <a:lvl9pPr algn="ctr">
              <a:defRPr sz="4500" b="0">
                <a:solidFill>
                  <a:srgbClr val="F7F7F7"/>
                </a:solidFill>
                <a:latin typeface="Arial"/>
                <a:ea typeface="Arial"/>
                <a:cs typeface="Arial"/>
              </a:defRPr>
            </a:lvl9pPr>
          </a:lstStyle>
          <a:p>
            <a:pPr algn="ctr" rtl="0">
              <a:lnSpc>
                <a:spcPct val="108000"/>
              </a:lnSpc>
              <a:buNone/>
              <a:defRPr sz="4500" b="0">
                <a:solidFill>
                  <a:srgbClr val="F7F7F7"/>
                </a:solidFill>
                <a:latin typeface="Arial"/>
                <a:ea typeface="Arial"/>
                <a:cs typeface="Arial"/>
              </a:defRPr>
            </a:pPr>
            <a:r>
              <a:rPr lang="en-US" sz="4500" b="0">
                <a:solidFill>
                  <a:srgbClr val="F7F7F7"/>
                </a:solidFill>
                <a:latin typeface="Arial"/>
                <a:ea typeface="Arial"/>
                <a:cs typeface="Arial"/>
              </a:rPr>
              <a:t>+</a:t>
            </a:r>
          </a:p>
        </p:txBody>
      </p:sp>
      <p:sp>
        <p:nvSpPr>
          <p:cNvPr id="12" name="text-144">
            <a:extLst>
              <a:ext uri="{FF2B5EF4-FFF2-40B4-BE49-F238E27FC236}">
                <a16:creationId xmlns:a16="http://schemas.microsoft.com/office/drawing/2014/main" id="{634C53D3-FDCC-4318-B242-0606CF58A6DA}"/>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תמונת מצב + הודעה שמסבירה את השינוי</a:t>
            </a:r>
          </a:p>
        </p:txBody>
      </p:sp>
    </p:spTree>
    <p:extLst>
      <p:ext uri="{BB962C8B-B14F-4D97-AF65-F5344CB8AC3E}">
        <p14:creationId xmlns:p14="http://schemas.microsoft.com/office/powerpoint/2010/main" val="46106859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2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6" name="text-145">
            <a:extLst>
              <a:ext uri="{FF2B5EF4-FFF2-40B4-BE49-F238E27FC236}">
                <a16:creationId xmlns:a16="http://schemas.microsoft.com/office/drawing/2014/main" id="{F455E6CC-729D-4675-BD07-687FD76D3502}"/>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שליחה וקבלה של קומיטים</a:t>
            </a:r>
          </a:p>
        </p:txBody>
      </p:sp>
      <p:sp>
        <p:nvSpPr>
          <p:cNvPr id="2" name="text-146">
            <a:extLst>
              <a:ext uri="{FF2B5EF4-FFF2-40B4-BE49-F238E27FC236}">
                <a16:creationId xmlns:a16="http://schemas.microsoft.com/office/drawing/2014/main" id="{8226590F-32DD-460A-80F1-6040DA3B38C1}"/>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10</a:t>
            </a:r>
          </a:p>
        </p:txBody>
      </p:sp>
      <p:sp>
        <p:nvSpPr>
          <p:cNvPr id="3" name="shape-147">
            <a:extLst>
              <a:ext uri="{FF2B5EF4-FFF2-40B4-BE49-F238E27FC236}">
                <a16:creationId xmlns:a16="http://schemas.microsoft.com/office/drawing/2014/main" id="{FBC39F87-BF93-4980-960B-E3809BCE3400}"/>
              </a:ext>
            </a:extLst>
          </p:cNvPr>
          <p:cNvSpPr>
            <a:spLocks noGrp="1"/>
          </p:cNvSpPr>
          <p:nvPr/>
        </p:nvSpPr>
        <p:spPr>
          <a:xfrm>
            <a:off x="5905500" y="2381250"/>
            <a:ext cx="2667000" cy="1095375"/>
          </a:xfrm>
          <a:prstGeom prst="rect">
            <a:avLst/>
          </a:prstGeom>
          <a:solidFill>
            <a:srgbClr val="25282B"/>
          </a:solidFill>
          <a:ln w="19050">
            <a:solidFill>
              <a:srgbClr val="88FF88"/>
            </a:solidFill>
          </a:ln>
        </p:spPr>
      </p:sp>
      <p:sp>
        <p:nvSpPr>
          <p:cNvPr id="4" name="text-148">
            <a:extLst>
              <a:ext uri="{FF2B5EF4-FFF2-40B4-BE49-F238E27FC236}">
                <a16:creationId xmlns:a16="http://schemas.microsoft.com/office/drawing/2014/main" id="{CEE0D41B-BC05-4B5C-9782-6029D16B813E}"/>
              </a:ext>
            </a:extLst>
          </p:cNvPr>
          <p:cNvSpPr>
            <a:spLocks noGrp="1"/>
          </p:cNvSpPr>
          <p:nvPr/>
        </p:nvSpPr>
        <p:spPr>
          <a:xfrm>
            <a:off x="6038850" y="2751773"/>
            <a:ext cx="2400300" cy="94297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המחשב שלכם</a:t>
            </a:r>
          </a:p>
        </p:txBody>
      </p:sp>
      <p:sp>
        <p:nvSpPr>
          <p:cNvPr id="5" name="text-149">
            <a:extLst>
              <a:ext uri="{FF2B5EF4-FFF2-40B4-BE49-F238E27FC236}">
                <a16:creationId xmlns:a16="http://schemas.microsoft.com/office/drawing/2014/main" id="{EA1D5DD8-9A7F-4447-8D43-8EDC2DC6F9EE}"/>
              </a:ext>
            </a:extLst>
          </p:cNvPr>
          <p:cNvSpPr>
            <a:spLocks noGrp="1"/>
          </p:cNvSpPr>
          <p:nvPr/>
        </p:nvSpPr>
        <p:spPr>
          <a:xfrm>
            <a:off x="619125" y="2552700"/>
            <a:ext cx="2571750" cy="762000"/>
          </a:xfrm>
          <a:prstGeom prst="rect">
            <a:avLst/>
          </a:prstGeom>
          <a:noFill/>
          <a:ln w="0">
            <a:noFill/>
          </a:ln>
        </p:spPr>
        <p:txBody>
          <a:bodyPr wrap="none" lIns="0" tIns="0" rIns="0" bIns="0" anchor="t">
            <a:noAutofit/>
          </a:bodyPr>
          <a:lstStyle>
            <a:defPPr algn="l">
              <a:defRPr sz="3450" b="0">
                <a:solidFill>
                  <a:srgbClr val="8888FF"/>
                </a:solidFill>
                <a:latin typeface="Consolas"/>
                <a:ea typeface="Consolas"/>
                <a:cs typeface="Consolas"/>
              </a:defRPr>
            </a:defPPr>
            <a:lvl1pPr algn="l">
              <a:defRPr sz="3450" b="0">
                <a:solidFill>
                  <a:srgbClr val="8888FF"/>
                </a:solidFill>
                <a:latin typeface="Consolas"/>
                <a:ea typeface="Consolas"/>
                <a:cs typeface="Consolas"/>
              </a:defRPr>
            </a:lvl1pPr>
            <a:lvl2pPr algn="l">
              <a:defRPr sz="3450" b="0">
                <a:solidFill>
                  <a:srgbClr val="8888FF"/>
                </a:solidFill>
                <a:latin typeface="Consolas"/>
                <a:ea typeface="Consolas"/>
                <a:cs typeface="Consolas"/>
              </a:defRPr>
            </a:lvl2pPr>
            <a:lvl3pPr algn="l">
              <a:defRPr sz="3450" b="0">
                <a:solidFill>
                  <a:srgbClr val="8888FF"/>
                </a:solidFill>
                <a:latin typeface="Consolas"/>
                <a:ea typeface="Consolas"/>
                <a:cs typeface="Consolas"/>
              </a:defRPr>
            </a:lvl3pPr>
            <a:lvl4pPr algn="l">
              <a:defRPr sz="3450" b="0">
                <a:solidFill>
                  <a:srgbClr val="8888FF"/>
                </a:solidFill>
                <a:latin typeface="Consolas"/>
                <a:ea typeface="Consolas"/>
                <a:cs typeface="Consolas"/>
              </a:defRPr>
            </a:lvl4pPr>
            <a:lvl5pPr algn="l">
              <a:defRPr sz="3450" b="0">
                <a:solidFill>
                  <a:srgbClr val="8888FF"/>
                </a:solidFill>
                <a:latin typeface="Consolas"/>
                <a:ea typeface="Consolas"/>
                <a:cs typeface="Consolas"/>
              </a:defRPr>
            </a:lvl5pPr>
            <a:lvl6pPr algn="l">
              <a:defRPr sz="3450" b="0">
                <a:solidFill>
                  <a:srgbClr val="8888FF"/>
                </a:solidFill>
                <a:latin typeface="Consolas"/>
                <a:ea typeface="Consolas"/>
                <a:cs typeface="Consolas"/>
              </a:defRPr>
            </a:lvl6pPr>
            <a:lvl7pPr algn="l">
              <a:defRPr sz="3450" b="0">
                <a:solidFill>
                  <a:srgbClr val="8888FF"/>
                </a:solidFill>
                <a:latin typeface="Consolas"/>
                <a:ea typeface="Consolas"/>
                <a:cs typeface="Consolas"/>
              </a:defRPr>
            </a:lvl7pPr>
            <a:lvl8pPr algn="l">
              <a:defRPr sz="3450" b="0">
                <a:solidFill>
                  <a:srgbClr val="8888FF"/>
                </a:solidFill>
                <a:latin typeface="Consolas"/>
                <a:ea typeface="Consolas"/>
                <a:cs typeface="Consolas"/>
              </a:defRPr>
            </a:lvl8pPr>
            <a:lvl9pPr algn="l">
              <a:defRPr sz="3450" b="0">
                <a:solidFill>
                  <a:srgbClr val="8888FF"/>
                </a:solidFill>
                <a:latin typeface="Consolas"/>
                <a:ea typeface="Consolas"/>
                <a:cs typeface="Consolas"/>
              </a:defRPr>
            </a:lvl9pPr>
          </a:lstStyle>
          <a:p>
            <a:pPr algn="l" rtl="0">
              <a:lnSpc>
                <a:spcPct val="108000"/>
              </a:lnSpc>
              <a:buNone/>
              <a:defRPr sz="3450" b="0">
                <a:solidFill>
                  <a:srgbClr val="8888FF"/>
                </a:solidFill>
                <a:latin typeface="Consolas"/>
                <a:ea typeface="Consolas"/>
                <a:cs typeface="Consolas"/>
              </a:defRPr>
            </a:pPr>
            <a:r>
              <a:rPr lang="en-US" sz="3450" b="0">
                <a:solidFill>
                  <a:srgbClr val="8888FF"/>
                </a:solidFill>
                <a:latin typeface="Consolas"/>
                <a:ea typeface="Consolas"/>
                <a:cs typeface="Consolas"/>
              </a:rPr>
              <a:t>GitHub</a:t>
            </a:r>
          </a:p>
        </p:txBody>
      </p:sp>
      <p:sp>
        <p:nvSpPr>
          <p:cNvPr id="6" name="line-150">
            <a:extLst>
              <a:ext uri="{FF2B5EF4-FFF2-40B4-BE49-F238E27FC236}">
                <a16:creationId xmlns:a16="http://schemas.microsoft.com/office/drawing/2014/main" id="{0444C979-4A3E-48EB-B033-FDCC39A2AB9D}"/>
              </a:ext>
            </a:extLst>
          </p:cNvPr>
          <p:cNvSpPr>
            <a:spLocks noGrp="1"/>
          </p:cNvSpPr>
          <p:nvPr/>
        </p:nvSpPr>
        <p:spPr>
          <a:xfrm>
            <a:off x="3286125" y="2571750"/>
            <a:ext cx="2524125" cy="9525"/>
          </a:xfrm>
          <a:custGeom>
            <a:avLst/>
            <a:gdLst/>
            <a:ahLst/>
            <a:cxnLst/>
            <a:rect l="0" t="0" r="0" b="0"/>
            <a:pathLst>
              <a:path w="2524125" h="9525">
                <a:moveTo>
                  <a:pt x="2524125" y="0"/>
                </a:moveTo>
                <a:lnTo>
                  <a:pt x="0" y="0"/>
                </a:lnTo>
              </a:path>
            </a:pathLst>
          </a:custGeom>
          <a:noFill/>
          <a:ln w="47625">
            <a:solidFill>
              <a:srgbClr val="88FF88"/>
            </a:solidFill>
          </a:ln>
        </p:spPr>
      </p:sp>
      <p:sp>
        <p:nvSpPr>
          <p:cNvPr id="7" name="line-151">
            <a:extLst>
              <a:ext uri="{FF2B5EF4-FFF2-40B4-BE49-F238E27FC236}">
                <a16:creationId xmlns:a16="http://schemas.microsoft.com/office/drawing/2014/main" id="{7F3C1ACD-7A89-4E3E-B90E-532691015E84}"/>
              </a:ext>
            </a:extLst>
          </p:cNvPr>
          <p:cNvSpPr>
            <a:spLocks noGrp="1"/>
          </p:cNvSpPr>
          <p:nvPr/>
        </p:nvSpPr>
        <p:spPr>
          <a:xfrm>
            <a:off x="3286125" y="2512007"/>
            <a:ext cx="97444" cy="59743"/>
          </a:xfrm>
          <a:custGeom>
            <a:avLst/>
            <a:gdLst/>
            <a:ahLst/>
            <a:cxnLst/>
            <a:rect l="0" t="0" r="0" b="0"/>
            <a:pathLst>
              <a:path w="97444" h="59743">
                <a:moveTo>
                  <a:pt x="0" y="59743"/>
                </a:moveTo>
                <a:lnTo>
                  <a:pt x="97444" y="0"/>
                </a:lnTo>
              </a:path>
            </a:pathLst>
          </a:custGeom>
          <a:noFill/>
          <a:ln w="47625">
            <a:solidFill>
              <a:srgbClr val="88FF88"/>
            </a:solidFill>
          </a:ln>
        </p:spPr>
      </p:sp>
      <p:sp>
        <p:nvSpPr>
          <p:cNvPr id="8" name="line-152">
            <a:extLst>
              <a:ext uri="{FF2B5EF4-FFF2-40B4-BE49-F238E27FC236}">
                <a16:creationId xmlns:a16="http://schemas.microsoft.com/office/drawing/2014/main" id="{86A449D7-47BC-40F6-9292-2341B73D9EB4}"/>
              </a:ext>
            </a:extLst>
          </p:cNvPr>
          <p:cNvSpPr>
            <a:spLocks noGrp="1"/>
          </p:cNvSpPr>
          <p:nvPr/>
        </p:nvSpPr>
        <p:spPr>
          <a:xfrm>
            <a:off x="3286125" y="2571750"/>
            <a:ext cx="97444" cy="59743"/>
          </a:xfrm>
          <a:custGeom>
            <a:avLst/>
            <a:gdLst/>
            <a:ahLst/>
            <a:cxnLst/>
            <a:rect l="0" t="0" r="0" b="0"/>
            <a:pathLst>
              <a:path w="97444" h="59743">
                <a:moveTo>
                  <a:pt x="0" y="0"/>
                </a:moveTo>
                <a:lnTo>
                  <a:pt x="97444" y="59743"/>
                </a:lnTo>
              </a:path>
            </a:pathLst>
          </a:custGeom>
          <a:noFill/>
          <a:ln w="47625">
            <a:solidFill>
              <a:srgbClr val="88FF88"/>
            </a:solidFill>
          </a:ln>
        </p:spPr>
      </p:sp>
      <p:sp>
        <p:nvSpPr>
          <p:cNvPr id="9" name="text-153">
            <a:extLst>
              <a:ext uri="{FF2B5EF4-FFF2-40B4-BE49-F238E27FC236}">
                <a16:creationId xmlns:a16="http://schemas.microsoft.com/office/drawing/2014/main" id="{26C89B0D-D27E-4C7A-AF14-AF66E5652F50}"/>
              </a:ext>
            </a:extLst>
          </p:cNvPr>
          <p:cNvSpPr>
            <a:spLocks noGrp="1"/>
          </p:cNvSpPr>
          <p:nvPr/>
        </p:nvSpPr>
        <p:spPr>
          <a:xfrm>
            <a:off x="3857625" y="1847850"/>
            <a:ext cx="1428750" cy="523875"/>
          </a:xfrm>
          <a:prstGeom prst="rect">
            <a:avLst/>
          </a:prstGeom>
          <a:noFill/>
          <a:ln w="0">
            <a:noFill/>
          </a:ln>
        </p:spPr>
        <p:txBody>
          <a:bodyPr wrap="none" lIns="0" tIns="0" rIns="0" bIns="0" anchor="t">
            <a:noAutofit/>
          </a:bodyPr>
          <a:lstStyle>
            <a:defPPr algn="l">
              <a:defRPr sz="2925" b="0">
                <a:solidFill>
                  <a:srgbClr val="88FF88"/>
                </a:solidFill>
                <a:latin typeface="Consolas"/>
                <a:ea typeface="Consolas"/>
                <a:cs typeface="Consolas"/>
              </a:defRPr>
            </a:defPPr>
            <a:lvl1pPr algn="l">
              <a:defRPr sz="2925" b="0">
                <a:solidFill>
                  <a:srgbClr val="88FF88"/>
                </a:solidFill>
                <a:latin typeface="Consolas"/>
                <a:ea typeface="Consolas"/>
                <a:cs typeface="Consolas"/>
              </a:defRPr>
            </a:lvl1pPr>
            <a:lvl2pPr algn="l">
              <a:defRPr sz="2925" b="0">
                <a:solidFill>
                  <a:srgbClr val="88FF88"/>
                </a:solidFill>
                <a:latin typeface="Consolas"/>
                <a:ea typeface="Consolas"/>
                <a:cs typeface="Consolas"/>
              </a:defRPr>
            </a:lvl2pPr>
            <a:lvl3pPr algn="l">
              <a:defRPr sz="2925" b="0">
                <a:solidFill>
                  <a:srgbClr val="88FF88"/>
                </a:solidFill>
                <a:latin typeface="Consolas"/>
                <a:ea typeface="Consolas"/>
                <a:cs typeface="Consolas"/>
              </a:defRPr>
            </a:lvl3pPr>
            <a:lvl4pPr algn="l">
              <a:defRPr sz="2925" b="0">
                <a:solidFill>
                  <a:srgbClr val="88FF88"/>
                </a:solidFill>
                <a:latin typeface="Consolas"/>
                <a:ea typeface="Consolas"/>
                <a:cs typeface="Consolas"/>
              </a:defRPr>
            </a:lvl4pPr>
            <a:lvl5pPr algn="l">
              <a:defRPr sz="2925" b="0">
                <a:solidFill>
                  <a:srgbClr val="88FF88"/>
                </a:solidFill>
                <a:latin typeface="Consolas"/>
                <a:ea typeface="Consolas"/>
                <a:cs typeface="Consolas"/>
              </a:defRPr>
            </a:lvl5pPr>
            <a:lvl6pPr algn="l">
              <a:defRPr sz="2925" b="0">
                <a:solidFill>
                  <a:srgbClr val="88FF88"/>
                </a:solidFill>
                <a:latin typeface="Consolas"/>
                <a:ea typeface="Consolas"/>
                <a:cs typeface="Consolas"/>
              </a:defRPr>
            </a:lvl6pPr>
            <a:lvl7pPr algn="l">
              <a:defRPr sz="2925" b="0">
                <a:solidFill>
                  <a:srgbClr val="88FF88"/>
                </a:solidFill>
                <a:latin typeface="Consolas"/>
                <a:ea typeface="Consolas"/>
                <a:cs typeface="Consolas"/>
              </a:defRPr>
            </a:lvl7pPr>
            <a:lvl8pPr algn="l">
              <a:defRPr sz="2925" b="0">
                <a:solidFill>
                  <a:srgbClr val="88FF88"/>
                </a:solidFill>
                <a:latin typeface="Consolas"/>
                <a:ea typeface="Consolas"/>
                <a:cs typeface="Consolas"/>
              </a:defRPr>
            </a:lvl8pPr>
            <a:lvl9pPr algn="l">
              <a:defRPr sz="2925" b="0">
                <a:solidFill>
                  <a:srgbClr val="88FF88"/>
                </a:solidFill>
                <a:latin typeface="Consolas"/>
                <a:ea typeface="Consolas"/>
                <a:cs typeface="Consolas"/>
              </a:defRPr>
            </a:lvl9pPr>
          </a:lstStyle>
          <a:p>
            <a:pPr algn="l" rtl="0">
              <a:lnSpc>
                <a:spcPct val="108000"/>
              </a:lnSpc>
              <a:buNone/>
              <a:defRPr sz="2925" b="0">
                <a:solidFill>
                  <a:srgbClr val="88FF88"/>
                </a:solidFill>
                <a:latin typeface="Consolas"/>
                <a:ea typeface="Consolas"/>
                <a:cs typeface="Consolas"/>
              </a:defRPr>
            </a:pPr>
            <a:r>
              <a:rPr lang="en-US" sz="2925" b="0">
                <a:solidFill>
                  <a:srgbClr val="88FF88"/>
                </a:solidFill>
                <a:latin typeface="Consolas"/>
                <a:ea typeface="Consolas"/>
                <a:cs typeface="Consolas"/>
              </a:rPr>
              <a:t>push</a:t>
            </a:r>
          </a:p>
        </p:txBody>
      </p:sp>
      <p:sp>
        <p:nvSpPr>
          <p:cNvPr id="10" name="text-154">
            <a:extLst>
              <a:ext uri="{FF2B5EF4-FFF2-40B4-BE49-F238E27FC236}">
                <a16:creationId xmlns:a16="http://schemas.microsoft.com/office/drawing/2014/main" id="{73566F10-754B-4F0F-81AB-FFF248B9B4E2}"/>
              </a:ext>
            </a:extLst>
          </p:cNvPr>
          <p:cNvSpPr>
            <a:spLocks noGrp="1"/>
          </p:cNvSpPr>
          <p:nvPr/>
        </p:nvSpPr>
        <p:spPr>
          <a:xfrm>
            <a:off x="2333625" y="3571875"/>
            <a:ext cx="4667250" cy="400050"/>
          </a:xfrm>
          <a:prstGeom prst="rect">
            <a:avLst/>
          </a:prstGeom>
          <a:noFill/>
          <a:ln w="0">
            <a:noFill/>
          </a:ln>
        </p:spPr>
        <p:txBody>
          <a:bodyPr wrap="square" lIns="0" tIns="0" rIns="0" bIns="0" anchor="t">
            <a:noAutofit/>
          </a:bodyPr>
          <a:lstStyle>
            <a:defPPr algn="ctr">
              <a:defRPr sz="2100" b="0">
                <a:solidFill>
                  <a:srgbClr val="F7F7F7"/>
                </a:solidFill>
                <a:latin typeface="Arial"/>
                <a:ea typeface="Arial"/>
                <a:cs typeface="Arial"/>
              </a:defRPr>
            </a:defPPr>
            <a:lvl1pPr algn="ctr">
              <a:defRPr sz="2100" b="0">
                <a:solidFill>
                  <a:srgbClr val="F7F7F7"/>
                </a:solidFill>
                <a:latin typeface="Arial"/>
                <a:ea typeface="Arial"/>
                <a:cs typeface="Arial"/>
              </a:defRPr>
            </a:lvl1pPr>
            <a:lvl2pPr algn="ctr">
              <a:defRPr sz="2100" b="0">
                <a:solidFill>
                  <a:srgbClr val="F7F7F7"/>
                </a:solidFill>
                <a:latin typeface="Arial"/>
                <a:ea typeface="Arial"/>
                <a:cs typeface="Arial"/>
              </a:defRPr>
            </a:lvl2pPr>
            <a:lvl3pPr algn="ctr">
              <a:defRPr sz="2100" b="0">
                <a:solidFill>
                  <a:srgbClr val="F7F7F7"/>
                </a:solidFill>
                <a:latin typeface="Arial"/>
                <a:ea typeface="Arial"/>
                <a:cs typeface="Arial"/>
              </a:defRPr>
            </a:lvl3pPr>
            <a:lvl4pPr algn="ctr">
              <a:defRPr sz="2100" b="0">
                <a:solidFill>
                  <a:srgbClr val="F7F7F7"/>
                </a:solidFill>
                <a:latin typeface="Arial"/>
                <a:ea typeface="Arial"/>
                <a:cs typeface="Arial"/>
              </a:defRPr>
            </a:lvl4pPr>
            <a:lvl5pPr algn="ctr">
              <a:defRPr sz="2100" b="0">
                <a:solidFill>
                  <a:srgbClr val="F7F7F7"/>
                </a:solidFill>
                <a:latin typeface="Arial"/>
                <a:ea typeface="Arial"/>
                <a:cs typeface="Arial"/>
              </a:defRPr>
            </a:lvl5pPr>
            <a:lvl6pPr algn="ctr">
              <a:defRPr sz="2100" b="0">
                <a:solidFill>
                  <a:srgbClr val="F7F7F7"/>
                </a:solidFill>
                <a:latin typeface="Arial"/>
                <a:ea typeface="Arial"/>
                <a:cs typeface="Arial"/>
              </a:defRPr>
            </a:lvl6pPr>
            <a:lvl7pPr algn="ctr">
              <a:defRPr sz="2100" b="0">
                <a:solidFill>
                  <a:srgbClr val="F7F7F7"/>
                </a:solidFill>
                <a:latin typeface="Arial"/>
                <a:ea typeface="Arial"/>
                <a:cs typeface="Arial"/>
              </a:defRPr>
            </a:lvl7pPr>
            <a:lvl8pPr algn="ctr">
              <a:defRPr sz="2100" b="0">
                <a:solidFill>
                  <a:srgbClr val="F7F7F7"/>
                </a:solidFill>
                <a:latin typeface="Arial"/>
                <a:ea typeface="Arial"/>
                <a:cs typeface="Arial"/>
              </a:defRPr>
            </a:lvl8pPr>
            <a:lvl9pPr algn="ctr">
              <a:defRPr sz="2100" b="0">
                <a:solidFill>
                  <a:srgbClr val="F7F7F7"/>
                </a:solidFill>
                <a:latin typeface="Arial"/>
                <a:ea typeface="Arial"/>
                <a:cs typeface="Arial"/>
              </a:defRPr>
            </a:lvl9pPr>
          </a:lstStyle>
          <a:p>
            <a:pPr algn="ctr" rtl="1">
              <a:lnSpc>
                <a:spcPct val="108000"/>
              </a:lnSpc>
              <a:buNone/>
              <a:defRPr sz="2100" b="0">
                <a:solidFill>
                  <a:srgbClr val="F7F7F7"/>
                </a:solidFill>
                <a:latin typeface="Arial"/>
                <a:ea typeface="Arial"/>
                <a:cs typeface="Arial"/>
              </a:defRPr>
            </a:pPr>
            <a:r>
              <a:rPr lang="he-IL" sz="2100" b="0">
                <a:solidFill>
                  <a:srgbClr val="F7F7F7"/>
                </a:solidFill>
                <a:latin typeface="Arial"/>
                <a:ea typeface="Arial"/>
                <a:cs typeface="Arial"/>
              </a:rPr>
              <a:t>דחיפה: שולחים את הקומיטים</a:t>
            </a:r>
          </a:p>
        </p:txBody>
      </p:sp>
      <p:sp>
        <p:nvSpPr>
          <p:cNvPr id="11" name="line-155">
            <a:extLst>
              <a:ext uri="{FF2B5EF4-FFF2-40B4-BE49-F238E27FC236}">
                <a16:creationId xmlns:a16="http://schemas.microsoft.com/office/drawing/2014/main" id="{3BB66517-E256-4445-9649-567D2F9D11BD}"/>
              </a:ext>
            </a:extLst>
          </p:cNvPr>
          <p:cNvSpPr>
            <a:spLocks noGrp="1"/>
          </p:cNvSpPr>
          <p:nvPr/>
        </p:nvSpPr>
        <p:spPr>
          <a:xfrm>
            <a:off x="3286125" y="4714875"/>
            <a:ext cx="2524125" cy="9525"/>
          </a:xfrm>
          <a:custGeom>
            <a:avLst/>
            <a:gdLst/>
            <a:ahLst/>
            <a:cxnLst/>
            <a:rect l="0" t="0" r="0" b="0"/>
            <a:pathLst>
              <a:path w="2524125" h="9525">
                <a:moveTo>
                  <a:pt x="0" y="0"/>
                </a:moveTo>
                <a:lnTo>
                  <a:pt x="2524125" y="0"/>
                </a:lnTo>
              </a:path>
            </a:pathLst>
          </a:custGeom>
          <a:noFill/>
          <a:ln w="47625">
            <a:solidFill>
              <a:srgbClr val="42AFFA"/>
            </a:solidFill>
          </a:ln>
        </p:spPr>
      </p:sp>
      <p:sp>
        <p:nvSpPr>
          <p:cNvPr id="12" name="line-156">
            <a:extLst>
              <a:ext uri="{FF2B5EF4-FFF2-40B4-BE49-F238E27FC236}">
                <a16:creationId xmlns:a16="http://schemas.microsoft.com/office/drawing/2014/main" id="{B22318A2-595C-49D2-9055-C176D405B313}"/>
              </a:ext>
            </a:extLst>
          </p:cNvPr>
          <p:cNvSpPr>
            <a:spLocks noGrp="1"/>
          </p:cNvSpPr>
          <p:nvPr/>
        </p:nvSpPr>
        <p:spPr>
          <a:xfrm>
            <a:off x="5712806" y="4714875"/>
            <a:ext cx="97444" cy="59743"/>
          </a:xfrm>
          <a:custGeom>
            <a:avLst/>
            <a:gdLst/>
            <a:ahLst/>
            <a:cxnLst/>
            <a:rect l="0" t="0" r="0" b="0"/>
            <a:pathLst>
              <a:path w="97444" h="59743">
                <a:moveTo>
                  <a:pt x="97444" y="0"/>
                </a:moveTo>
                <a:lnTo>
                  <a:pt x="0" y="59743"/>
                </a:lnTo>
              </a:path>
            </a:pathLst>
          </a:custGeom>
          <a:noFill/>
          <a:ln w="47625">
            <a:solidFill>
              <a:srgbClr val="42AFFA"/>
            </a:solidFill>
          </a:ln>
        </p:spPr>
      </p:sp>
      <p:sp>
        <p:nvSpPr>
          <p:cNvPr id="13" name="line-157">
            <a:extLst>
              <a:ext uri="{FF2B5EF4-FFF2-40B4-BE49-F238E27FC236}">
                <a16:creationId xmlns:a16="http://schemas.microsoft.com/office/drawing/2014/main" id="{2E2E87F8-94C1-432B-84C1-6732BF13065D}"/>
              </a:ext>
            </a:extLst>
          </p:cNvPr>
          <p:cNvSpPr>
            <a:spLocks noGrp="1"/>
          </p:cNvSpPr>
          <p:nvPr/>
        </p:nvSpPr>
        <p:spPr>
          <a:xfrm>
            <a:off x="5712806" y="4655132"/>
            <a:ext cx="97444" cy="59743"/>
          </a:xfrm>
          <a:custGeom>
            <a:avLst/>
            <a:gdLst/>
            <a:ahLst/>
            <a:cxnLst/>
            <a:rect l="0" t="0" r="0" b="0"/>
            <a:pathLst>
              <a:path w="97444" h="59743">
                <a:moveTo>
                  <a:pt x="97444" y="59743"/>
                </a:moveTo>
                <a:lnTo>
                  <a:pt x="0" y="0"/>
                </a:lnTo>
              </a:path>
            </a:pathLst>
          </a:custGeom>
          <a:noFill/>
          <a:ln w="47625">
            <a:solidFill>
              <a:srgbClr val="42AFFA"/>
            </a:solidFill>
          </a:ln>
        </p:spPr>
      </p:sp>
      <p:sp>
        <p:nvSpPr>
          <p:cNvPr id="14" name="text-158">
            <a:extLst>
              <a:ext uri="{FF2B5EF4-FFF2-40B4-BE49-F238E27FC236}">
                <a16:creationId xmlns:a16="http://schemas.microsoft.com/office/drawing/2014/main" id="{D3E63C57-A34A-469F-A7A2-CC7104175C0F}"/>
              </a:ext>
            </a:extLst>
          </p:cNvPr>
          <p:cNvSpPr>
            <a:spLocks noGrp="1"/>
          </p:cNvSpPr>
          <p:nvPr/>
        </p:nvSpPr>
        <p:spPr>
          <a:xfrm>
            <a:off x="3857625" y="4095750"/>
            <a:ext cx="1428750" cy="476250"/>
          </a:xfrm>
          <a:prstGeom prst="rect">
            <a:avLst/>
          </a:prstGeom>
          <a:noFill/>
          <a:ln w="0">
            <a:noFill/>
          </a:ln>
        </p:spPr>
        <p:txBody>
          <a:bodyPr wrap="none" lIns="0" tIns="0" rIns="0" bIns="0" anchor="t">
            <a:noAutofit/>
          </a:bodyPr>
          <a:lstStyle>
            <a:defPPr algn="l">
              <a:defRPr sz="2925" b="0">
                <a:solidFill>
                  <a:srgbClr val="42AFFA"/>
                </a:solidFill>
                <a:latin typeface="Consolas"/>
                <a:ea typeface="Consolas"/>
                <a:cs typeface="Consolas"/>
              </a:defRPr>
            </a:defPPr>
            <a:lvl1pPr algn="l">
              <a:defRPr sz="2925" b="0">
                <a:solidFill>
                  <a:srgbClr val="42AFFA"/>
                </a:solidFill>
                <a:latin typeface="Consolas"/>
                <a:ea typeface="Consolas"/>
                <a:cs typeface="Consolas"/>
              </a:defRPr>
            </a:lvl1pPr>
            <a:lvl2pPr algn="l">
              <a:defRPr sz="2925" b="0">
                <a:solidFill>
                  <a:srgbClr val="42AFFA"/>
                </a:solidFill>
                <a:latin typeface="Consolas"/>
                <a:ea typeface="Consolas"/>
                <a:cs typeface="Consolas"/>
              </a:defRPr>
            </a:lvl2pPr>
            <a:lvl3pPr algn="l">
              <a:defRPr sz="2925" b="0">
                <a:solidFill>
                  <a:srgbClr val="42AFFA"/>
                </a:solidFill>
                <a:latin typeface="Consolas"/>
                <a:ea typeface="Consolas"/>
                <a:cs typeface="Consolas"/>
              </a:defRPr>
            </a:lvl3pPr>
            <a:lvl4pPr algn="l">
              <a:defRPr sz="2925" b="0">
                <a:solidFill>
                  <a:srgbClr val="42AFFA"/>
                </a:solidFill>
                <a:latin typeface="Consolas"/>
                <a:ea typeface="Consolas"/>
                <a:cs typeface="Consolas"/>
              </a:defRPr>
            </a:lvl4pPr>
            <a:lvl5pPr algn="l">
              <a:defRPr sz="2925" b="0">
                <a:solidFill>
                  <a:srgbClr val="42AFFA"/>
                </a:solidFill>
                <a:latin typeface="Consolas"/>
                <a:ea typeface="Consolas"/>
                <a:cs typeface="Consolas"/>
              </a:defRPr>
            </a:lvl5pPr>
            <a:lvl6pPr algn="l">
              <a:defRPr sz="2925" b="0">
                <a:solidFill>
                  <a:srgbClr val="42AFFA"/>
                </a:solidFill>
                <a:latin typeface="Consolas"/>
                <a:ea typeface="Consolas"/>
                <a:cs typeface="Consolas"/>
              </a:defRPr>
            </a:lvl6pPr>
            <a:lvl7pPr algn="l">
              <a:defRPr sz="2925" b="0">
                <a:solidFill>
                  <a:srgbClr val="42AFFA"/>
                </a:solidFill>
                <a:latin typeface="Consolas"/>
                <a:ea typeface="Consolas"/>
                <a:cs typeface="Consolas"/>
              </a:defRPr>
            </a:lvl7pPr>
            <a:lvl8pPr algn="l">
              <a:defRPr sz="2925" b="0">
                <a:solidFill>
                  <a:srgbClr val="42AFFA"/>
                </a:solidFill>
                <a:latin typeface="Consolas"/>
                <a:ea typeface="Consolas"/>
                <a:cs typeface="Consolas"/>
              </a:defRPr>
            </a:lvl8pPr>
            <a:lvl9pPr algn="l">
              <a:defRPr sz="2925" b="0">
                <a:solidFill>
                  <a:srgbClr val="42AFFA"/>
                </a:solidFill>
                <a:latin typeface="Consolas"/>
                <a:ea typeface="Consolas"/>
                <a:cs typeface="Consolas"/>
              </a:defRPr>
            </a:lvl9pPr>
          </a:lstStyle>
          <a:p>
            <a:pPr algn="l" rtl="0">
              <a:lnSpc>
                <a:spcPct val="108000"/>
              </a:lnSpc>
              <a:buNone/>
              <a:defRPr sz="2925" b="0">
                <a:solidFill>
                  <a:srgbClr val="42AFFA"/>
                </a:solidFill>
                <a:latin typeface="Consolas"/>
                <a:ea typeface="Consolas"/>
                <a:cs typeface="Consolas"/>
              </a:defRPr>
            </a:pPr>
            <a:r>
              <a:rPr lang="en-US" sz="2925" b="0">
                <a:solidFill>
                  <a:srgbClr val="42AFFA"/>
                </a:solidFill>
                <a:latin typeface="Consolas"/>
                <a:ea typeface="Consolas"/>
                <a:cs typeface="Consolas"/>
              </a:rPr>
              <a:t>pull</a:t>
            </a:r>
          </a:p>
        </p:txBody>
      </p:sp>
      <p:sp>
        <p:nvSpPr>
          <p:cNvPr id="15" name="text-159">
            <a:extLst>
              <a:ext uri="{FF2B5EF4-FFF2-40B4-BE49-F238E27FC236}">
                <a16:creationId xmlns:a16="http://schemas.microsoft.com/office/drawing/2014/main" id="{057D4167-980E-416B-A88E-8D1D236B89A3}"/>
              </a:ext>
            </a:extLst>
          </p:cNvPr>
          <p:cNvSpPr>
            <a:spLocks noGrp="1"/>
          </p:cNvSpPr>
          <p:nvPr/>
        </p:nvSpPr>
        <p:spPr>
          <a:xfrm>
            <a:off x="1857375" y="5095875"/>
            <a:ext cx="5429250" cy="523875"/>
          </a:xfrm>
          <a:prstGeom prst="rect">
            <a:avLst/>
          </a:prstGeom>
          <a:noFill/>
          <a:ln w="0">
            <a:noFill/>
          </a:ln>
        </p:spPr>
        <p:txBody>
          <a:bodyPr wrap="square" lIns="0" tIns="0" rIns="0" bIns="0" anchor="t">
            <a:noAutofit/>
          </a:bodyPr>
          <a:lstStyle>
            <a:defPPr algn="ctr">
              <a:defRPr sz="2100" b="0">
                <a:solidFill>
                  <a:srgbClr val="F7F7F7"/>
                </a:solidFill>
                <a:latin typeface="Arial"/>
                <a:ea typeface="Arial"/>
                <a:cs typeface="Arial"/>
              </a:defRPr>
            </a:defPPr>
            <a:lvl1pPr algn="ctr">
              <a:defRPr sz="2100" b="0">
                <a:solidFill>
                  <a:srgbClr val="F7F7F7"/>
                </a:solidFill>
                <a:latin typeface="Arial"/>
                <a:ea typeface="Arial"/>
                <a:cs typeface="Arial"/>
              </a:defRPr>
            </a:lvl1pPr>
            <a:lvl2pPr algn="ctr">
              <a:defRPr sz="2100" b="0">
                <a:solidFill>
                  <a:srgbClr val="F7F7F7"/>
                </a:solidFill>
                <a:latin typeface="Arial"/>
                <a:ea typeface="Arial"/>
                <a:cs typeface="Arial"/>
              </a:defRPr>
            </a:lvl2pPr>
            <a:lvl3pPr algn="ctr">
              <a:defRPr sz="2100" b="0">
                <a:solidFill>
                  <a:srgbClr val="F7F7F7"/>
                </a:solidFill>
                <a:latin typeface="Arial"/>
                <a:ea typeface="Arial"/>
                <a:cs typeface="Arial"/>
              </a:defRPr>
            </a:lvl3pPr>
            <a:lvl4pPr algn="ctr">
              <a:defRPr sz="2100" b="0">
                <a:solidFill>
                  <a:srgbClr val="F7F7F7"/>
                </a:solidFill>
                <a:latin typeface="Arial"/>
                <a:ea typeface="Arial"/>
                <a:cs typeface="Arial"/>
              </a:defRPr>
            </a:lvl4pPr>
            <a:lvl5pPr algn="ctr">
              <a:defRPr sz="2100" b="0">
                <a:solidFill>
                  <a:srgbClr val="F7F7F7"/>
                </a:solidFill>
                <a:latin typeface="Arial"/>
                <a:ea typeface="Arial"/>
                <a:cs typeface="Arial"/>
              </a:defRPr>
            </a:lvl5pPr>
            <a:lvl6pPr algn="ctr">
              <a:defRPr sz="2100" b="0">
                <a:solidFill>
                  <a:srgbClr val="F7F7F7"/>
                </a:solidFill>
                <a:latin typeface="Arial"/>
                <a:ea typeface="Arial"/>
                <a:cs typeface="Arial"/>
              </a:defRPr>
            </a:lvl6pPr>
            <a:lvl7pPr algn="ctr">
              <a:defRPr sz="2100" b="0">
                <a:solidFill>
                  <a:srgbClr val="F7F7F7"/>
                </a:solidFill>
                <a:latin typeface="Arial"/>
                <a:ea typeface="Arial"/>
                <a:cs typeface="Arial"/>
              </a:defRPr>
            </a:lvl7pPr>
            <a:lvl8pPr algn="ctr">
              <a:defRPr sz="2100" b="0">
                <a:solidFill>
                  <a:srgbClr val="F7F7F7"/>
                </a:solidFill>
                <a:latin typeface="Arial"/>
                <a:ea typeface="Arial"/>
                <a:cs typeface="Arial"/>
              </a:defRPr>
            </a:lvl8pPr>
            <a:lvl9pPr algn="ctr">
              <a:defRPr sz="2100" b="0">
                <a:solidFill>
                  <a:srgbClr val="F7F7F7"/>
                </a:solidFill>
                <a:latin typeface="Arial"/>
                <a:ea typeface="Arial"/>
                <a:cs typeface="Arial"/>
              </a:defRPr>
            </a:lvl9pPr>
          </a:lstStyle>
          <a:p>
            <a:pPr algn="ctr" rtl="1">
              <a:lnSpc>
                <a:spcPct val="108000"/>
              </a:lnSpc>
              <a:buNone/>
              <a:defRPr sz="2100" b="0">
                <a:solidFill>
                  <a:srgbClr val="F7F7F7"/>
                </a:solidFill>
                <a:latin typeface="Arial"/>
                <a:ea typeface="Arial"/>
                <a:cs typeface="Arial"/>
              </a:defRPr>
            </a:pPr>
            <a:r>
              <a:rPr lang="he-IL" sz="2100" b="0">
                <a:solidFill>
                  <a:srgbClr val="F7F7F7"/>
                </a:solidFill>
                <a:latin typeface="Arial"/>
                <a:ea typeface="Arial"/>
                <a:cs typeface="Arial"/>
              </a:rPr>
              <a:t>משיכה: מקבלים קומיטים של אחרים</a:t>
            </a:r>
          </a:p>
        </p:txBody>
      </p:sp>
    </p:spTree>
    <p:extLst>
      <p:ext uri="{BB962C8B-B14F-4D97-AF65-F5344CB8AC3E}">
        <p14:creationId xmlns:p14="http://schemas.microsoft.com/office/powerpoint/2010/main" val="423119241"/>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4" name="text-160">
            <a:extLst>
              <a:ext uri="{FF2B5EF4-FFF2-40B4-BE49-F238E27FC236}">
                <a16:creationId xmlns:a16="http://schemas.microsoft.com/office/drawing/2014/main" id="{E23E2A8E-D93F-4571-8C1B-CB630806565D}"/>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שכפול ראשוני</a:t>
            </a:r>
          </a:p>
        </p:txBody>
      </p:sp>
      <p:sp>
        <p:nvSpPr>
          <p:cNvPr id="2" name="text-161">
            <a:extLst>
              <a:ext uri="{FF2B5EF4-FFF2-40B4-BE49-F238E27FC236}">
                <a16:creationId xmlns:a16="http://schemas.microsoft.com/office/drawing/2014/main" id="{9A88523D-549A-46DF-8E90-0F54E2D7AC27}"/>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11</a:t>
            </a:r>
          </a:p>
        </p:txBody>
      </p:sp>
      <p:sp>
        <p:nvSpPr>
          <p:cNvPr id="3" name="text-162">
            <a:extLst>
              <a:ext uri="{FF2B5EF4-FFF2-40B4-BE49-F238E27FC236}">
                <a16:creationId xmlns:a16="http://schemas.microsoft.com/office/drawing/2014/main" id="{584FED37-4EBE-4208-827A-B969CF30874B}"/>
              </a:ext>
            </a:extLst>
          </p:cNvPr>
          <p:cNvSpPr>
            <a:spLocks noGrp="1"/>
          </p:cNvSpPr>
          <p:nvPr/>
        </p:nvSpPr>
        <p:spPr>
          <a:xfrm>
            <a:off x="523875" y="1285875"/>
            <a:ext cx="8096250" cy="571500"/>
          </a:xfrm>
          <a:prstGeom prst="rect">
            <a:avLst/>
          </a:prstGeom>
          <a:noFill/>
          <a:ln w="0">
            <a:noFill/>
          </a:ln>
        </p:spPr>
        <p:txBody>
          <a:bodyPr wrap="square" lIns="0" tIns="0" rIns="0" bIns="0" anchor="t">
            <a:noAutofit/>
          </a:bodyPr>
          <a:lstStyle>
            <a:defPPr algn="r">
              <a:defRPr sz="3000" b="0">
                <a:solidFill>
                  <a:srgbClr val="88FF88"/>
                </a:solidFill>
                <a:latin typeface="Arial"/>
                <a:ea typeface="Arial"/>
                <a:cs typeface="Arial"/>
              </a:defRPr>
            </a:defPPr>
            <a:lvl1pPr algn="r">
              <a:defRPr sz="3000" b="0">
                <a:solidFill>
                  <a:srgbClr val="88FF88"/>
                </a:solidFill>
                <a:latin typeface="Arial"/>
                <a:ea typeface="Arial"/>
                <a:cs typeface="Arial"/>
              </a:defRPr>
            </a:lvl1pPr>
            <a:lvl2pPr algn="r">
              <a:defRPr sz="3000" b="0">
                <a:solidFill>
                  <a:srgbClr val="88FF88"/>
                </a:solidFill>
                <a:latin typeface="Arial"/>
                <a:ea typeface="Arial"/>
                <a:cs typeface="Arial"/>
              </a:defRPr>
            </a:lvl2pPr>
            <a:lvl3pPr algn="r">
              <a:defRPr sz="3000" b="0">
                <a:solidFill>
                  <a:srgbClr val="88FF88"/>
                </a:solidFill>
                <a:latin typeface="Arial"/>
                <a:ea typeface="Arial"/>
                <a:cs typeface="Arial"/>
              </a:defRPr>
            </a:lvl3pPr>
            <a:lvl4pPr algn="r">
              <a:defRPr sz="3000" b="0">
                <a:solidFill>
                  <a:srgbClr val="88FF88"/>
                </a:solidFill>
                <a:latin typeface="Arial"/>
                <a:ea typeface="Arial"/>
                <a:cs typeface="Arial"/>
              </a:defRPr>
            </a:lvl4pPr>
            <a:lvl5pPr algn="r">
              <a:defRPr sz="3000" b="0">
                <a:solidFill>
                  <a:srgbClr val="88FF88"/>
                </a:solidFill>
                <a:latin typeface="Arial"/>
                <a:ea typeface="Arial"/>
                <a:cs typeface="Arial"/>
              </a:defRPr>
            </a:lvl5pPr>
            <a:lvl6pPr algn="r">
              <a:defRPr sz="3000" b="0">
                <a:solidFill>
                  <a:srgbClr val="88FF88"/>
                </a:solidFill>
                <a:latin typeface="Arial"/>
                <a:ea typeface="Arial"/>
                <a:cs typeface="Arial"/>
              </a:defRPr>
            </a:lvl6pPr>
            <a:lvl7pPr algn="r">
              <a:defRPr sz="3000" b="0">
                <a:solidFill>
                  <a:srgbClr val="88FF88"/>
                </a:solidFill>
                <a:latin typeface="Arial"/>
                <a:ea typeface="Arial"/>
                <a:cs typeface="Arial"/>
              </a:defRPr>
            </a:lvl7pPr>
            <a:lvl8pPr algn="r">
              <a:defRPr sz="3000" b="0">
                <a:solidFill>
                  <a:srgbClr val="88FF88"/>
                </a:solidFill>
                <a:latin typeface="Arial"/>
                <a:ea typeface="Arial"/>
                <a:cs typeface="Arial"/>
              </a:defRPr>
            </a:lvl8pPr>
            <a:lvl9pPr algn="r">
              <a:defRPr sz="3000" b="0">
                <a:solidFill>
                  <a:srgbClr val="88FF88"/>
                </a:solidFill>
                <a:latin typeface="Arial"/>
                <a:ea typeface="Arial"/>
                <a:cs typeface="Arial"/>
              </a:defRPr>
            </a:lvl9pPr>
          </a:lstStyle>
          <a:p>
            <a:pPr algn="r" rtl="1">
              <a:lnSpc>
                <a:spcPct val="108000"/>
              </a:lnSpc>
              <a:buNone/>
              <a:defRPr sz="3000" b="0">
                <a:solidFill>
                  <a:srgbClr val="88FF88"/>
                </a:solidFill>
                <a:latin typeface="Arial"/>
                <a:ea typeface="Arial"/>
                <a:cs typeface="Arial"/>
              </a:defRPr>
            </a:pPr>
            <a:r>
              <a:rPr lang="he-IL" sz="3000" b="0">
                <a:solidFill>
                  <a:srgbClr val="88FF88"/>
                </a:solidFill>
                <a:latin typeface="Arial"/>
                <a:ea typeface="Arial"/>
                <a:cs typeface="Arial"/>
              </a:rPr>
              <a:t>פעם אחת</a:t>
            </a:r>
          </a:p>
        </p:txBody>
      </p:sp>
      <p:sp>
        <p:nvSpPr>
          <p:cNvPr id="4" name="text-163">
            <a:extLst>
              <a:ext uri="{FF2B5EF4-FFF2-40B4-BE49-F238E27FC236}">
                <a16:creationId xmlns:a16="http://schemas.microsoft.com/office/drawing/2014/main" id="{4896FD09-26F3-480A-9EBE-1AFB10C6CE0B}"/>
              </a:ext>
            </a:extLst>
          </p:cNvPr>
          <p:cNvSpPr>
            <a:spLocks noGrp="1"/>
          </p:cNvSpPr>
          <p:nvPr/>
        </p:nvSpPr>
        <p:spPr>
          <a:xfrm>
            <a:off x="904875" y="2381250"/>
            <a:ext cx="2952750" cy="762000"/>
          </a:xfrm>
          <a:prstGeom prst="rect">
            <a:avLst/>
          </a:prstGeom>
          <a:noFill/>
          <a:ln w="0">
            <a:noFill/>
          </a:ln>
        </p:spPr>
        <p:txBody>
          <a:bodyPr wrap="none" lIns="0" tIns="0" rIns="0" bIns="0" anchor="t">
            <a:noAutofit/>
          </a:bodyPr>
          <a:lstStyle>
            <a:defPPr algn="l">
              <a:defRPr sz="4050" b="0">
                <a:solidFill>
                  <a:srgbClr val="8888FF"/>
                </a:solidFill>
                <a:latin typeface="Consolas"/>
                <a:ea typeface="Consolas"/>
                <a:cs typeface="Consolas"/>
              </a:defRPr>
            </a:defPPr>
            <a:lvl1pPr algn="l">
              <a:defRPr sz="4050" b="0">
                <a:solidFill>
                  <a:srgbClr val="8888FF"/>
                </a:solidFill>
                <a:latin typeface="Consolas"/>
                <a:ea typeface="Consolas"/>
                <a:cs typeface="Consolas"/>
              </a:defRPr>
            </a:lvl1pPr>
            <a:lvl2pPr algn="l">
              <a:defRPr sz="4050" b="0">
                <a:solidFill>
                  <a:srgbClr val="8888FF"/>
                </a:solidFill>
                <a:latin typeface="Consolas"/>
                <a:ea typeface="Consolas"/>
                <a:cs typeface="Consolas"/>
              </a:defRPr>
            </a:lvl2pPr>
            <a:lvl3pPr algn="l">
              <a:defRPr sz="4050" b="0">
                <a:solidFill>
                  <a:srgbClr val="8888FF"/>
                </a:solidFill>
                <a:latin typeface="Consolas"/>
                <a:ea typeface="Consolas"/>
                <a:cs typeface="Consolas"/>
              </a:defRPr>
            </a:lvl3pPr>
            <a:lvl4pPr algn="l">
              <a:defRPr sz="4050" b="0">
                <a:solidFill>
                  <a:srgbClr val="8888FF"/>
                </a:solidFill>
                <a:latin typeface="Consolas"/>
                <a:ea typeface="Consolas"/>
                <a:cs typeface="Consolas"/>
              </a:defRPr>
            </a:lvl4pPr>
            <a:lvl5pPr algn="l">
              <a:defRPr sz="4050" b="0">
                <a:solidFill>
                  <a:srgbClr val="8888FF"/>
                </a:solidFill>
                <a:latin typeface="Consolas"/>
                <a:ea typeface="Consolas"/>
                <a:cs typeface="Consolas"/>
              </a:defRPr>
            </a:lvl5pPr>
            <a:lvl6pPr algn="l">
              <a:defRPr sz="4050" b="0">
                <a:solidFill>
                  <a:srgbClr val="8888FF"/>
                </a:solidFill>
                <a:latin typeface="Consolas"/>
                <a:ea typeface="Consolas"/>
                <a:cs typeface="Consolas"/>
              </a:defRPr>
            </a:lvl6pPr>
            <a:lvl7pPr algn="l">
              <a:defRPr sz="4050" b="0">
                <a:solidFill>
                  <a:srgbClr val="8888FF"/>
                </a:solidFill>
                <a:latin typeface="Consolas"/>
                <a:ea typeface="Consolas"/>
                <a:cs typeface="Consolas"/>
              </a:defRPr>
            </a:lvl7pPr>
            <a:lvl8pPr algn="l">
              <a:defRPr sz="4050" b="0">
                <a:solidFill>
                  <a:srgbClr val="8888FF"/>
                </a:solidFill>
                <a:latin typeface="Consolas"/>
                <a:ea typeface="Consolas"/>
                <a:cs typeface="Consolas"/>
              </a:defRPr>
            </a:lvl8pPr>
            <a:lvl9pPr algn="l">
              <a:defRPr sz="4050" b="0">
                <a:solidFill>
                  <a:srgbClr val="8888FF"/>
                </a:solidFill>
                <a:latin typeface="Consolas"/>
                <a:ea typeface="Consolas"/>
                <a:cs typeface="Consolas"/>
              </a:defRPr>
            </a:lvl9pPr>
          </a:lstStyle>
          <a:p>
            <a:pPr algn="l" rtl="0">
              <a:lnSpc>
                <a:spcPct val="108000"/>
              </a:lnSpc>
              <a:buNone/>
              <a:defRPr sz="4050" b="0">
                <a:solidFill>
                  <a:srgbClr val="8888FF"/>
                </a:solidFill>
                <a:latin typeface="Consolas"/>
                <a:ea typeface="Consolas"/>
                <a:cs typeface="Consolas"/>
              </a:defRPr>
            </a:pPr>
            <a:r>
              <a:rPr lang="en-US" sz="4050" b="0">
                <a:solidFill>
                  <a:srgbClr val="8888FF"/>
                </a:solidFill>
                <a:latin typeface="Consolas"/>
                <a:ea typeface="Consolas"/>
                <a:cs typeface="Consolas"/>
              </a:rPr>
              <a:t>GitHub</a:t>
            </a:r>
          </a:p>
        </p:txBody>
      </p:sp>
      <p:sp>
        <p:nvSpPr>
          <p:cNvPr id="5" name="line-164">
            <a:extLst>
              <a:ext uri="{FF2B5EF4-FFF2-40B4-BE49-F238E27FC236}">
                <a16:creationId xmlns:a16="http://schemas.microsoft.com/office/drawing/2014/main" id="{6176D7B5-58A6-4230-B45F-203E0C7DDBB7}"/>
              </a:ext>
            </a:extLst>
          </p:cNvPr>
          <p:cNvSpPr>
            <a:spLocks noGrp="1"/>
          </p:cNvSpPr>
          <p:nvPr/>
        </p:nvSpPr>
        <p:spPr>
          <a:xfrm>
            <a:off x="3667125" y="2809875"/>
            <a:ext cx="1666875" cy="9525"/>
          </a:xfrm>
          <a:custGeom>
            <a:avLst/>
            <a:gdLst/>
            <a:ahLst/>
            <a:cxnLst/>
            <a:rect l="0" t="0" r="0" b="0"/>
            <a:pathLst>
              <a:path w="1666875" h="9525">
                <a:moveTo>
                  <a:pt x="0" y="0"/>
                </a:moveTo>
                <a:lnTo>
                  <a:pt x="1666875" y="0"/>
                </a:lnTo>
              </a:path>
            </a:pathLst>
          </a:custGeom>
          <a:noFill/>
          <a:ln w="57150">
            <a:solidFill>
              <a:srgbClr val="42AFFA"/>
            </a:solidFill>
          </a:ln>
        </p:spPr>
      </p:sp>
      <p:sp>
        <p:nvSpPr>
          <p:cNvPr id="6" name="line-165">
            <a:extLst>
              <a:ext uri="{FF2B5EF4-FFF2-40B4-BE49-F238E27FC236}">
                <a16:creationId xmlns:a16="http://schemas.microsoft.com/office/drawing/2014/main" id="{7DFB882B-46E5-4C7D-80F3-1A88A2F6FD8D}"/>
              </a:ext>
            </a:extLst>
          </p:cNvPr>
          <p:cNvSpPr>
            <a:spLocks noGrp="1"/>
          </p:cNvSpPr>
          <p:nvPr/>
        </p:nvSpPr>
        <p:spPr>
          <a:xfrm>
            <a:off x="5236556" y="2809875"/>
            <a:ext cx="97444" cy="59743"/>
          </a:xfrm>
          <a:custGeom>
            <a:avLst/>
            <a:gdLst/>
            <a:ahLst/>
            <a:cxnLst/>
            <a:rect l="0" t="0" r="0" b="0"/>
            <a:pathLst>
              <a:path w="97444" h="59743">
                <a:moveTo>
                  <a:pt x="97444" y="0"/>
                </a:moveTo>
                <a:lnTo>
                  <a:pt x="0" y="59743"/>
                </a:lnTo>
              </a:path>
            </a:pathLst>
          </a:custGeom>
          <a:noFill/>
          <a:ln w="57150">
            <a:solidFill>
              <a:srgbClr val="42AFFA"/>
            </a:solidFill>
          </a:ln>
        </p:spPr>
      </p:sp>
      <p:sp>
        <p:nvSpPr>
          <p:cNvPr id="7" name="line-166">
            <a:extLst>
              <a:ext uri="{FF2B5EF4-FFF2-40B4-BE49-F238E27FC236}">
                <a16:creationId xmlns:a16="http://schemas.microsoft.com/office/drawing/2014/main" id="{E467834B-7207-4011-BBAE-353247D5C26A}"/>
              </a:ext>
            </a:extLst>
          </p:cNvPr>
          <p:cNvSpPr>
            <a:spLocks noGrp="1"/>
          </p:cNvSpPr>
          <p:nvPr/>
        </p:nvSpPr>
        <p:spPr>
          <a:xfrm>
            <a:off x="5236556" y="2750132"/>
            <a:ext cx="97444" cy="59743"/>
          </a:xfrm>
          <a:custGeom>
            <a:avLst/>
            <a:gdLst/>
            <a:ahLst/>
            <a:cxnLst/>
            <a:rect l="0" t="0" r="0" b="0"/>
            <a:pathLst>
              <a:path w="97444" h="59743">
                <a:moveTo>
                  <a:pt x="97444" y="59743"/>
                </a:moveTo>
                <a:lnTo>
                  <a:pt x="0" y="0"/>
                </a:lnTo>
              </a:path>
            </a:pathLst>
          </a:custGeom>
          <a:noFill/>
          <a:ln w="57150">
            <a:solidFill>
              <a:srgbClr val="42AFFA"/>
            </a:solidFill>
          </a:ln>
        </p:spPr>
      </p:sp>
      <p:sp>
        <p:nvSpPr>
          <p:cNvPr id="8" name="shape-167">
            <a:extLst>
              <a:ext uri="{FF2B5EF4-FFF2-40B4-BE49-F238E27FC236}">
                <a16:creationId xmlns:a16="http://schemas.microsoft.com/office/drawing/2014/main" id="{05D6B92F-AAB3-4827-9521-8C158CE3F79A}"/>
              </a:ext>
            </a:extLst>
          </p:cNvPr>
          <p:cNvSpPr>
            <a:spLocks noGrp="1"/>
          </p:cNvSpPr>
          <p:nvPr/>
        </p:nvSpPr>
        <p:spPr>
          <a:xfrm>
            <a:off x="5619750" y="2419350"/>
            <a:ext cx="2762250" cy="952500"/>
          </a:xfrm>
          <a:prstGeom prst="rect">
            <a:avLst/>
          </a:prstGeom>
          <a:solidFill>
            <a:srgbClr val="25282B"/>
          </a:solidFill>
          <a:ln w="19050">
            <a:solidFill>
              <a:srgbClr val="88FF88"/>
            </a:solidFill>
          </a:ln>
        </p:spPr>
      </p:sp>
      <p:sp>
        <p:nvSpPr>
          <p:cNvPr id="9" name="shape-168">
            <a:extLst>
              <a:ext uri="{FF2B5EF4-FFF2-40B4-BE49-F238E27FC236}">
                <a16:creationId xmlns:a16="http://schemas.microsoft.com/office/drawing/2014/main" id="{9340AC18-FDE7-4688-B847-312F2D9B3144}"/>
              </a:ext>
            </a:extLst>
          </p:cNvPr>
          <p:cNvSpPr>
            <a:spLocks noGrp="1"/>
          </p:cNvSpPr>
          <p:nvPr/>
        </p:nvSpPr>
        <p:spPr>
          <a:xfrm>
            <a:off x="5734050" y="2228850"/>
            <a:ext cx="1160145" cy="209550"/>
          </a:xfrm>
          <a:prstGeom prst="rect">
            <a:avLst/>
          </a:prstGeom>
          <a:solidFill>
            <a:srgbClr val="25282B"/>
          </a:solidFill>
          <a:ln w="19050">
            <a:solidFill>
              <a:srgbClr val="88FF88"/>
            </a:solidFill>
          </a:ln>
        </p:spPr>
      </p:sp>
      <p:sp>
        <p:nvSpPr>
          <p:cNvPr id="10" name="text-169">
            <a:extLst>
              <a:ext uri="{FF2B5EF4-FFF2-40B4-BE49-F238E27FC236}">
                <a16:creationId xmlns:a16="http://schemas.microsoft.com/office/drawing/2014/main" id="{F56C274F-2B83-4352-9C6C-A3CF8E56FD1A}"/>
              </a:ext>
            </a:extLst>
          </p:cNvPr>
          <p:cNvSpPr>
            <a:spLocks noGrp="1"/>
          </p:cNvSpPr>
          <p:nvPr/>
        </p:nvSpPr>
        <p:spPr>
          <a:xfrm>
            <a:off x="5772150" y="2676525"/>
            <a:ext cx="2457450" cy="457200"/>
          </a:xfrm>
          <a:prstGeom prst="rect">
            <a:avLst/>
          </a:prstGeom>
          <a:noFill/>
          <a:ln w="0">
            <a:noFill/>
          </a:ln>
        </p:spPr>
        <p:txBody>
          <a:bodyPr wrap="none" lIns="0" tIns="0" rIns="0" bIns="0" anchor="t">
            <a:noAutofit/>
          </a:bodyPr>
          <a:lstStyle>
            <a:defPPr algn="l">
              <a:defRPr sz="2025" b="0">
                <a:solidFill>
                  <a:srgbClr val="88FF88"/>
                </a:solidFill>
                <a:latin typeface="Consolas"/>
                <a:ea typeface="Consolas"/>
                <a:cs typeface="Consolas"/>
              </a:defRPr>
            </a:defPPr>
            <a:lvl1pPr algn="l">
              <a:defRPr sz="2025" b="0">
                <a:solidFill>
                  <a:srgbClr val="88FF88"/>
                </a:solidFill>
                <a:latin typeface="Consolas"/>
                <a:ea typeface="Consolas"/>
                <a:cs typeface="Consolas"/>
              </a:defRPr>
            </a:lvl1pPr>
            <a:lvl2pPr algn="l">
              <a:defRPr sz="2025" b="0">
                <a:solidFill>
                  <a:srgbClr val="88FF88"/>
                </a:solidFill>
                <a:latin typeface="Consolas"/>
                <a:ea typeface="Consolas"/>
                <a:cs typeface="Consolas"/>
              </a:defRPr>
            </a:lvl2pPr>
            <a:lvl3pPr algn="l">
              <a:defRPr sz="2025" b="0">
                <a:solidFill>
                  <a:srgbClr val="88FF88"/>
                </a:solidFill>
                <a:latin typeface="Consolas"/>
                <a:ea typeface="Consolas"/>
                <a:cs typeface="Consolas"/>
              </a:defRPr>
            </a:lvl3pPr>
            <a:lvl4pPr algn="l">
              <a:defRPr sz="2025" b="0">
                <a:solidFill>
                  <a:srgbClr val="88FF88"/>
                </a:solidFill>
                <a:latin typeface="Consolas"/>
                <a:ea typeface="Consolas"/>
                <a:cs typeface="Consolas"/>
              </a:defRPr>
            </a:lvl4pPr>
            <a:lvl5pPr algn="l">
              <a:defRPr sz="2025" b="0">
                <a:solidFill>
                  <a:srgbClr val="88FF88"/>
                </a:solidFill>
                <a:latin typeface="Consolas"/>
                <a:ea typeface="Consolas"/>
                <a:cs typeface="Consolas"/>
              </a:defRPr>
            </a:lvl5pPr>
            <a:lvl6pPr algn="l">
              <a:defRPr sz="2025" b="0">
                <a:solidFill>
                  <a:srgbClr val="88FF88"/>
                </a:solidFill>
                <a:latin typeface="Consolas"/>
                <a:ea typeface="Consolas"/>
                <a:cs typeface="Consolas"/>
              </a:defRPr>
            </a:lvl6pPr>
            <a:lvl7pPr algn="l">
              <a:defRPr sz="2025" b="0">
                <a:solidFill>
                  <a:srgbClr val="88FF88"/>
                </a:solidFill>
                <a:latin typeface="Consolas"/>
                <a:ea typeface="Consolas"/>
                <a:cs typeface="Consolas"/>
              </a:defRPr>
            </a:lvl7pPr>
            <a:lvl8pPr algn="l">
              <a:defRPr sz="2025" b="0">
                <a:solidFill>
                  <a:srgbClr val="88FF88"/>
                </a:solidFill>
                <a:latin typeface="Consolas"/>
                <a:ea typeface="Consolas"/>
                <a:cs typeface="Consolas"/>
              </a:defRPr>
            </a:lvl8pPr>
            <a:lvl9pPr algn="l">
              <a:defRPr sz="2025" b="0">
                <a:solidFill>
                  <a:srgbClr val="88FF88"/>
                </a:solidFill>
                <a:latin typeface="Consolas"/>
                <a:ea typeface="Consolas"/>
                <a:cs typeface="Consolas"/>
              </a:defRPr>
            </a:lvl9pPr>
          </a:lstStyle>
          <a:p>
            <a:pPr algn="l" rtl="0">
              <a:lnSpc>
                <a:spcPct val="108000"/>
              </a:lnSpc>
              <a:buNone/>
              <a:defRPr sz="2025" b="0">
                <a:solidFill>
                  <a:srgbClr val="88FF88"/>
                </a:solidFill>
                <a:latin typeface="Consolas"/>
                <a:ea typeface="Consolas"/>
                <a:cs typeface="Consolas"/>
              </a:defRPr>
            </a:pPr>
            <a:r>
              <a:rPr lang="en-US" sz="2025" b="0">
                <a:solidFill>
                  <a:srgbClr val="88FF88"/>
                </a:solidFill>
                <a:latin typeface="Consolas"/>
                <a:ea typeface="Consolas"/>
                <a:cs typeface="Consolas"/>
              </a:rPr>
              <a:t>my-game</a:t>
            </a:r>
          </a:p>
        </p:txBody>
      </p:sp>
      <p:sp>
        <p:nvSpPr>
          <p:cNvPr id="11" name="text-170">
            <a:extLst>
              <a:ext uri="{FF2B5EF4-FFF2-40B4-BE49-F238E27FC236}">
                <a16:creationId xmlns:a16="http://schemas.microsoft.com/office/drawing/2014/main" id="{F1CE82E3-56A5-4D1E-AC22-B0DE3C9EF4D1}"/>
              </a:ext>
            </a:extLst>
          </p:cNvPr>
          <p:cNvSpPr>
            <a:spLocks noGrp="1"/>
          </p:cNvSpPr>
          <p:nvPr/>
        </p:nvSpPr>
        <p:spPr>
          <a:xfrm>
            <a:off x="619125" y="4019550"/>
            <a:ext cx="7810500" cy="571500"/>
          </a:xfrm>
          <a:prstGeom prst="rect">
            <a:avLst/>
          </a:prstGeom>
          <a:noFill/>
          <a:ln w="0">
            <a:noFill/>
          </a:ln>
        </p:spPr>
        <p:txBody>
          <a:bodyPr wrap="none" lIns="0" tIns="0" rIns="0" bIns="0" anchor="t">
            <a:noAutofit/>
          </a:bodyPr>
          <a:lstStyle>
            <a:defPPr algn="l">
              <a:defRPr sz="2625" b="0">
                <a:solidFill>
                  <a:srgbClr val="88FF88"/>
                </a:solidFill>
                <a:latin typeface="Consolas"/>
                <a:ea typeface="Consolas"/>
                <a:cs typeface="Consolas"/>
              </a:defRPr>
            </a:defPPr>
            <a:lvl1pPr algn="l">
              <a:defRPr sz="2625" b="0">
                <a:solidFill>
                  <a:srgbClr val="88FF88"/>
                </a:solidFill>
                <a:latin typeface="Consolas"/>
                <a:ea typeface="Consolas"/>
                <a:cs typeface="Consolas"/>
              </a:defRPr>
            </a:lvl1pPr>
            <a:lvl2pPr algn="l">
              <a:defRPr sz="2625" b="0">
                <a:solidFill>
                  <a:srgbClr val="88FF88"/>
                </a:solidFill>
                <a:latin typeface="Consolas"/>
                <a:ea typeface="Consolas"/>
                <a:cs typeface="Consolas"/>
              </a:defRPr>
            </a:lvl2pPr>
            <a:lvl3pPr algn="l">
              <a:defRPr sz="2625" b="0">
                <a:solidFill>
                  <a:srgbClr val="88FF88"/>
                </a:solidFill>
                <a:latin typeface="Consolas"/>
                <a:ea typeface="Consolas"/>
                <a:cs typeface="Consolas"/>
              </a:defRPr>
            </a:lvl3pPr>
            <a:lvl4pPr algn="l">
              <a:defRPr sz="2625" b="0">
                <a:solidFill>
                  <a:srgbClr val="88FF88"/>
                </a:solidFill>
                <a:latin typeface="Consolas"/>
                <a:ea typeface="Consolas"/>
                <a:cs typeface="Consolas"/>
              </a:defRPr>
            </a:lvl4pPr>
            <a:lvl5pPr algn="l">
              <a:defRPr sz="2625" b="0">
                <a:solidFill>
                  <a:srgbClr val="88FF88"/>
                </a:solidFill>
                <a:latin typeface="Consolas"/>
                <a:ea typeface="Consolas"/>
                <a:cs typeface="Consolas"/>
              </a:defRPr>
            </a:lvl5pPr>
            <a:lvl6pPr algn="l">
              <a:defRPr sz="2625" b="0">
                <a:solidFill>
                  <a:srgbClr val="88FF88"/>
                </a:solidFill>
                <a:latin typeface="Consolas"/>
                <a:ea typeface="Consolas"/>
                <a:cs typeface="Consolas"/>
              </a:defRPr>
            </a:lvl6pPr>
            <a:lvl7pPr algn="l">
              <a:defRPr sz="2625" b="0">
                <a:solidFill>
                  <a:srgbClr val="88FF88"/>
                </a:solidFill>
                <a:latin typeface="Consolas"/>
                <a:ea typeface="Consolas"/>
                <a:cs typeface="Consolas"/>
              </a:defRPr>
            </a:lvl7pPr>
            <a:lvl8pPr algn="l">
              <a:defRPr sz="2625" b="0">
                <a:solidFill>
                  <a:srgbClr val="88FF88"/>
                </a:solidFill>
                <a:latin typeface="Consolas"/>
                <a:ea typeface="Consolas"/>
                <a:cs typeface="Consolas"/>
              </a:defRPr>
            </a:lvl8pPr>
            <a:lvl9pPr algn="l">
              <a:defRPr sz="2625" b="0">
                <a:solidFill>
                  <a:srgbClr val="88FF88"/>
                </a:solidFill>
                <a:latin typeface="Consolas"/>
                <a:ea typeface="Consolas"/>
                <a:cs typeface="Consolas"/>
              </a:defRPr>
            </a:lvl9pPr>
          </a:lstStyle>
          <a:p>
            <a:pPr algn="l" rtl="0">
              <a:lnSpc>
                <a:spcPct val="108000"/>
              </a:lnSpc>
              <a:buNone/>
              <a:defRPr sz="2625" b="0">
                <a:solidFill>
                  <a:srgbClr val="88FF88"/>
                </a:solidFill>
                <a:latin typeface="Consolas"/>
                <a:ea typeface="Consolas"/>
                <a:cs typeface="Consolas"/>
              </a:defRPr>
            </a:pPr>
            <a:r>
              <a:rPr lang="en-US" sz="2625" b="0">
                <a:solidFill>
                  <a:srgbClr val="88FF88"/>
                </a:solidFill>
                <a:latin typeface="Consolas"/>
                <a:ea typeface="Consolas"/>
                <a:cs typeface="Consolas"/>
              </a:rPr>
              <a:t>git clone</a:t>
            </a:r>
          </a:p>
        </p:txBody>
      </p:sp>
      <p:sp>
        <p:nvSpPr>
          <p:cNvPr id="12" name="text-171">
            <a:extLst>
              <a:ext uri="{FF2B5EF4-FFF2-40B4-BE49-F238E27FC236}">
                <a16:creationId xmlns:a16="http://schemas.microsoft.com/office/drawing/2014/main" id="{25EA8F97-E479-4602-92F7-04793365793B}"/>
              </a:ext>
            </a:extLst>
          </p:cNvPr>
          <p:cNvSpPr>
            <a:spLocks noGrp="1"/>
          </p:cNvSpPr>
          <p:nvPr/>
        </p:nvSpPr>
        <p:spPr>
          <a:xfrm>
            <a:off x="619125" y="4581525"/>
            <a:ext cx="8001000" cy="666750"/>
          </a:xfrm>
          <a:prstGeom prst="rect">
            <a:avLst/>
          </a:prstGeom>
          <a:noFill/>
          <a:ln w="0">
            <a:noFill/>
          </a:ln>
        </p:spPr>
        <p:txBody>
          <a:bodyPr wrap="none" lIns="0" tIns="0" rIns="0" bIns="0" anchor="t">
            <a:noAutofit/>
          </a:bodyPr>
          <a:lstStyle>
            <a:defPPr algn="l">
              <a:defRPr sz="2250" b="0">
                <a:solidFill>
                  <a:srgbClr val="42AFFA"/>
                </a:solidFill>
                <a:latin typeface="Consolas"/>
                <a:ea typeface="Consolas"/>
                <a:cs typeface="Consolas"/>
              </a:defRPr>
            </a:defPPr>
            <a:lvl1pPr algn="l">
              <a:defRPr sz="2250" b="0">
                <a:solidFill>
                  <a:srgbClr val="42AFFA"/>
                </a:solidFill>
                <a:latin typeface="Consolas"/>
                <a:ea typeface="Consolas"/>
                <a:cs typeface="Consolas"/>
              </a:defRPr>
            </a:lvl1pPr>
            <a:lvl2pPr algn="l">
              <a:defRPr sz="2250" b="0">
                <a:solidFill>
                  <a:srgbClr val="42AFFA"/>
                </a:solidFill>
                <a:latin typeface="Consolas"/>
                <a:ea typeface="Consolas"/>
                <a:cs typeface="Consolas"/>
              </a:defRPr>
            </a:lvl2pPr>
            <a:lvl3pPr algn="l">
              <a:defRPr sz="2250" b="0">
                <a:solidFill>
                  <a:srgbClr val="42AFFA"/>
                </a:solidFill>
                <a:latin typeface="Consolas"/>
                <a:ea typeface="Consolas"/>
                <a:cs typeface="Consolas"/>
              </a:defRPr>
            </a:lvl3pPr>
            <a:lvl4pPr algn="l">
              <a:defRPr sz="2250" b="0">
                <a:solidFill>
                  <a:srgbClr val="42AFFA"/>
                </a:solidFill>
                <a:latin typeface="Consolas"/>
                <a:ea typeface="Consolas"/>
                <a:cs typeface="Consolas"/>
              </a:defRPr>
            </a:lvl4pPr>
            <a:lvl5pPr algn="l">
              <a:defRPr sz="2250" b="0">
                <a:solidFill>
                  <a:srgbClr val="42AFFA"/>
                </a:solidFill>
                <a:latin typeface="Consolas"/>
                <a:ea typeface="Consolas"/>
                <a:cs typeface="Consolas"/>
              </a:defRPr>
            </a:lvl5pPr>
            <a:lvl6pPr algn="l">
              <a:defRPr sz="2250" b="0">
                <a:solidFill>
                  <a:srgbClr val="42AFFA"/>
                </a:solidFill>
                <a:latin typeface="Consolas"/>
                <a:ea typeface="Consolas"/>
                <a:cs typeface="Consolas"/>
              </a:defRPr>
            </a:lvl6pPr>
            <a:lvl7pPr algn="l">
              <a:defRPr sz="2250" b="0">
                <a:solidFill>
                  <a:srgbClr val="42AFFA"/>
                </a:solidFill>
                <a:latin typeface="Consolas"/>
                <a:ea typeface="Consolas"/>
                <a:cs typeface="Consolas"/>
              </a:defRPr>
            </a:lvl7pPr>
            <a:lvl8pPr algn="l">
              <a:defRPr sz="2250" b="0">
                <a:solidFill>
                  <a:srgbClr val="42AFFA"/>
                </a:solidFill>
                <a:latin typeface="Consolas"/>
                <a:ea typeface="Consolas"/>
                <a:cs typeface="Consolas"/>
              </a:defRPr>
            </a:lvl8pPr>
            <a:lvl9pPr algn="l">
              <a:defRPr sz="2250" b="0">
                <a:solidFill>
                  <a:srgbClr val="42AFFA"/>
                </a:solidFill>
                <a:latin typeface="Consolas"/>
                <a:ea typeface="Consolas"/>
                <a:cs typeface="Consolas"/>
              </a:defRPr>
            </a:lvl9pPr>
          </a:lstStyle>
          <a:p>
            <a:pPr algn="l" rtl="0">
              <a:lnSpc>
                <a:spcPct val="108000"/>
              </a:lnSpc>
              <a:buNone/>
              <a:defRPr sz="2250" b="0">
                <a:solidFill>
                  <a:srgbClr val="42AFFA"/>
                </a:solidFill>
                <a:latin typeface="Consolas"/>
                <a:ea typeface="Consolas"/>
                <a:cs typeface="Consolas"/>
              </a:defRPr>
            </a:pPr>
            <a:r>
              <a:rPr lang="en-US" sz="2250" b="0">
                <a:solidFill>
                  <a:srgbClr val="42AFFA"/>
                </a:solidFill>
                <a:latin typeface="Consolas"/>
                <a:ea typeface="Consolas"/>
                <a:cs typeface="Consolas"/>
              </a:rPr>
              <a:t>https://github.com/my-team/my-game.git</a:t>
            </a:r>
          </a:p>
        </p:txBody>
      </p:sp>
      <p:sp>
        <p:nvSpPr>
          <p:cNvPr id="13" name="text-172">
            <a:extLst>
              <a:ext uri="{FF2B5EF4-FFF2-40B4-BE49-F238E27FC236}">
                <a16:creationId xmlns:a16="http://schemas.microsoft.com/office/drawing/2014/main" id="{40E907E2-D251-4744-9499-9DAA4DA8D582}"/>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מורידים את המאגר וההיסטוריה למחשב</a:t>
            </a:r>
          </a:p>
        </p:txBody>
      </p:sp>
    </p:spTree>
    <p:extLst>
      <p:ext uri="{BB962C8B-B14F-4D97-AF65-F5344CB8AC3E}">
        <p14:creationId xmlns:p14="http://schemas.microsoft.com/office/powerpoint/2010/main" val="57326828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8" name="text-173">
            <a:extLst>
              <a:ext uri="{FF2B5EF4-FFF2-40B4-BE49-F238E27FC236}">
                <a16:creationId xmlns:a16="http://schemas.microsoft.com/office/drawing/2014/main" id="{A153BC84-9C88-47D0-AB31-65938F76F26C}"/>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מתחילים לעבוד</a:t>
            </a:r>
          </a:p>
        </p:txBody>
      </p:sp>
      <p:sp>
        <p:nvSpPr>
          <p:cNvPr id="2" name="text-174">
            <a:extLst>
              <a:ext uri="{FF2B5EF4-FFF2-40B4-BE49-F238E27FC236}">
                <a16:creationId xmlns:a16="http://schemas.microsoft.com/office/drawing/2014/main" id="{659CA3FF-B648-4F58-BF1E-C1B4B5597B62}"/>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12</a:t>
            </a:r>
          </a:p>
        </p:txBody>
      </p:sp>
      <p:sp>
        <p:nvSpPr>
          <p:cNvPr id="3" name="shape-175">
            <a:extLst>
              <a:ext uri="{FF2B5EF4-FFF2-40B4-BE49-F238E27FC236}">
                <a16:creationId xmlns:a16="http://schemas.microsoft.com/office/drawing/2014/main" id="{C25657EF-25B9-48D8-AEA5-E0DAFAAFD133}"/>
              </a:ext>
            </a:extLst>
          </p:cNvPr>
          <p:cNvSpPr>
            <a:spLocks noGrp="1"/>
          </p:cNvSpPr>
          <p:nvPr/>
        </p:nvSpPr>
        <p:spPr>
          <a:xfrm>
            <a:off x="619125" y="1571625"/>
            <a:ext cx="3238500" cy="838200"/>
          </a:xfrm>
          <a:prstGeom prst="rect">
            <a:avLst/>
          </a:prstGeom>
          <a:solidFill>
            <a:srgbClr val="25282B"/>
          </a:solidFill>
          <a:ln w="19050">
            <a:solidFill>
              <a:srgbClr val="42AFFA"/>
            </a:solidFill>
          </a:ln>
        </p:spPr>
      </p:sp>
      <p:sp>
        <p:nvSpPr>
          <p:cNvPr id="4" name="text-176">
            <a:extLst>
              <a:ext uri="{FF2B5EF4-FFF2-40B4-BE49-F238E27FC236}">
                <a16:creationId xmlns:a16="http://schemas.microsoft.com/office/drawing/2014/main" id="{130A74C2-05EC-4165-9F43-32CE7FDF837F}"/>
              </a:ext>
            </a:extLst>
          </p:cNvPr>
          <p:cNvSpPr>
            <a:spLocks noGrp="1"/>
          </p:cNvSpPr>
          <p:nvPr/>
        </p:nvSpPr>
        <p:spPr>
          <a:xfrm>
            <a:off x="752475" y="1790700"/>
            <a:ext cx="2971800" cy="685800"/>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0">
              <a:lnSpc>
                <a:spcPct val="108000"/>
              </a:lnSpc>
              <a:buNone/>
              <a:defRPr sz="2625" b="0">
                <a:solidFill>
                  <a:srgbClr val="F7F7F7"/>
                </a:solidFill>
                <a:latin typeface="Arial"/>
                <a:ea typeface="Arial"/>
                <a:cs typeface="Arial"/>
              </a:defRPr>
            </a:pPr>
            <a:r>
              <a:rPr lang="en-US" sz="2625" b="0">
                <a:solidFill>
                  <a:srgbClr val="F7F7F7"/>
                </a:solidFill>
                <a:latin typeface="Arial"/>
                <a:ea typeface="Arial"/>
                <a:cs typeface="Arial"/>
              </a:rPr>
              <a:t>git pull</a:t>
            </a:r>
          </a:p>
        </p:txBody>
      </p:sp>
      <p:sp>
        <p:nvSpPr>
          <p:cNvPr id="5" name="text-177">
            <a:extLst>
              <a:ext uri="{FF2B5EF4-FFF2-40B4-BE49-F238E27FC236}">
                <a16:creationId xmlns:a16="http://schemas.microsoft.com/office/drawing/2014/main" id="{8E2C985A-8CC3-419B-BB85-544B1E3B4ECC}"/>
              </a:ext>
            </a:extLst>
          </p:cNvPr>
          <p:cNvSpPr>
            <a:spLocks noGrp="1"/>
          </p:cNvSpPr>
          <p:nvPr/>
        </p:nvSpPr>
        <p:spPr>
          <a:xfrm>
            <a:off x="4476750" y="1733550"/>
            <a:ext cx="4000500" cy="714375"/>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מקבלים את שינויי הצוות</a:t>
            </a:r>
          </a:p>
        </p:txBody>
      </p:sp>
      <p:sp>
        <p:nvSpPr>
          <p:cNvPr id="6" name="shape-178">
            <a:extLst>
              <a:ext uri="{FF2B5EF4-FFF2-40B4-BE49-F238E27FC236}">
                <a16:creationId xmlns:a16="http://schemas.microsoft.com/office/drawing/2014/main" id="{DB3BF544-1439-4683-A83B-1B3306C0B42B}"/>
              </a:ext>
            </a:extLst>
          </p:cNvPr>
          <p:cNvSpPr>
            <a:spLocks noGrp="1"/>
          </p:cNvSpPr>
          <p:nvPr/>
        </p:nvSpPr>
        <p:spPr>
          <a:xfrm>
            <a:off x="619125" y="3048000"/>
            <a:ext cx="3238500" cy="838200"/>
          </a:xfrm>
          <a:prstGeom prst="rect">
            <a:avLst/>
          </a:prstGeom>
          <a:solidFill>
            <a:srgbClr val="25282B"/>
          </a:solidFill>
          <a:ln w="19050">
            <a:solidFill>
              <a:srgbClr val="8888FF"/>
            </a:solidFill>
          </a:ln>
        </p:spPr>
      </p:sp>
      <p:sp>
        <p:nvSpPr>
          <p:cNvPr id="7" name="text-179">
            <a:extLst>
              <a:ext uri="{FF2B5EF4-FFF2-40B4-BE49-F238E27FC236}">
                <a16:creationId xmlns:a16="http://schemas.microsoft.com/office/drawing/2014/main" id="{A4AFEB43-2C3F-42E3-A3D1-E67BFE3DB058}"/>
              </a:ext>
            </a:extLst>
          </p:cNvPr>
          <p:cNvSpPr>
            <a:spLocks noGrp="1"/>
          </p:cNvSpPr>
          <p:nvPr/>
        </p:nvSpPr>
        <p:spPr>
          <a:xfrm>
            <a:off x="752475" y="3267075"/>
            <a:ext cx="2971800" cy="685800"/>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0">
              <a:lnSpc>
                <a:spcPct val="108000"/>
              </a:lnSpc>
              <a:buNone/>
              <a:defRPr sz="2625" b="0">
                <a:solidFill>
                  <a:srgbClr val="F7F7F7"/>
                </a:solidFill>
                <a:latin typeface="Arial"/>
                <a:ea typeface="Arial"/>
                <a:cs typeface="Arial"/>
              </a:defRPr>
            </a:pPr>
            <a:r>
              <a:rPr lang="en-US" sz="2625" b="0">
                <a:solidFill>
                  <a:srgbClr val="F7F7F7"/>
                </a:solidFill>
                <a:latin typeface="Arial"/>
                <a:ea typeface="Arial"/>
                <a:cs typeface="Arial"/>
              </a:rPr>
              <a:t>Unity</a:t>
            </a:r>
          </a:p>
        </p:txBody>
      </p:sp>
      <p:sp>
        <p:nvSpPr>
          <p:cNvPr id="8" name="text-180">
            <a:extLst>
              <a:ext uri="{FF2B5EF4-FFF2-40B4-BE49-F238E27FC236}">
                <a16:creationId xmlns:a16="http://schemas.microsoft.com/office/drawing/2014/main" id="{968B4F68-BBCB-4047-9423-32BB4E064572}"/>
              </a:ext>
            </a:extLst>
          </p:cNvPr>
          <p:cNvSpPr>
            <a:spLocks noGrp="1"/>
          </p:cNvSpPr>
          <p:nvPr/>
        </p:nvSpPr>
        <p:spPr>
          <a:xfrm>
            <a:off x="4476750" y="3209925"/>
            <a:ext cx="4000500" cy="714375"/>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עובדים על המשחק</a:t>
            </a:r>
          </a:p>
        </p:txBody>
      </p:sp>
      <p:sp>
        <p:nvSpPr>
          <p:cNvPr id="9" name="line-181">
            <a:extLst>
              <a:ext uri="{FF2B5EF4-FFF2-40B4-BE49-F238E27FC236}">
                <a16:creationId xmlns:a16="http://schemas.microsoft.com/office/drawing/2014/main" id="{81A77F13-2846-416B-B806-6D5B466521C7}"/>
              </a:ext>
            </a:extLst>
          </p:cNvPr>
          <p:cNvSpPr>
            <a:spLocks noGrp="1"/>
          </p:cNvSpPr>
          <p:nvPr/>
        </p:nvSpPr>
        <p:spPr>
          <a:xfrm>
            <a:off x="2238375" y="2571750"/>
            <a:ext cx="9525" cy="381000"/>
          </a:xfrm>
          <a:custGeom>
            <a:avLst/>
            <a:gdLst/>
            <a:ahLst/>
            <a:cxnLst/>
            <a:rect l="0" t="0" r="0" b="0"/>
            <a:pathLst>
              <a:path w="9525" h="381000">
                <a:moveTo>
                  <a:pt x="0" y="0"/>
                </a:moveTo>
                <a:lnTo>
                  <a:pt x="0" y="381000"/>
                </a:lnTo>
              </a:path>
            </a:pathLst>
          </a:custGeom>
          <a:noFill/>
          <a:ln w="38100">
            <a:solidFill>
              <a:srgbClr val="B7BBC2"/>
            </a:solidFill>
          </a:ln>
        </p:spPr>
      </p:sp>
      <p:sp>
        <p:nvSpPr>
          <p:cNvPr id="10" name="line-182">
            <a:extLst>
              <a:ext uri="{FF2B5EF4-FFF2-40B4-BE49-F238E27FC236}">
                <a16:creationId xmlns:a16="http://schemas.microsoft.com/office/drawing/2014/main" id="{B2FDB0D2-6693-4F7C-877F-AF46F219F56D}"/>
              </a:ext>
            </a:extLst>
          </p:cNvPr>
          <p:cNvSpPr>
            <a:spLocks noGrp="1"/>
          </p:cNvSpPr>
          <p:nvPr/>
        </p:nvSpPr>
        <p:spPr>
          <a:xfrm>
            <a:off x="2178632" y="2855306"/>
            <a:ext cx="59743" cy="97444"/>
          </a:xfrm>
          <a:custGeom>
            <a:avLst/>
            <a:gdLst/>
            <a:ahLst/>
            <a:cxnLst/>
            <a:rect l="0" t="0" r="0" b="0"/>
            <a:pathLst>
              <a:path w="59743" h="97444">
                <a:moveTo>
                  <a:pt x="59743" y="97444"/>
                </a:moveTo>
                <a:lnTo>
                  <a:pt x="0" y="0"/>
                </a:lnTo>
              </a:path>
            </a:pathLst>
          </a:custGeom>
          <a:noFill/>
          <a:ln w="38100">
            <a:solidFill>
              <a:srgbClr val="B7BBC2"/>
            </a:solidFill>
          </a:ln>
        </p:spPr>
      </p:sp>
      <p:sp>
        <p:nvSpPr>
          <p:cNvPr id="11" name="line-183">
            <a:extLst>
              <a:ext uri="{FF2B5EF4-FFF2-40B4-BE49-F238E27FC236}">
                <a16:creationId xmlns:a16="http://schemas.microsoft.com/office/drawing/2014/main" id="{6200CD52-C5AB-41B2-B763-9E6B2C685BF7}"/>
              </a:ext>
            </a:extLst>
          </p:cNvPr>
          <p:cNvSpPr>
            <a:spLocks noGrp="1"/>
          </p:cNvSpPr>
          <p:nvPr/>
        </p:nvSpPr>
        <p:spPr>
          <a:xfrm>
            <a:off x="2238375" y="2855306"/>
            <a:ext cx="59743" cy="97444"/>
          </a:xfrm>
          <a:custGeom>
            <a:avLst/>
            <a:gdLst/>
            <a:ahLst/>
            <a:cxnLst/>
            <a:rect l="0" t="0" r="0" b="0"/>
            <a:pathLst>
              <a:path w="59743" h="97444">
                <a:moveTo>
                  <a:pt x="0" y="97444"/>
                </a:moveTo>
                <a:lnTo>
                  <a:pt x="59743" y="0"/>
                </a:lnTo>
              </a:path>
            </a:pathLst>
          </a:custGeom>
          <a:noFill/>
          <a:ln w="38100">
            <a:solidFill>
              <a:srgbClr val="B7BBC2"/>
            </a:solidFill>
          </a:ln>
        </p:spPr>
      </p:sp>
      <p:sp>
        <p:nvSpPr>
          <p:cNvPr id="12" name="shape-184">
            <a:extLst>
              <a:ext uri="{FF2B5EF4-FFF2-40B4-BE49-F238E27FC236}">
                <a16:creationId xmlns:a16="http://schemas.microsoft.com/office/drawing/2014/main" id="{299DA04A-68AE-4200-9C0B-AFE588806A5D}"/>
              </a:ext>
            </a:extLst>
          </p:cNvPr>
          <p:cNvSpPr>
            <a:spLocks noGrp="1"/>
          </p:cNvSpPr>
          <p:nvPr/>
        </p:nvSpPr>
        <p:spPr>
          <a:xfrm>
            <a:off x="619125" y="4524375"/>
            <a:ext cx="3238500" cy="838200"/>
          </a:xfrm>
          <a:prstGeom prst="rect">
            <a:avLst/>
          </a:prstGeom>
          <a:solidFill>
            <a:srgbClr val="25282B"/>
          </a:solidFill>
          <a:ln w="19050">
            <a:solidFill>
              <a:srgbClr val="88FF88"/>
            </a:solidFill>
          </a:ln>
        </p:spPr>
      </p:sp>
      <p:sp>
        <p:nvSpPr>
          <p:cNvPr id="13" name="text-185">
            <a:extLst>
              <a:ext uri="{FF2B5EF4-FFF2-40B4-BE49-F238E27FC236}">
                <a16:creationId xmlns:a16="http://schemas.microsoft.com/office/drawing/2014/main" id="{81DBE30E-3EDE-4F1E-AA02-600331EC18E3}"/>
              </a:ext>
            </a:extLst>
          </p:cNvPr>
          <p:cNvSpPr>
            <a:spLocks noGrp="1"/>
          </p:cNvSpPr>
          <p:nvPr/>
        </p:nvSpPr>
        <p:spPr>
          <a:xfrm>
            <a:off x="752475" y="4743450"/>
            <a:ext cx="2971800" cy="685800"/>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0">
              <a:lnSpc>
                <a:spcPct val="108000"/>
              </a:lnSpc>
              <a:buNone/>
              <a:defRPr sz="2625" b="0">
                <a:solidFill>
                  <a:srgbClr val="F7F7F7"/>
                </a:solidFill>
                <a:latin typeface="Arial"/>
                <a:ea typeface="Arial"/>
                <a:cs typeface="Arial"/>
              </a:defRPr>
            </a:pPr>
            <a:r>
              <a:rPr lang="en-US" sz="2625" b="0">
                <a:solidFill>
                  <a:srgbClr val="F7F7F7"/>
                </a:solidFill>
                <a:latin typeface="Arial"/>
                <a:ea typeface="Arial"/>
                <a:cs typeface="Arial"/>
              </a:rPr>
              <a:t>git status</a:t>
            </a:r>
          </a:p>
        </p:txBody>
      </p:sp>
      <p:sp>
        <p:nvSpPr>
          <p:cNvPr id="14" name="text-186">
            <a:extLst>
              <a:ext uri="{FF2B5EF4-FFF2-40B4-BE49-F238E27FC236}">
                <a16:creationId xmlns:a16="http://schemas.microsoft.com/office/drawing/2014/main" id="{62E710A1-8466-4181-A542-F94A58CEC47C}"/>
              </a:ext>
            </a:extLst>
          </p:cNvPr>
          <p:cNvSpPr>
            <a:spLocks noGrp="1"/>
          </p:cNvSpPr>
          <p:nvPr/>
        </p:nvSpPr>
        <p:spPr>
          <a:xfrm>
            <a:off x="4476750" y="4686300"/>
            <a:ext cx="4000500" cy="714375"/>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בודקים מה השתנה</a:t>
            </a:r>
          </a:p>
        </p:txBody>
      </p:sp>
      <p:sp>
        <p:nvSpPr>
          <p:cNvPr id="15" name="line-187">
            <a:extLst>
              <a:ext uri="{FF2B5EF4-FFF2-40B4-BE49-F238E27FC236}">
                <a16:creationId xmlns:a16="http://schemas.microsoft.com/office/drawing/2014/main" id="{5CA61224-A4FB-4EE4-8601-F7C5C94B98A6}"/>
              </a:ext>
            </a:extLst>
          </p:cNvPr>
          <p:cNvSpPr>
            <a:spLocks noGrp="1"/>
          </p:cNvSpPr>
          <p:nvPr/>
        </p:nvSpPr>
        <p:spPr>
          <a:xfrm>
            <a:off x="2238375" y="4048125"/>
            <a:ext cx="9525" cy="381000"/>
          </a:xfrm>
          <a:custGeom>
            <a:avLst/>
            <a:gdLst/>
            <a:ahLst/>
            <a:cxnLst/>
            <a:rect l="0" t="0" r="0" b="0"/>
            <a:pathLst>
              <a:path w="9525" h="381000">
                <a:moveTo>
                  <a:pt x="0" y="0"/>
                </a:moveTo>
                <a:lnTo>
                  <a:pt x="0" y="381000"/>
                </a:lnTo>
              </a:path>
            </a:pathLst>
          </a:custGeom>
          <a:noFill/>
          <a:ln w="38100">
            <a:solidFill>
              <a:srgbClr val="B7BBC2"/>
            </a:solidFill>
          </a:ln>
        </p:spPr>
      </p:sp>
      <p:sp>
        <p:nvSpPr>
          <p:cNvPr id="16" name="line-188">
            <a:extLst>
              <a:ext uri="{FF2B5EF4-FFF2-40B4-BE49-F238E27FC236}">
                <a16:creationId xmlns:a16="http://schemas.microsoft.com/office/drawing/2014/main" id="{2AFCC6CD-F6D2-4540-87B3-079F9DFD57E4}"/>
              </a:ext>
            </a:extLst>
          </p:cNvPr>
          <p:cNvSpPr>
            <a:spLocks noGrp="1"/>
          </p:cNvSpPr>
          <p:nvPr/>
        </p:nvSpPr>
        <p:spPr>
          <a:xfrm>
            <a:off x="2178632" y="4331681"/>
            <a:ext cx="59743" cy="97444"/>
          </a:xfrm>
          <a:custGeom>
            <a:avLst/>
            <a:gdLst/>
            <a:ahLst/>
            <a:cxnLst/>
            <a:rect l="0" t="0" r="0" b="0"/>
            <a:pathLst>
              <a:path w="59743" h="97444">
                <a:moveTo>
                  <a:pt x="59743" y="97444"/>
                </a:moveTo>
                <a:lnTo>
                  <a:pt x="0" y="0"/>
                </a:lnTo>
              </a:path>
            </a:pathLst>
          </a:custGeom>
          <a:noFill/>
          <a:ln w="38100">
            <a:solidFill>
              <a:srgbClr val="B7BBC2"/>
            </a:solidFill>
          </a:ln>
        </p:spPr>
      </p:sp>
      <p:sp>
        <p:nvSpPr>
          <p:cNvPr id="17" name="line-189">
            <a:extLst>
              <a:ext uri="{FF2B5EF4-FFF2-40B4-BE49-F238E27FC236}">
                <a16:creationId xmlns:a16="http://schemas.microsoft.com/office/drawing/2014/main" id="{9D2454B8-E002-4FB0-AA31-ED121606B320}"/>
              </a:ext>
            </a:extLst>
          </p:cNvPr>
          <p:cNvSpPr>
            <a:spLocks noGrp="1"/>
          </p:cNvSpPr>
          <p:nvPr/>
        </p:nvSpPr>
        <p:spPr>
          <a:xfrm>
            <a:off x="2238375" y="4331681"/>
            <a:ext cx="59743" cy="97444"/>
          </a:xfrm>
          <a:custGeom>
            <a:avLst/>
            <a:gdLst/>
            <a:ahLst/>
            <a:cxnLst/>
            <a:rect l="0" t="0" r="0" b="0"/>
            <a:pathLst>
              <a:path w="59743" h="97444">
                <a:moveTo>
                  <a:pt x="0" y="97444"/>
                </a:moveTo>
                <a:lnTo>
                  <a:pt x="59743" y="0"/>
                </a:lnTo>
              </a:path>
            </a:pathLst>
          </a:custGeom>
          <a:noFill/>
          <a:ln w="38100">
            <a:solidFill>
              <a:srgbClr val="B7BBC2"/>
            </a:solidFill>
          </a:ln>
        </p:spPr>
      </p:sp>
    </p:spTree>
    <p:extLst>
      <p:ext uri="{BB962C8B-B14F-4D97-AF65-F5344CB8AC3E}">
        <p14:creationId xmlns:p14="http://schemas.microsoft.com/office/powerpoint/2010/main" val="1626728887"/>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2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2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2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2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2" name="text-190">
            <a:extLst>
              <a:ext uri="{FF2B5EF4-FFF2-40B4-BE49-F238E27FC236}">
                <a16:creationId xmlns:a16="http://schemas.microsoft.com/office/drawing/2014/main" id="{EA688847-C80E-4F36-822F-529AC266EFD5}"/>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שומרים ומשתפים</a:t>
            </a:r>
          </a:p>
        </p:txBody>
      </p:sp>
      <p:sp>
        <p:nvSpPr>
          <p:cNvPr id="2" name="text-191">
            <a:extLst>
              <a:ext uri="{FF2B5EF4-FFF2-40B4-BE49-F238E27FC236}">
                <a16:creationId xmlns:a16="http://schemas.microsoft.com/office/drawing/2014/main" id="{6476B6D2-F34D-494A-9A32-4294F7D9DCA4}"/>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13</a:t>
            </a:r>
          </a:p>
        </p:txBody>
      </p:sp>
      <p:sp>
        <p:nvSpPr>
          <p:cNvPr id="3" name="text-192">
            <a:extLst>
              <a:ext uri="{FF2B5EF4-FFF2-40B4-BE49-F238E27FC236}">
                <a16:creationId xmlns:a16="http://schemas.microsoft.com/office/drawing/2014/main" id="{4AA32843-27E2-4DCB-B069-729D5BA347F9}"/>
              </a:ext>
            </a:extLst>
          </p:cNvPr>
          <p:cNvSpPr>
            <a:spLocks noGrp="1"/>
          </p:cNvSpPr>
          <p:nvPr/>
        </p:nvSpPr>
        <p:spPr>
          <a:xfrm>
            <a:off x="571500" y="1476375"/>
            <a:ext cx="8001000" cy="428625"/>
          </a:xfrm>
          <a:prstGeom prst="rect">
            <a:avLst/>
          </a:prstGeom>
          <a:noFill/>
          <a:ln w="0">
            <a:noFill/>
          </a:ln>
        </p:spPr>
        <p:txBody>
          <a:bodyPr wrap="square" lIns="0" tIns="0" rIns="0" bIns="0" anchor="t">
            <a:noAutofit/>
          </a:bodyPr>
          <a:lstStyle>
            <a:defPPr algn="r">
              <a:defRPr sz="2175" b="0">
                <a:solidFill>
                  <a:srgbClr val="42AFFA"/>
                </a:solidFill>
                <a:latin typeface="Arial"/>
                <a:ea typeface="Arial"/>
                <a:cs typeface="Arial"/>
              </a:defRPr>
            </a:defPPr>
            <a:lvl1pPr algn="r">
              <a:defRPr sz="2175" b="0">
                <a:solidFill>
                  <a:srgbClr val="42AFFA"/>
                </a:solidFill>
                <a:latin typeface="Arial"/>
                <a:ea typeface="Arial"/>
                <a:cs typeface="Arial"/>
              </a:defRPr>
            </a:lvl1pPr>
            <a:lvl2pPr algn="r">
              <a:defRPr sz="2175" b="0">
                <a:solidFill>
                  <a:srgbClr val="42AFFA"/>
                </a:solidFill>
                <a:latin typeface="Arial"/>
                <a:ea typeface="Arial"/>
                <a:cs typeface="Arial"/>
              </a:defRPr>
            </a:lvl2pPr>
            <a:lvl3pPr algn="r">
              <a:defRPr sz="2175" b="0">
                <a:solidFill>
                  <a:srgbClr val="42AFFA"/>
                </a:solidFill>
                <a:latin typeface="Arial"/>
                <a:ea typeface="Arial"/>
                <a:cs typeface="Arial"/>
              </a:defRPr>
            </a:lvl3pPr>
            <a:lvl4pPr algn="r">
              <a:defRPr sz="2175" b="0">
                <a:solidFill>
                  <a:srgbClr val="42AFFA"/>
                </a:solidFill>
                <a:latin typeface="Arial"/>
                <a:ea typeface="Arial"/>
                <a:cs typeface="Arial"/>
              </a:defRPr>
            </a:lvl4pPr>
            <a:lvl5pPr algn="r">
              <a:defRPr sz="2175" b="0">
                <a:solidFill>
                  <a:srgbClr val="42AFFA"/>
                </a:solidFill>
                <a:latin typeface="Arial"/>
                <a:ea typeface="Arial"/>
                <a:cs typeface="Arial"/>
              </a:defRPr>
            </a:lvl5pPr>
            <a:lvl6pPr algn="r">
              <a:defRPr sz="2175" b="0">
                <a:solidFill>
                  <a:srgbClr val="42AFFA"/>
                </a:solidFill>
                <a:latin typeface="Arial"/>
                <a:ea typeface="Arial"/>
                <a:cs typeface="Arial"/>
              </a:defRPr>
            </a:lvl6pPr>
            <a:lvl7pPr algn="r">
              <a:defRPr sz="2175" b="0">
                <a:solidFill>
                  <a:srgbClr val="42AFFA"/>
                </a:solidFill>
                <a:latin typeface="Arial"/>
                <a:ea typeface="Arial"/>
                <a:cs typeface="Arial"/>
              </a:defRPr>
            </a:lvl7pPr>
            <a:lvl8pPr algn="r">
              <a:defRPr sz="2175" b="0">
                <a:solidFill>
                  <a:srgbClr val="42AFFA"/>
                </a:solidFill>
                <a:latin typeface="Arial"/>
                <a:ea typeface="Arial"/>
                <a:cs typeface="Arial"/>
              </a:defRPr>
            </a:lvl8pPr>
            <a:lvl9pPr algn="r">
              <a:defRPr sz="2175" b="0">
                <a:solidFill>
                  <a:srgbClr val="42AFFA"/>
                </a:solidFill>
                <a:latin typeface="Arial"/>
                <a:ea typeface="Arial"/>
                <a:cs typeface="Arial"/>
              </a:defRPr>
            </a:lvl9pPr>
          </a:lstStyle>
          <a:p>
            <a:pPr algn="r" rtl="1">
              <a:lnSpc>
                <a:spcPct val="108000"/>
              </a:lnSpc>
              <a:buNone/>
              <a:defRPr sz="2175" b="0">
                <a:solidFill>
                  <a:srgbClr val="42AFFA"/>
                </a:solidFill>
                <a:latin typeface="Arial"/>
                <a:ea typeface="Arial"/>
                <a:cs typeface="Arial"/>
              </a:defRPr>
            </a:pPr>
            <a:r>
              <a:rPr lang="he-IL" sz="2175" b="0">
                <a:solidFill>
                  <a:srgbClr val="42AFFA"/>
                </a:solidFill>
                <a:latin typeface="Arial"/>
                <a:ea typeface="Arial"/>
                <a:cs typeface="Arial"/>
              </a:rPr>
              <a:t>בוחרים את השינויים</a:t>
            </a:r>
          </a:p>
        </p:txBody>
      </p:sp>
      <p:sp>
        <p:nvSpPr>
          <p:cNvPr id="4" name="text-193">
            <a:extLst>
              <a:ext uri="{FF2B5EF4-FFF2-40B4-BE49-F238E27FC236}">
                <a16:creationId xmlns:a16="http://schemas.microsoft.com/office/drawing/2014/main" id="{675FAEDA-E7D5-44D8-A88E-56AD2AFBDF8B}"/>
              </a:ext>
            </a:extLst>
          </p:cNvPr>
          <p:cNvSpPr>
            <a:spLocks noGrp="1"/>
          </p:cNvSpPr>
          <p:nvPr/>
        </p:nvSpPr>
        <p:spPr>
          <a:xfrm>
            <a:off x="619125" y="1962150"/>
            <a:ext cx="7858125" cy="619125"/>
          </a:xfrm>
          <a:prstGeom prst="rect">
            <a:avLst/>
          </a:prstGeom>
          <a:noFill/>
          <a:ln w="0">
            <a:noFill/>
          </a:ln>
        </p:spPr>
        <p:txBody>
          <a:bodyPr wrap="none" lIns="0" tIns="0" rIns="0" bIns="0" anchor="t">
            <a:noAutofit/>
          </a:bodyPr>
          <a:lstStyle>
            <a:defPPr algn="l">
              <a:defRPr sz="2775" b="0">
                <a:solidFill>
                  <a:srgbClr val="F7F7F7"/>
                </a:solidFill>
                <a:latin typeface="Consolas"/>
                <a:ea typeface="Consolas"/>
                <a:cs typeface="Consolas"/>
              </a:defRPr>
            </a:defPPr>
            <a:lvl1pPr algn="l">
              <a:defRPr sz="2775" b="0">
                <a:solidFill>
                  <a:srgbClr val="F7F7F7"/>
                </a:solidFill>
                <a:latin typeface="Consolas"/>
                <a:ea typeface="Consolas"/>
                <a:cs typeface="Consolas"/>
              </a:defRPr>
            </a:lvl1pPr>
            <a:lvl2pPr algn="l">
              <a:defRPr sz="2775" b="0">
                <a:solidFill>
                  <a:srgbClr val="F7F7F7"/>
                </a:solidFill>
                <a:latin typeface="Consolas"/>
                <a:ea typeface="Consolas"/>
                <a:cs typeface="Consolas"/>
              </a:defRPr>
            </a:lvl2pPr>
            <a:lvl3pPr algn="l">
              <a:defRPr sz="2775" b="0">
                <a:solidFill>
                  <a:srgbClr val="F7F7F7"/>
                </a:solidFill>
                <a:latin typeface="Consolas"/>
                <a:ea typeface="Consolas"/>
                <a:cs typeface="Consolas"/>
              </a:defRPr>
            </a:lvl3pPr>
            <a:lvl4pPr algn="l">
              <a:defRPr sz="2775" b="0">
                <a:solidFill>
                  <a:srgbClr val="F7F7F7"/>
                </a:solidFill>
                <a:latin typeface="Consolas"/>
                <a:ea typeface="Consolas"/>
                <a:cs typeface="Consolas"/>
              </a:defRPr>
            </a:lvl4pPr>
            <a:lvl5pPr algn="l">
              <a:defRPr sz="2775" b="0">
                <a:solidFill>
                  <a:srgbClr val="F7F7F7"/>
                </a:solidFill>
                <a:latin typeface="Consolas"/>
                <a:ea typeface="Consolas"/>
                <a:cs typeface="Consolas"/>
              </a:defRPr>
            </a:lvl5pPr>
            <a:lvl6pPr algn="l">
              <a:defRPr sz="2775" b="0">
                <a:solidFill>
                  <a:srgbClr val="F7F7F7"/>
                </a:solidFill>
                <a:latin typeface="Consolas"/>
                <a:ea typeface="Consolas"/>
                <a:cs typeface="Consolas"/>
              </a:defRPr>
            </a:lvl6pPr>
            <a:lvl7pPr algn="l">
              <a:defRPr sz="2775" b="0">
                <a:solidFill>
                  <a:srgbClr val="F7F7F7"/>
                </a:solidFill>
                <a:latin typeface="Consolas"/>
                <a:ea typeface="Consolas"/>
                <a:cs typeface="Consolas"/>
              </a:defRPr>
            </a:lvl7pPr>
            <a:lvl8pPr algn="l">
              <a:defRPr sz="2775" b="0">
                <a:solidFill>
                  <a:srgbClr val="F7F7F7"/>
                </a:solidFill>
                <a:latin typeface="Consolas"/>
                <a:ea typeface="Consolas"/>
                <a:cs typeface="Consolas"/>
              </a:defRPr>
            </a:lvl8pPr>
            <a:lvl9pPr algn="l">
              <a:defRPr sz="2775" b="0">
                <a:solidFill>
                  <a:srgbClr val="F7F7F7"/>
                </a:solidFill>
                <a:latin typeface="Consolas"/>
                <a:ea typeface="Consolas"/>
                <a:cs typeface="Consolas"/>
              </a:defRPr>
            </a:lvl9pPr>
          </a:lstStyle>
          <a:p>
            <a:pPr algn="l" rtl="0">
              <a:lnSpc>
                <a:spcPct val="108000"/>
              </a:lnSpc>
              <a:buNone/>
              <a:defRPr sz="2775" b="0">
                <a:solidFill>
                  <a:srgbClr val="F7F7F7"/>
                </a:solidFill>
                <a:latin typeface="Consolas"/>
                <a:ea typeface="Consolas"/>
                <a:cs typeface="Consolas"/>
              </a:defRPr>
            </a:pPr>
            <a:r>
              <a:rPr lang="en-US" sz="2775" b="0">
                <a:solidFill>
                  <a:srgbClr val="F7F7F7"/>
                </a:solidFill>
                <a:latin typeface="Consolas"/>
                <a:ea typeface="Consolas"/>
                <a:cs typeface="Consolas"/>
              </a:rPr>
              <a:t>git add .</a:t>
            </a:r>
          </a:p>
        </p:txBody>
      </p:sp>
      <p:sp>
        <p:nvSpPr>
          <p:cNvPr id="5" name="line-194">
            <a:extLst>
              <a:ext uri="{FF2B5EF4-FFF2-40B4-BE49-F238E27FC236}">
                <a16:creationId xmlns:a16="http://schemas.microsoft.com/office/drawing/2014/main" id="{79153259-4232-4365-A756-152527B823FE}"/>
              </a:ext>
            </a:extLst>
          </p:cNvPr>
          <p:cNvSpPr>
            <a:spLocks noGrp="1"/>
          </p:cNvSpPr>
          <p:nvPr/>
        </p:nvSpPr>
        <p:spPr>
          <a:xfrm>
            <a:off x="619125" y="2628900"/>
            <a:ext cx="7858125" cy="9525"/>
          </a:xfrm>
          <a:custGeom>
            <a:avLst/>
            <a:gdLst/>
            <a:ahLst/>
            <a:cxnLst/>
            <a:rect l="0" t="0" r="0" b="0"/>
            <a:pathLst>
              <a:path w="7858125" h="9525">
                <a:moveTo>
                  <a:pt x="0" y="0"/>
                </a:moveTo>
                <a:lnTo>
                  <a:pt x="7858125" y="0"/>
                </a:lnTo>
              </a:path>
            </a:pathLst>
          </a:custGeom>
          <a:noFill/>
          <a:ln w="9525">
            <a:solidFill>
              <a:srgbClr val="444A51"/>
            </a:solidFill>
          </a:ln>
        </p:spPr>
      </p:sp>
      <p:sp>
        <p:nvSpPr>
          <p:cNvPr id="6" name="text-195">
            <a:extLst>
              <a:ext uri="{FF2B5EF4-FFF2-40B4-BE49-F238E27FC236}">
                <a16:creationId xmlns:a16="http://schemas.microsoft.com/office/drawing/2014/main" id="{80A550E5-A717-4702-8E71-17C9774722F8}"/>
              </a:ext>
            </a:extLst>
          </p:cNvPr>
          <p:cNvSpPr>
            <a:spLocks noGrp="1"/>
          </p:cNvSpPr>
          <p:nvPr/>
        </p:nvSpPr>
        <p:spPr>
          <a:xfrm>
            <a:off x="571500" y="2828925"/>
            <a:ext cx="8001000" cy="428625"/>
          </a:xfrm>
          <a:prstGeom prst="rect">
            <a:avLst/>
          </a:prstGeom>
          <a:noFill/>
          <a:ln w="0">
            <a:noFill/>
          </a:ln>
        </p:spPr>
        <p:txBody>
          <a:bodyPr wrap="square" lIns="0" tIns="0" rIns="0" bIns="0" anchor="t">
            <a:noAutofit/>
          </a:bodyPr>
          <a:lstStyle>
            <a:defPPr algn="r">
              <a:defRPr sz="2175" b="0">
                <a:solidFill>
                  <a:srgbClr val="88FF88"/>
                </a:solidFill>
                <a:latin typeface="Arial"/>
                <a:ea typeface="Arial"/>
                <a:cs typeface="Arial"/>
              </a:defRPr>
            </a:defPPr>
            <a:lvl1pPr algn="r">
              <a:defRPr sz="2175" b="0">
                <a:solidFill>
                  <a:srgbClr val="88FF88"/>
                </a:solidFill>
                <a:latin typeface="Arial"/>
                <a:ea typeface="Arial"/>
                <a:cs typeface="Arial"/>
              </a:defRPr>
            </a:lvl1pPr>
            <a:lvl2pPr algn="r">
              <a:defRPr sz="2175" b="0">
                <a:solidFill>
                  <a:srgbClr val="88FF88"/>
                </a:solidFill>
                <a:latin typeface="Arial"/>
                <a:ea typeface="Arial"/>
                <a:cs typeface="Arial"/>
              </a:defRPr>
            </a:lvl2pPr>
            <a:lvl3pPr algn="r">
              <a:defRPr sz="2175" b="0">
                <a:solidFill>
                  <a:srgbClr val="88FF88"/>
                </a:solidFill>
                <a:latin typeface="Arial"/>
                <a:ea typeface="Arial"/>
                <a:cs typeface="Arial"/>
              </a:defRPr>
            </a:lvl3pPr>
            <a:lvl4pPr algn="r">
              <a:defRPr sz="2175" b="0">
                <a:solidFill>
                  <a:srgbClr val="88FF88"/>
                </a:solidFill>
                <a:latin typeface="Arial"/>
                <a:ea typeface="Arial"/>
                <a:cs typeface="Arial"/>
              </a:defRPr>
            </a:lvl4pPr>
            <a:lvl5pPr algn="r">
              <a:defRPr sz="2175" b="0">
                <a:solidFill>
                  <a:srgbClr val="88FF88"/>
                </a:solidFill>
                <a:latin typeface="Arial"/>
                <a:ea typeface="Arial"/>
                <a:cs typeface="Arial"/>
              </a:defRPr>
            </a:lvl5pPr>
            <a:lvl6pPr algn="r">
              <a:defRPr sz="2175" b="0">
                <a:solidFill>
                  <a:srgbClr val="88FF88"/>
                </a:solidFill>
                <a:latin typeface="Arial"/>
                <a:ea typeface="Arial"/>
                <a:cs typeface="Arial"/>
              </a:defRPr>
            </a:lvl6pPr>
            <a:lvl7pPr algn="r">
              <a:defRPr sz="2175" b="0">
                <a:solidFill>
                  <a:srgbClr val="88FF88"/>
                </a:solidFill>
                <a:latin typeface="Arial"/>
                <a:ea typeface="Arial"/>
                <a:cs typeface="Arial"/>
              </a:defRPr>
            </a:lvl7pPr>
            <a:lvl8pPr algn="r">
              <a:defRPr sz="2175" b="0">
                <a:solidFill>
                  <a:srgbClr val="88FF88"/>
                </a:solidFill>
                <a:latin typeface="Arial"/>
                <a:ea typeface="Arial"/>
                <a:cs typeface="Arial"/>
              </a:defRPr>
            </a:lvl8pPr>
            <a:lvl9pPr algn="r">
              <a:defRPr sz="2175" b="0">
                <a:solidFill>
                  <a:srgbClr val="88FF88"/>
                </a:solidFill>
                <a:latin typeface="Arial"/>
                <a:ea typeface="Arial"/>
                <a:cs typeface="Arial"/>
              </a:defRPr>
            </a:lvl9pPr>
          </a:lstStyle>
          <a:p>
            <a:pPr algn="r" rtl="1">
              <a:lnSpc>
                <a:spcPct val="108000"/>
              </a:lnSpc>
              <a:buNone/>
              <a:defRPr sz="2175" b="0">
                <a:solidFill>
                  <a:srgbClr val="88FF88"/>
                </a:solidFill>
                <a:latin typeface="Arial"/>
                <a:ea typeface="Arial"/>
                <a:cs typeface="Arial"/>
              </a:defRPr>
            </a:pPr>
            <a:r>
              <a:rPr lang="he-IL" sz="2175" b="0">
                <a:solidFill>
                  <a:srgbClr val="88FF88"/>
                </a:solidFill>
                <a:latin typeface="Arial"/>
                <a:ea typeface="Arial"/>
                <a:cs typeface="Arial"/>
              </a:rPr>
              <a:t>יוצרים נקודת שמירה</a:t>
            </a:r>
          </a:p>
        </p:txBody>
      </p:sp>
      <p:sp>
        <p:nvSpPr>
          <p:cNvPr id="7" name="text-196">
            <a:extLst>
              <a:ext uri="{FF2B5EF4-FFF2-40B4-BE49-F238E27FC236}">
                <a16:creationId xmlns:a16="http://schemas.microsoft.com/office/drawing/2014/main" id="{699228A1-8CB4-4C09-9C05-8D17D8E17290}"/>
              </a:ext>
            </a:extLst>
          </p:cNvPr>
          <p:cNvSpPr>
            <a:spLocks noGrp="1"/>
          </p:cNvSpPr>
          <p:nvPr/>
        </p:nvSpPr>
        <p:spPr>
          <a:xfrm>
            <a:off x="619125" y="3314700"/>
            <a:ext cx="7858125" cy="619125"/>
          </a:xfrm>
          <a:prstGeom prst="rect">
            <a:avLst/>
          </a:prstGeom>
          <a:noFill/>
          <a:ln w="0">
            <a:noFill/>
          </a:ln>
        </p:spPr>
        <p:txBody>
          <a:bodyPr wrap="none" lIns="0" tIns="0" rIns="0" bIns="0" anchor="t">
            <a:noAutofit/>
          </a:bodyPr>
          <a:lstStyle>
            <a:defPPr algn="l">
              <a:defRPr sz="2250" b="0">
                <a:solidFill>
                  <a:srgbClr val="F7F7F7"/>
                </a:solidFill>
                <a:latin typeface="Consolas"/>
                <a:ea typeface="Consolas"/>
                <a:cs typeface="Consolas"/>
              </a:defRPr>
            </a:defPPr>
            <a:lvl1pPr algn="l">
              <a:defRPr sz="2250" b="0">
                <a:solidFill>
                  <a:srgbClr val="F7F7F7"/>
                </a:solidFill>
                <a:latin typeface="Consolas"/>
                <a:ea typeface="Consolas"/>
                <a:cs typeface="Consolas"/>
              </a:defRPr>
            </a:lvl1pPr>
            <a:lvl2pPr algn="l">
              <a:defRPr sz="2250" b="0">
                <a:solidFill>
                  <a:srgbClr val="F7F7F7"/>
                </a:solidFill>
                <a:latin typeface="Consolas"/>
                <a:ea typeface="Consolas"/>
                <a:cs typeface="Consolas"/>
              </a:defRPr>
            </a:lvl2pPr>
            <a:lvl3pPr algn="l">
              <a:defRPr sz="2250" b="0">
                <a:solidFill>
                  <a:srgbClr val="F7F7F7"/>
                </a:solidFill>
                <a:latin typeface="Consolas"/>
                <a:ea typeface="Consolas"/>
                <a:cs typeface="Consolas"/>
              </a:defRPr>
            </a:lvl3pPr>
            <a:lvl4pPr algn="l">
              <a:defRPr sz="2250" b="0">
                <a:solidFill>
                  <a:srgbClr val="F7F7F7"/>
                </a:solidFill>
                <a:latin typeface="Consolas"/>
                <a:ea typeface="Consolas"/>
                <a:cs typeface="Consolas"/>
              </a:defRPr>
            </a:lvl4pPr>
            <a:lvl5pPr algn="l">
              <a:defRPr sz="2250" b="0">
                <a:solidFill>
                  <a:srgbClr val="F7F7F7"/>
                </a:solidFill>
                <a:latin typeface="Consolas"/>
                <a:ea typeface="Consolas"/>
                <a:cs typeface="Consolas"/>
              </a:defRPr>
            </a:lvl5pPr>
            <a:lvl6pPr algn="l">
              <a:defRPr sz="2250" b="0">
                <a:solidFill>
                  <a:srgbClr val="F7F7F7"/>
                </a:solidFill>
                <a:latin typeface="Consolas"/>
                <a:ea typeface="Consolas"/>
                <a:cs typeface="Consolas"/>
              </a:defRPr>
            </a:lvl6pPr>
            <a:lvl7pPr algn="l">
              <a:defRPr sz="2250" b="0">
                <a:solidFill>
                  <a:srgbClr val="F7F7F7"/>
                </a:solidFill>
                <a:latin typeface="Consolas"/>
                <a:ea typeface="Consolas"/>
                <a:cs typeface="Consolas"/>
              </a:defRPr>
            </a:lvl7pPr>
            <a:lvl8pPr algn="l">
              <a:defRPr sz="2250" b="0">
                <a:solidFill>
                  <a:srgbClr val="F7F7F7"/>
                </a:solidFill>
                <a:latin typeface="Consolas"/>
                <a:ea typeface="Consolas"/>
                <a:cs typeface="Consolas"/>
              </a:defRPr>
            </a:lvl8pPr>
            <a:lvl9pPr algn="l">
              <a:defRPr sz="2250" b="0">
                <a:solidFill>
                  <a:srgbClr val="F7F7F7"/>
                </a:solidFill>
                <a:latin typeface="Consolas"/>
                <a:ea typeface="Consolas"/>
                <a:cs typeface="Consolas"/>
              </a:defRPr>
            </a:lvl9pPr>
          </a:lstStyle>
          <a:p>
            <a:pPr algn="l" rtl="0">
              <a:lnSpc>
                <a:spcPct val="108000"/>
              </a:lnSpc>
              <a:buNone/>
              <a:defRPr sz="2250" b="0">
                <a:solidFill>
                  <a:srgbClr val="F7F7F7"/>
                </a:solidFill>
                <a:latin typeface="Consolas"/>
                <a:ea typeface="Consolas"/>
                <a:cs typeface="Consolas"/>
              </a:defRPr>
            </a:pPr>
            <a:r>
              <a:rPr lang="en-US" sz="2250" b="0">
                <a:solidFill>
                  <a:srgbClr val="F7F7F7"/>
                </a:solidFill>
                <a:latin typeface="Consolas"/>
                <a:ea typeface="Consolas"/>
                <a:cs typeface="Consolas"/>
              </a:rPr>
              <a:t>git commit -m "Add enemy chase"</a:t>
            </a:r>
          </a:p>
        </p:txBody>
      </p:sp>
      <p:sp>
        <p:nvSpPr>
          <p:cNvPr id="8" name="line-197">
            <a:extLst>
              <a:ext uri="{FF2B5EF4-FFF2-40B4-BE49-F238E27FC236}">
                <a16:creationId xmlns:a16="http://schemas.microsoft.com/office/drawing/2014/main" id="{3F4F3D06-CF23-48A2-BA87-0236898ACEBA}"/>
              </a:ext>
            </a:extLst>
          </p:cNvPr>
          <p:cNvSpPr>
            <a:spLocks noGrp="1"/>
          </p:cNvSpPr>
          <p:nvPr/>
        </p:nvSpPr>
        <p:spPr>
          <a:xfrm>
            <a:off x="619125" y="3981450"/>
            <a:ext cx="7858125" cy="9525"/>
          </a:xfrm>
          <a:custGeom>
            <a:avLst/>
            <a:gdLst/>
            <a:ahLst/>
            <a:cxnLst/>
            <a:rect l="0" t="0" r="0" b="0"/>
            <a:pathLst>
              <a:path w="7858125" h="9525">
                <a:moveTo>
                  <a:pt x="0" y="0"/>
                </a:moveTo>
                <a:lnTo>
                  <a:pt x="7858125" y="0"/>
                </a:lnTo>
              </a:path>
            </a:pathLst>
          </a:custGeom>
          <a:noFill/>
          <a:ln w="9525">
            <a:solidFill>
              <a:srgbClr val="444A51"/>
            </a:solidFill>
          </a:ln>
        </p:spPr>
      </p:sp>
      <p:sp>
        <p:nvSpPr>
          <p:cNvPr id="9" name="text-198">
            <a:extLst>
              <a:ext uri="{FF2B5EF4-FFF2-40B4-BE49-F238E27FC236}">
                <a16:creationId xmlns:a16="http://schemas.microsoft.com/office/drawing/2014/main" id="{76752E7D-1F5E-418D-AED1-99A3752C6B73}"/>
              </a:ext>
            </a:extLst>
          </p:cNvPr>
          <p:cNvSpPr>
            <a:spLocks noGrp="1"/>
          </p:cNvSpPr>
          <p:nvPr/>
        </p:nvSpPr>
        <p:spPr>
          <a:xfrm>
            <a:off x="571500" y="4181475"/>
            <a:ext cx="8001000" cy="428625"/>
          </a:xfrm>
          <a:prstGeom prst="rect">
            <a:avLst/>
          </a:prstGeom>
          <a:noFill/>
          <a:ln w="0">
            <a:noFill/>
          </a:ln>
        </p:spPr>
        <p:txBody>
          <a:bodyPr wrap="square" lIns="0" tIns="0" rIns="0" bIns="0" anchor="t">
            <a:noAutofit/>
          </a:bodyPr>
          <a:lstStyle>
            <a:defPPr algn="r">
              <a:defRPr sz="2175" b="0">
                <a:solidFill>
                  <a:srgbClr val="8888FF"/>
                </a:solidFill>
                <a:latin typeface="Arial"/>
                <a:ea typeface="Arial"/>
                <a:cs typeface="Arial"/>
              </a:defRPr>
            </a:defPPr>
            <a:lvl1pPr algn="r">
              <a:defRPr sz="2175" b="0">
                <a:solidFill>
                  <a:srgbClr val="8888FF"/>
                </a:solidFill>
                <a:latin typeface="Arial"/>
                <a:ea typeface="Arial"/>
                <a:cs typeface="Arial"/>
              </a:defRPr>
            </a:lvl1pPr>
            <a:lvl2pPr algn="r">
              <a:defRPr sz="2175" b="0">
                <a:solidFill>
                  <a:srgbClr val="8888FF"/>
                </a:solidFill>
                <a:latin typeface="Arial"/>
                <a:ea typeface="Arial"/>
                <a:cs typeface="Arial"/>
              </a:defRPr>
            </a:lvl2pPr>
            <a:lvl3pPr algn="r">
              <a:defRPr sz="2175" b="0">
                <a:solidFill>
                  <a:srgbClr val="8888FF"/>
                </a:solidFill>
                <a:latin typeface="Arial"/>
                <a:ea typeface="Arial"/>
                <a:cs typeface="Arial"/>
              </a:defRPr>
            </a:lvl3pPr>
            <a:lvl4pPr algn="r">
              <a:defRPr sz="2175" b="0">
                <a:solidFill>
                  <a:srgbClr val="8888FF"/>
                </a:solidFill>
                <a:latin typeface="Arial"/>
                <a:ea typeface="Arial"/>
                <a:cs typeface="Arial"/>
              </a:defRPr>
            </a:lvl4pPr>
            <a:lvl5pPr algn="r">
              <a:defRPr sz="2175" b="0">
                <a:solidFill>
                  <a:srgbClr val="8888FF"/>
                </a:solidFill>
                <a:latin typeface="Arial"/>
                <a:ea typeface="Arial"/>
                <a:cs typeface="Arial"/>
              </a:defRPr>
            </a:lvl5pPr>
            <a:lvl6pPr algn="r">
              <a:defRPr sz="2175" b="0">
                <a:solidFill>
                  <a:srgbClr val="8888FF"/>
                </a:solidFill>
                <a:latin typeface="Arial"/>
                <a:ea typeface="Arial"/>
                <a:cs typeface="Arial"/>
              </a:defRPr>
            </a:lvl6pPr>
            <a:lvl7pPr algn="r">
              <a:defRPr sz="2175" b="0">
                <a:solidFill>
                  <a:srgbClr val="8888FF"/>
                </a:solidFill>
                <a:latin typeface="Arial"/>
                <a:ea typeface="Arial"/>
                <a:cs typeface="Arial"/>
              </a:defRPr>
            </a:lvl7pPr>
            <a:lvl8pPr algn="r">
              <a:defRPr sz="2175" b="0">
                <a:solidFill>
                  <a:srgbClr val="8888FF"/>
                </a:solidFill>
                <a:latin typeface="Arial"/>
                <a:ea typeface="Arial"/>
                <a:cs typeface="Arial"/>
              </a:defRPr>
            </a:lvl8pPr>
            <a:lvl9pPr algn="r">
              <a:defRPr sz="2175" b="0">
                <a:solidFill>
                  <a:srgbClr val="8888FF"/>
                </a:solidFill>
                <a:latin typeface="Arial"/>
                <a:ea typeface="Arial"/>
                <a:cs typeface="Arial"/>
              </a:defRPr>
            </a:lvl9pPr>
          </a:lstStyle>
          <a:p>
            <a:pPr algn="r" rtl="1">
              <a:lnSpc>
                <a:spcPct val="108000"/>
              </a:lnSpc>
              <a:buNone/>
              <a:defRPr sz="2175" b="0">
                <a:solidFill>
                  <a:srgbClr val="8888FF"/>
                </a:solidFill>
                <a:latin typeface="Arial"/>
                <a:ea typeface="Arial"/>
                <a:cs typeface="Arial"/>
              </a:defRPr>
            </a:pPr>
            <a:r>
              <a:rPr lang="he-IL" sz="2175" b="0">
                <a:solidFill>
                  <a:srgbClr val="8888FF"/>
                </a:solidFill>
                <a:latin typeface="Arial"/>
                <a:ea typeface="Arial"/>
                <a:cs typeface="Arial"/>
              </a:rPr>
              <a:t>משתפים עם הצוות</a:t>
            </a:r>
          </a:p>
        </p:txBody>
      </p:sp>
      <p:sp>
        <p:nvSpPr>
          <p:cNvPr id="10" name="text-199">
            <a:extLst>
              <a:ext uri="{FF2B5EF4-FFF2-40B4-BE49-F238E27FC236}">
                <a16:creationId xmlns:a16="http://schemas.microsoft.com/office/drawing/2014/main" id="{39841D4E-4171-436B-A2A6-6010FEF41309}"/>
              </a:ext>
            </a:extLst>
          </p:cNvPr>
          <p:cNvSpPr>
            <a:spLocks noGrp="1"/>
          </p:cNvSpPr>
          <p:nvPr/>
        </p:nvSpPr>
        <p:spPr>
          <a:xfrm>
            <a:off x="619125" y="4667250"/>
            <a:ext cx="7858125" cy="619125"/>
          </a:xfrm>
          <a:prstGeom prst="rect">
            <a:avLst/>
          </a:prstGeom>
          <a:noFill/>
          <a:ln w="0">
            <a:noFill/>
          </a:ln>
        </p:spPr>
        <p:txBody>
          <a:bodyPr wrap="none" lIns="0" tIns="0" rIns="0" bIns="0" anchor="t">
            <a:noAutofit/>
          </a:bodyPr>
          <a:lstStyle>
            <a:defPPr algn="l">
              <a:defRPr sz="2775" b="0">
                <a:solidFill>
                  <a:srgbClr val="F7F7F7"/>
                </a:solidFill>
                <a:latin typeface="Consolas"/>
                <a:ea typeface="Consolas"/>
                <a:cs typeface="Consolas"/>
              </a:defRPr>
            </a:defPPr>
            <a:lvl1pPr algn="l">
              <a:defRPr sz="2775" b="0">
                <a:solidFill>
                  <a:srgbClr val="F7F7F7"/>
                </a:solidFill>
                <a:latin typeface="Consolas"/>
                <a:ea typeface="Consolas"/>
                <a:cs typeface="Consolas"/>
              </a:defRPr>
            </a:lvl1pPr>
            <a:lvl2pPr algn="l">
              <a:defRPr sz="2775" b="0">
                <a:solidFill>
                  <a:srgbClr val="F7F7F7"/>
                </a:solidFill>
                <a:latin typeface="Consolas"/>
                <a:ea typeface="Consolas"/>
                <a:cs typeface="Consolas"/>
              </a:defRPr>
            </a:lvl2pPr>
            <a:lvl3pPr algn="l">
              <a:defRPr sz="2775" b="0">
                <a:solidFill>
                  <a:srgbClr val="F7F7F7"/>
                </a:solidFill>
                <a:latin typeface="Consolas"/>
                <a:ea typeface="Consolas"/>
                <a:cs typeface="Consolas"/>
              </a:defRPr>
            </a:lvl3pPr>
            <a:lvl4pPr algn="l">
              <a:defRPr sz="2775" b="0">
                <a:solidFill>
                  <a:srgbClr val="F7F7F7"/>
                </a:solidFill>
                <a:latin typeface="Consolas"/>
                <a:ea typeface="Consolas"/>
                <a:cs typeface="Consolas"/>
              </a:defRPr>
            </a:lvl4pPr>
            <a:lvl5pPr algn="l">
              <a:defRPr sz="2775" b="0">
                <a:solidFill>
                  <a:srgbClr val="F7F7F7"/>
                </a:solidFill>
                <a:latin typeface="Consolas"/>
                <a:ea typeface="Consolas"/>
                <a:cs typeface="Consolas"/>
              </a:defRPr>
            </a:lvl5pPr>
            <a:lvl6pPr algn="l">
              <a:defRPr sz="2775" b="0">
                <a:solidFill>
                  <a:srgbClr val="F7F7F7"/>
                </a:solidFill>
                <a:latin typeface="Consolas"/>
                <a:ea typeface="Consolas"/>
                <a:cs typeface="Consolas"/>
              </a:defRPr>
            </a:lvl6pPr>
            <a:lvl7pPr algn="l">
              <a:defRPr sz="2775" b="0">
                <a:solidFill>
                  <a:srgbClr val="F7F7F7"/>
                </a:solidFill>
                <a:latin typeface="Consolas"/>
                <a:ea typeface="Consolas"/>
                <a:cs typeface="Consolas"/>
              </a:defRPr>
            </a:lvl7pPr>
            <a:lvl8pPr algn="l">
              <a:defRPr sz="2775" b="0">
                <a:solidFill>
                  <a:srgbClr val="F7F7F7"/>
                </a:solidFill>
                <a:latin typeface="Consolas"/>
                <a:ea typeface="Consolas"/>
                <a:cs typeface="Consolas"/>
              </a:defRPr>
            </a:lvl8pPr>
            <a:lvl9pPr algn="l">
              <a:defRPr sz="2775" b="0">
                <a:solidFill>
                  <a:srgbClr val="F7F7F7"/>
                </a:solidFill>
                <a:latin typeface="Consolas"/>
                <a:ea typeface="Consolas"/>
                <a:cs typeface="Consolas"/>
              </a:defRPr>
            </a:lvl9pPr>
          </a:lstStyle>
          <a:p>
            <a:pPr algn="l" rtl="0">
              <a:lnSpc>
                <a:spcPct val="108000"/>
              </a:lnSpc>
              <a:buNone/>
              <a:defRPr sz="2775" b="0">
                <a:solidFill>
                  <a:srgbClr val="F7F7F7"/>
                </a:solidFill>
                <a:latin typeface="Consolas"/>
                <a:ea typeface="Consolas"/>
                <a:cs typeface="Consolas"/>
              </a:defRPr>
            </a:pPr>
            <a:r>
              <a:rPr lang="en-US" sz="2775" b="0">
                <a:solidFill>
                  <a:srgbClr val="F7F7F7"/>
                </a:solidFill>
                <a:latin typeface="Consolas"/>
                <a:ea typeface="Consolas"/>
                <a:cs typeface="Consolas"/>
              </a:rPr>
              <a:t>git push</a:t>
            </a:r>
          </a:p>
        </p:txBody>
      </p:sp>
      <p:sp>
        <p:nvSpPr>
          <p:cNvPr id="11" name="text-200">
            <a:extLst>
              <a:ext uri="{FF2B5EF4-FFF2-40B4-BE49-F238E27FC236}">
                <a16:creationId xmlns:a16="http://schemas.microsoft.com/office/drawing/2014/main" id="{FDFFA0C2-FDC0-4583-9BF6-8F810A72D31E}"/>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400" b="0">
                <a:solidFill>
                  <a:srgbClr val="88FF88"/>
                </a:solidFill>
                <a:latin typeface="Arial"/>
                <a:ea typeface="Arial"/>
                <a:cs typeface="Arial"/>
              </a:defRPr>
            </a:defPPr>
            <a:lvl1pPr algn="ctr">
              <a:defRPr sz="2400" b="0">
                <a:solidFill>
                  <a:srgbClr val="88FF88"/>
                </a:solidFill>
                <a:latin typeface="Arial"/>
                <a:ea typeface="Arial"/>
                <a:cs typeface="Arial"/>
              </a:defRPr>
            </a:lvl1pPr>
            <a:lvl2pPr algn="ctr">
              <a:defRPr sz="2400" b="0">
                <a:solidFill>
                  <a:srgbClr val="88FF88"/>
                </a:solidFill>
                <a:latin typeface="Arial"/>
                <a:ea typeface="Arial"/>
                <a:cs typeface="Arial"/>
              </a:defRPr>
            </a:lvl2pPr>
            <a:lvl3pPr algn="ctr">
              <a:defRPr sz="2400" b="0">
                <a:solidFill>
                  <a:srgbClr val="88FF88"/>
                </a:solidFill>
                <a:latin typeface="Arial"/>
                <a:ea typeface="Arial"/>
                <a:cs typeface="Arial"/>
              </a:defRPr>
            </a:lvl3pPr>
            <a:lvl4pPr algn="ctr">
              <a:defRPr sz="2400" b="0">
                <a:solidFill>
                  <a:srgbClr val="88FF88"/>
                </a:solidFill>
                <a:latin typeface="Arial"/>
                <a:ea typeface="Arial"/>
                <a:cs typeface="Arial"/>
              </a:defRPr>
            </a:lvl4pPr>
            <a:lvl5pPr algn="ctr">
              <a:defRPr sz="2400" b="0">
                <a:solidFill>
                  <a:srgbClr val="88FF88"/>
                </a:solidFill>
                <a:latin typeface="Arial"/>
                <a:ea typeface="Arial"/>
                <a:cs typeface="Arial"/>
              </a:defRPr>
            </a:lvl5pPr>
            <a:lvl6pPr algn="ctr">
              <a:defRPr sz="2400" b="0">
                <a:solidFill>
                  <a:srgbClr val="88FF88"/>
                </a:solidFill>
                <a:latin typeface="Arial"/>
                <a:ea typeface="Arial"/>
                <a:cs typeface="Arial"/>
              </a:defRPr>
            </a:lvl6pPr>
            <a:lvl7pPr algn="ctr">
              <a:defRPr sz="2400" b="0">
                <a:solidFill>
                  <a:srgbClr val="88FF88"/>
                </a:solidFill>
                <a:latin typeface="Arial"/>
                <a:ea typeface="Arial"/>
                <a:cs typeface="Arial"/>
              </a:defRPr>
            </a:lvl7pPr>
            <a:lvl8pPr algn="ctr">
              <a:defRPr sz="2400" b="0">
                <a:solidFill>
                  <a:srgbClr val="88FF88"/>
                </a:solidFill>
                <a:latin typeface="Arial"/>
                <a:ea typeface="Arial"/>
                <a:cs typeface="Arial"/>
              </a:defRPr>
            </a:lvl8pPr>
            <a:lvl9pPr algn="ctr">
              <a:defRPr sz="2400" b="0">
                <a:solidFill>
                  <a:srgbClr val="88FF88"/>
                </a:solidFill>
                <a:latin typeface="Arial"/>
                <a:ea typeface="Arial"/>
                <a:cs typeface="Arial"/>
              </a:defRPr>
            </a:lvl9pPr>
          </a:lstStyle>
          <a:p>
            <a:pPr algn="ctr" rtl="1">
              <a:lnSpc>
                <a:spcPct val="108000"/>
              </a:lnSpc>
              <a:buNone/>
              <a:defRPr sz="2400" b="0">
                <a:solidFill>
                  <a:srgbClr val="88FF88"/>
                </a:solidFill>
                <a:latin typeface="Arial"/>
                <a:ea typeface="Arial"/>
                <a:cs typeface="Arial"/>
              </a:defRPr>
            </a:pPr>
            <a:r>
              <a:rPr lang="he-IL" sz="2400" b="0">
                <a:solidFill>
                  <a:srgbClr val="88FF88"/>
                </a:solidFill>
                <a:latin typeface="Arial"/>
                <a:ea typeface="Arial"/>
                <a:cs typeface="Arial"/>
              </a:rPr>
              <a:t>קומיטים קטנים ותכופים</a:t>
            </a:r>
          </a:p>
        </p:txBody>
      </p:sp>
    </p:spTree>
    <p:extLst>
      <p:ext uri="{BB962C8B-B14F-4D97-AF65-F5344CB8AC3E}">
        <p14:creationId xmlns:p14="http://schemas.microsoft.com/office/powerpoint/2010/main" val="80828556"/>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0" name="text-201">
            <a:extLst>
              <a:ext uri="{FF2B5EF4-FFF2-40B4-BE49-F238E27FC236}">
                <a16:creationId xmlns:a16="http://schemas.microsoft.com/office/drawing/2014/main" id="{2BD493D4-3E00-4D02-8B85-49EB17ED7C03}"/>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הודעה שמסבירה מה השתנה</a:t>
            </a:r>
          </a:p>
        </p:txBody>
      </p:sp>
      <p:sp>
        <p:nvSpPr>
          <p:cNvPr id="2" name="text-202">
            <a:extLst>
              <a:ext uri="{FF2B5EF4-FFF2-40B4-BE49-F238E27FC236}">
                <a16:creationId xmlns:a16="http://schemas.microsoft.com/office/drawing/2014/main" id="{57997D5E-A3FB-4C11-AD47-9C97952FB452}"/>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14</a:t>
            </a:r>
          </a:p>
        </p:txBody>
      </p:sp>
      <p:sp>
        <p:nvSpPr>
          <p:cNvPr id="3" name="text-203">
            <a:extLst>
              <a:ext uri="{FF2B5EF4-FFF2-40B4-BE49-F238E27FC236}">
                <a16:creationId xmlns:a16="http://schemas.microsoft.com/office/drawing/2014/main" id="{D09F2DD4-EDBD-40B8-8529-190C6A95783B}"/>
              </a:ext>
            </a:extLst>
          </p:cNvPr>
          <p:cNvSpPr>
            <a:spLocks noGrp="1"/>
          </p:cNvSpPr>
          <p:nvPr/>
        </p:nvSpPr>
        <p:spPr>
          <a:xfrm>
            <a:off x="571500" y="1428750"/>
            <a:ext cx="8001000" cy="619125"/>
          </a:xfrm>
          <a:prstGeom prst="rect">
            <a:avLst/>
          </a:prstGeom>
          <a:noFill/>
          <a:ln w="0">
            <a:noFill/>
          </a:ln>
        </p:spPr>
        <p:txBody>
          <a:bodyPr wrap="square" lIns="0" tIns="0" rIns="0" bIns="0" anchor="t">
            <a:noAutofit/>
          </a:bodyPr>
          <a:lstStyle>
            <a:defPPr algn="r">
              <a:defRPr sz="2625" b="0">
                <a:solidFill>
                  <a:srgbClr val="F7F7F7"/>
                </a:solidFill>
                <a:latin typeface="Arial"/>
                <a:ea typeface="Arial"/>
                <a:cs typeface="Arial"/>
              </a:defRPr>
            </a:defPPr>
            <a:lvl1pPr algn="r">
              <a:defRPr sz="2625" b="0">
                <a:solidFill>
                  <a:srgbClr val="F7F7F7"/>
                </a:solidFill>
                <a:latin typeface="Arial"/>
                <a:ea typeface="Arial"/>
                <a:cs typeface="Arial"/>
              </a:defRPr>
            </a:lvl1pPr>
            <a:lvl2pPr algn="r">
              <a:defRPr sz="2625" b="0">
                <a:solidFill>
                  <a:srgbClr val="F7F7F7"/>
                </a:solidFill>
                <a:latin typeface="Arial"/>
                <a:ea typeface="Arial"/>
                <a:cs typeface="Arial"/>
              </a:defRPr>
            </a:lvl2pPr>
            <a:lvl3pPr algn="r">
              <a:defRPr sz="2625" b="0">
                <a:solidFill>
                  <a:srgbClr val="F7F7F7"/>
                </a:solidFill>
                <a:latin typeface="Arial"/>
                <a:ea typeface="Arial"/>
                <a:cs typeface="Arial"/>
              </a:defRPr>
            </a:lvl3pPr>
            <a:lvl4pPr algn="r">
              <a:defRPr sz="2625" b="0">
                <a:solidFill>
                  <a:srgbClr val="F7F7F7"/>
                </a:solidFill>
                <a:latin typeface="Arial"/>
                <a:ea typeface="Arial"/>
                <a:cs typeface="Arial"/>
              </a:defRPr>
            </a:lvl4pPr>
            <a:lvl5pPr algn="r">
              <a:defRPr sz="2625" b="0">
                <a:solidFill>
                  <a:srgbClr val="F7F7F7"/>
                </a:solidFill>
                <a:latin typeface="Arial"/>
                <a:ea typeface="Arial"/>
                <a:cs typeface="Arial"/>
              </a:defRPr>
            </a:lvl5pPr>
            <a:lvl6pPr algn="r">
              <a:defRPr sz="2625" b="0">
                <a:solidFill>
                  <a:srgbClr val="F7F7F7"/>
                </a:solidFill>
                <a:latin typeface="Arial"/>
                <a:ea typeface="Arial"/>
                <a:cs typeface="Arial"/>
              </a:defRPr>
            </a:lvl6pPr>
            <a:lvl7pPr algn="r">
              <a:defRPr sz="2625" b="0">
                <a:solidFill>
                  <a:srgbClr val="F7F7F7"/>
                </a:solidFill>
                <a:latin typeface="Arial"/>
                <a:ea typeface="Arial"/>
                <a:cs typeface="Arial"/>
              </a:defRPr>
            </a:lvl7pPr>
            <a:lvl8pPr algn="r">
              <a:defRPr sz="2625" b="0">
                <a:solidFill>
                  <a:srgbClr val="F7F7F7"/>
                </a:solidFill>
                <a:latin typeface="Arial"/>
                <a:ea typeface="Arial"/>
                <a:cs typeface="Arial"/>
              </a:defRPr>
            </a:lvl8pPr>
            <a:lvl9pPr algn="r">
              <a:defRPr sz="2625" b="0">
                <a:solidFill>
                  <a:srgbClr val="F7F7F7"/>
                </a:solidFill>
                <a:latin typeface="Arial"/>
                <a:ea typeface="Arial"/>
                <a:cs typeface="Arial"/>
              </a:defRPr>
            </a:lvl9pPr>
          </a:lstStyle>
          <a:p>
            <a:pPr algn="r" rtl="1">
              <a:lnSpc>
                <a:spcPct val="108000"/>
              </a:lnSpc>
              <a:buNone/>
              <a:defRPr sz="2625" b="0">
                <a:solidFill>
                  <a:srgbClr val="F7F7F7"/>
                </a:solidFill>
                <a:latin typeface="Arial"/>
                <a:ea typeface="Arial"/>
                <a:cs typeface="Arial"/>
              </a:defRPr>
            </a:pPr>
            <a:r>
              <a:rPr lang="he-IL" sz="2625" b="0">
                <a:solidFill>
                  <a:srgbClr val="F7F7F7"/>
                </a:solidFill>
                <a:latin typeface="Arial"/>
                <a:ea typeface="Arial"/>
                <a:cs typeface="Arial"/>
              </a:rPr>
              <a:t>מה התיקון?</a:t>
            </a:r>
          </a:p>
        </p:txBody>
      </p:sp>
      <p:sp>
        <p:nvSpPr>
          <p:cNvPr id="4" name="text-204">
            <a:extLst>
              <a:ext uri="{FF2B5EF4-FFF2-40B4-BE49-F238E27FC236}">
                <a16:creationId xmlns:a16="http://schemas.microsoft.com/office/drawing/2014/main" id="{C108D499-5BCD-4372-8DEF-BDC311916224}"/>
              </a:ext>
            </a:extLst>
          </p:cNvPr>
          <p:cNvSpPr>
            <a:spLocks noGrp="1"/>
          </p:cNvSpPr>
          <p:nvPr/>
        </p:nvSpPr>
        <p:spPr>
          <a:xfrm>
            <a:off x="666750" y="2333625"/>
            <a:ext cx="7810500" cy="666750"/>
          </a:xfrm>
          <a:prstGeom prst="rect">
            <a:avLst/>
          </a:prstGeom>
          <a:noFill/>
          <a:ln w="0">
            <a:noFill/>
          </a:ln>
        </p:spPr>
        <p:txBody>
          <a:bodyPr wrap="none" lIns="0" tIns="0" rIns="0" bIns="0" anchor="t">
            <a:noAutofit/>
          </a:bodyPr>
          <a:lstStyle>
            <a:defPPr algn="l">
              <a:defRPr sz="2925" b="0">
                <a:solidFill>
                  <a:srgbClr val="FF7777"/>
                </a:solidFill>
                <a:latin typeface="Consolas"/>
                <a:ea typeface="Consolas"/>
                <a:cs typeface="Consolas"/>
              </a:defRPr>
            </a:defPPr>
            <a:lvl1pPr algn="l">
              <a:defRPr sz="2925" b="0">
                <a:solidFill>
                  <a:srgbClr val="FF7777"/>
                </a:solidFill>
                <a:latin typeface="Consolas"/>
                <a:ea typeface="Consolas"/>
                <a:cs typeface="Consolas"/>
              </a:defRPr>
            </a:lvl1pPr>
            <a:lvl2pPr algn="l">
              <a:defRPr sz="2925" b="0">
                <a:solidFill>
                  <a:srgbClr val="FF7777"/>
                </a:solidFill>
                <a:latin typeface="Consolas"/>
                <a:ea typeface="Consolas"/>
                <a:cs typeface="Consolas"/>
              </a:defRPr>
            </a:lvl2pPr>
            <a:lvl3pPr algn="l">
              <a:defRPr sz="2925" b="0">
                <a:solidFill>
                  <a:srgbClr val="FF7777"/>
                </a:solidFill>
                <a:latin typeface="Consolas"/>
                <a:ea typeface="Consolas"/>
                <a:cs typeface="Consolas"/>
              </a:defRPr>
            </a:lvl3pPr>
            <a:lvl4pPr algn="l">
              <a:defRPr sz="2925" b="0">
                <a:solidFill>
                  <a:srgbClr val="FF7777"/>
                </a:solidFill>
                <a:latin typeface="Consolas"/>
                <a:ea typeface="Consolas"/>
                <a:cs typeface="Consolas"/>
              </a:defRPr>
            </a:lvl4pPr>
            <a:lvl5pPr algn="l">
              <a:defRPr sz="2925" b="0">
                <a:solidFill>
                  <a:srgbClr val="FF7777"/>
                </a:solidFill>
                <a:latin typeface="Consolas"/>
                <a:ea typeface="Consolas"/>
                <a:cs typeface="Consolas"/>
              </a:defRPr>
            </a:lvl5pPr>
            <a:lvl6pPr algn="l">
              <a:defRPr sz="2925" b="0">
                <a:solidFill>
                  <a:srgbClr val="FF7777"/>
                </a:solidFill>
                <a:latin typeface="Consolas"/>
                <a:ea typeface="Consolas"/>
                <a:cs typeface="Consolas"/>
              </a:defRPr>
            </a:lvl6pPr>
            <a:lvl7pPr algn="l">
              <a:defRPr sz="2925" b="0">
                <a:solidFill>
                  <a:srgbClr val="FF7777"/>
                </a:solidFill>
                <a:latin typeface="Consolas"/>
                <a:ea typeface="Consolas"/>
                <a:cs typeface="Consolas"/>
              </a:defRPr>
            </a:lvl7pPr>
            <a:lvl8pPr algn="l">
              <a:defRPr sz="2925" b="0">
                <a:solidFill>
                  <a:srgbClr val="FF7777"/>
                </a:solidFill>
                <a:latin typeface="Consolas"/>
                <a:ea typeface="Consolas"/>
                <a:cs typeface="Consolas"/>
              </a:defRPr>
            </a:lvl8pPr>
            <a:lvl9pPr algn="l">
              <a:defRPr sz="2925" b="0">
                <a:solidFill>
                  <a:srgbClr val="FF7777"/>
                </a:solidFill>
                <a:latin typeface="Consolas"/>
                <a:ea typeface="Consolas"/>
                <a:cs typeface="Consolas"/>
              </a:defRPr>
            </a:lvl9pPr>
          </a:lstStyle>
          <a:p>
            <a:pPr algn="l" rtl="0">
              <a:lnSpc>
                <a:spcPct val="108000"/>
              </a:lnSpc>
              <a:buNone/>
              <a:defRPr sz="2925" b="0">
                <a:solidFill>
                  <a:srgbClr val="FF7777"/>
                </a:solidFill>
                <a:latin typeface="Consolas"/>
                <a:ea typeface="Consolas"/>
                <a:cs typeface="Consolas"/>
              </a:defRPr>
            </a:pPr>
            <a:r>
              <a:rPr lang="en-US" sz="2925" b="0">
                <a:solidFill>
                  <a:srgbClr val="FF7777"/>
                </a:solidFill>
                <a:latin typeface="Consolas"/>
                <a:ea typeface="Consolas"/>
                <a:cs typeface="Consolas"/>
              </a:rPr>
              <a:t>"fix"   "update"   "asdf"</a:t>
            </a:r>
          </a:p>
        </p:txBody>
      </p:sp>
      <p:sp>
        <p:nvSpPr>
          <p:cNvPr id="5" name="line-205">
            <a:extLst>
              <a:ext uri="{FF2B5EF4-FFF2-40B4-BE49-F238E27FC236}">
                <a16:creationId xmlns:a16="http://schemas.microsoft.com/office/drawing/2014/main" id="{25225A64-05D1-4DF5-91EC-682A68440E0E}"/>
              </a:ext>
            </a:extLst>
          </p:cNvPr>
          <p:cNvSpPr>
            <a:spLocks noGrp="1"/>
          </p:cNvSpPr>
          <p:nvPr/>
        </p:nvSpPr>
        <p:spPr>
          <a:xfrm>
            <a:off x="762000" y="2667000"/>
            <a:ext cx="7572375" cy="9525"/>
          </a:xfrm>
          <a:custGeom>
            <a:avLst/>
            <a:gdLst/>
            <a:ahLst/>
            <a:cxnLst/>
            <a:rect l="0" t="0" r="0" b="0"/>
            <a:pathLst>
              <a:path w="7572375" h="9525">
                <a:moveTo>
                  <a:pt x="0" y="0"/>
                </a:moveTo>
                <a:lnTo>
                  <a:pt x="7572375" y="0"/>
                </a:lnTo>
              </a:path>
            </a:pathLst>
          </a:custGeom>
          <a:noFill/>
          <a:ln w="28575">
            <a:solidFill>
              <a:srgbClr val="FF7777"/>
            </a:solidFill>
          </a:ln>
        </p:spPr>
      </p:sp>
      <p:sp>
        <p:nvSpPr>
          <p:cNvPr id="6" name="text-206">
            <a:extLst>
              <a:ext uri="{FF2B5EF4-FFF2-40B4-BE49-F238E27FC236}">
                <a16:creationId xmlns:a16="http://schemas.microsoft.com/office/drawing/2014/main" id="{3928EABA-37D6-498E-B38E-4451810015FD}"/>
              </a:ext>
            </a:extLst>
          </p:cNvPr>
          <p:cNvSpPr>
            <a:spLocks noGrp="1"/>
          </p:cNvSpPr>
          <p:nvPr/>
        </p:nvSpPr>
        <p:spPr>
          <a:xfrm>
            <a:off x="666750" y="3714750"/>
            <a:ext cx="7810500" cy="571500"/>
          </a:xfrm>
          <a:prstGeom prst="rect">
            <a:avLst/>
          </a:prstGeom>
          <a:noFill/>
          <a:ln w="0">
            <a:noFill/>
          </a:ln>
        </p:spPr>
        <p:txBody>
          <a:bodyPr wrap="none" lIns="0" tIns="0" rIns="0" bIns="0" anchor="t">
            <a:noAutofit/>
          </a:bodyPr>
          <a:lstStyle>
            <a:defPPr algn="l">
              <a:defRPr sz="2850" b="0">
                <a:solidFill>
                  <a:srgbClr val="88FF88"/>
                </a:solidFill>
                <a:latin typeface="Consolas"/>
                <a:ea typeface="Consolas"/>
                <a:cs typeface="Consolas"/>
              </a:defRPr>
            </a:defPPr>
            <a:lvl1pPr algn="l">
              <a:defRPr sz="2850" b="0">
                <a:solidFill>
                  <a:srgbClr val="88FF88"/>
                </a:solidFill>
                <a:latin typeface="Consolas"/>
                <a:ea typeface="Consolas"/>
                <a:cs typeface="Consolas"/>
              </a:defRPr>
            </a:lvl1pPr>
            <a:lvl2pPr algn="l">
              <a:defRPr sz="2850" b="0">
                <a:solidFill>
                  <a:srgbClr val="88FF88"/>
                </a:solidFill>
                <a:latin typeface="Consolas"/>
                <a:ea typeface="Consolas"/>
                <a:cs typeface="Consolas"/>
              </a:defRPr>
            </a:lvl2pPr>
            <a:lvl3pPr algn="l">
              <a:defRPr sz="2850" b="0">
                <a:solidFill>
                  <a:srgbClr val="88FF88"/>
                </a:solidFill>
                <a:latin typeface="Consolas"/>
                <a:ea typeface="Consolas"/>
                <a:cs typeface="Consolas"/>
              </a:defRPr>
            </a:lvl3pPr>
            <a:lvl4pPr algn="l">
              <a:defRPr sz="2850" b="0">
                <a:solidFill>
                  <a:srgbClr val="88FF88"/>
                </a:solidFill>
                <a:latin typeface="Consolas"/>
                <a:ea typeface="Consolas"/>
                <a:cs typeface="Consolas"/>
              </a:defRPr>
            </a:lvl4pPr>
            <a:lvl5pPr algn="l">
              <a:defRPr sz="2850" b="0">
                <a:solidFill>
                  <a:srgbClr val="88FF88"/>
                </a:solidFill>
                <a:latin typeface="Consolas"/>
                <a:ea typeface="Consolas"/>
                <a:cs typeface="Consolas"/>
              </a:defRPr>
            </a:lvl5pPr>
            <a:lvl6pPr algn="l">
              <a:defRPr sz="2850" b="0">
                <a:solidFill>
                  <a:srgbClr val="88FF88"/>
                </a:solidFill>
                <a:latin typeface="Consolas"/>
                <a:ea typeface="Consolas"/>
                <a:cs typeface="Consolas"/>
              </a:defRPr>
            </a:lvl6pPr>
            <a:lvl7pPr algn="l">
              <a:defRPr sz="2850" b="0">
                <a:solidFill>
                  <a:srgbClr val="88FF88"/>
                </a:solidFill>
                <a:latin typeface="Consolas"/>
                <a:ea typeface="Consolas"/>
                <a:cs typeface="Consolas"/>
              </a:defRPr>
            </a:lvl7pPr>
            <a:lvl8pPr algn="l">
              <a:defRPr sz="2850" b="0">
                <a:solidFill>
                  <a:srgbClr val="88FF88"/>
                </a:solidFill>
                <a:latin typeface="Consolas"/>
                <a:ea typeface="Consolas"/>
                <a:cs typeface="Consolas"/>
              </a:defRPr>
            </a:lvl8pPr>
            <a:lvl9pPr algn="l">
              <a:defRPr sz="2850" b="0">
                <a:solidFill>
                  <a:srgbClr val="88FF88"/>
                </a:solidFill>
                <a:latin typeface="Consolas"/>
                <a:ea typeface="Consolas"/>
                <a:cs typeface="Consolas"/>
              </a:defRPr>
            </a:lvl9pPr>
          </a:lstStyle>
          <a:p>
            <a:pPr algn="l" rtl="0">
              <a:lnSpc>
                <a:spcPct val="108000"/>
              </a:lnSpc>
              <a:buNone/>
              <a:defRPr sz="2850" b="0">
                <a:solidFill>
                  <a:srgbClr val="88FF88"/>
                </a:solidFill>
                <a:latin typeface="Consolas"/>
                <a:ea typeface="Consolas"/>
                <a:cs typeface="Consolas"/>
              </a:defRPr>
            </a:pPr>
            <a:r>
              <a:rPr lang="en-US" sz="2850" b="0">
                <a:solidFill>
                  <a:srgbClr val="88FF88"/>
                </a:solidFill>
                <a:latin typeface="Consolas"/>
                <a:ea typeface="Consolas"/>
                <a:cs typeface="Consolas"/>
              </a:rPr>
              <a:t>"Fix coins not collected</a:t>
            </a:r>
          </a:p>
        </p:txBody>
      </p:sp>
      <p:sp>
        <p:nvSpPr>
          <p:cNvPr id="7" name="text-207">
            <a:extLst>
              <a:ext uri="{FF2B5EF4-FFF2-40B4-BE49-F238E27FC236}">
                <a16:creationId xmlns:a16="http://schemas.microsoft.com/office/drawing/2014/main" id="{7D55F052-869C-4670-8B2F-4A8FB2428ED4}"/>
              </a:ext>
            </a:extLst>
          </p:cNvPr>
          <p:cNvSpPr>
            <a:spLocks noGrp="1"/>
          </p:cNvSpPr>
          <p:nvPr/>
        </p:nvSpPr>
        <p:spPr>
          <a:xfrm>
            <a:off x="666750" y="4267200"/>
            <a:ext cx="7810500" cy="571500"/>
          </a:xfrm>
          <a:prstGeom prst="rect">
            <a:avLst/>
          </a:prstGeom>
          <a:noFill/>
          <a:ln w="0">
            <a:noFill/>
          </a:ln>
        </p:spPr>
        <p:txBody>
          <a:bodyPr wrap="none" lIns="0" tIns="0" rIns="0" bIns="0" anchor="t">
            <a:noAutofit/>
          </a:bodyPr>
          <a:lstStyle>
            <a:defPPr algn="l">
              <a:defRPr sz="2850" b="0">
                <a:solidFill>
                  <a:srgbClr val="88FF88"/>
                </a:solidFill>
                <a:latin typeface="Consolas"/>
                <a:ea typeface="Consolas"/>
                <a:cs typeface="Consolas"/>
              </a:defRPr>
            </a:defPPr>
            <a:lvl1pPr algn="l">
              <a:defRPr sz="2850" b="0">
                <a:solidFill>
                  <a:srgbClr val="88FF88"/>
                </a:solidFill>
                <a:latin typeface="Consolas"/>
                <a:ea typeface="Consolas"/>
                <a:cs typeface="Consolas"/>
              </a:defRPr>
            </a:lvl1pPr>
            <a:lvl2pPr algn="l">
              <a:defRPr sz="2850" b="0">
                <a:solidFill>
                  <a:srgbClr val="88FF88"/>
                </a:solidFill>
                <a:latin typeface="Consolas"/>
                <a:ea typeface="Consolas"/>
                <a:cs typeface="Consolas"/>
              </a:defRPr>
            </a:lvl2pPr>
            <a:lvl3pPr algn="l">
              <a:defRPr sz="2850" b="0">
                <a:solidFill>
                  <a:srgbClr val="88FF88"/>
                </a:solidFill>
                <a:latin typeface="Consolas"/>
                <a:ea typeface="Consolas"/>
                <a:cs typeface="Consolas"/>
              </a:defRPr>
            </a:lvl3pPr>
            <a:lvl4pPr algn="l">
              <a:defRPr sz="2850" b="0">
                <a:solidFill>
                  <a:srgbClr val="88FF88"/>
                </a:solidFill>
                <a:latin typeface="Consolas"/>
                <a:ea typeface="Consolas"/>
                <a:cs typeface="Consolas"/>
              </a:defRPr>
            </a:lvl4pPr>
            <a:lvl5pPr algn="l">
              <a:defRPr sz="2850" b="0">
                <a:solidFill>
                  <a:srgbClr val="88FF88"/>
                </a:solidFill>
                <a:latin typeface="Consolas"/>
                <a:ea typeface="Consolas"/>
                <a:cs typeface="Consolas"/>
              </a:defRPr>
            </a:lvl5pPr>
            <a:lvl6pPr algn="l">
              <a:defRPr sz="2850" b="0">
                <a:solidFill>
                  <a:srgbClr val="88FF88"/>
                </a:solidFill>
                <a:latin typeface="Consolas"/>
                <a:ea typeface="Consolas"/>
                <a:cs typeface="Consolas"/>
              </a:defRPr>
            </a:lvl6pPr>
            <a:lvl7pPr algn="l">
              <a:defRPr sz="2850" b="0">
                <a:solidFill>
                  <a:srgbClr val="88FF88"/>
                </a:solidFill>
                <a:latin typeface="Consolas"/>
                <a:ea typeface="Consolas"/>
                <a:cs typeface="Consolas"/>
              </a:defRPr>
            </a:lvl7pPr>
            <a:lvl8pPr algn="l">
              <a:defRPr sz="2850" b="0">
                <a:solidFill>
                  <a:srgbClr val="88FF88"/>
                </a:solidFill>
                <a:latin typeface="Consolas"/>
                <a:ea typeface="Consolas"/>
                <a:cs typeface="Consolas"/>
              </a:defRPr>
            </a:lvl8pPr>
            <a:lvl9pPr algn="l">
              <a:defRPr sz="2850" b="0">
                <a:solidFill>
                  <a:srgbClr val="88FF88"/>
                </a:solidFill>
                <a:latin typeface="Consolas"/>
                <a:ea typeface="Consolas"/>
                <a:cs typeface="Consolas"/>
              </a:defRPr>
            </a:lvl9pPr>
          </a:lstStyle>
          <a:p>
            <a:pPr algn="l" rtl="0">
              <a:lnSpc>
                <a:spcPct val="108000"/>
              </a:lnSpc>
              <a:buNone/>
              <a:defRPr sz="2850" b="0">
                <a:solidFill>
                  <a:srgbClr val="88FF88"/>
                </a:solidFill>
                <a:latin typeface="Consolas"/>
                <a:ea typeface="Consolas"/>
                <a:cs typeface="Consolas"/>
              </a:defRPr>
            </a:pPr>
            <a:r>
              <a:rPr lang="en-US" sz="2850" b="0">
                <a:solidFill>
                  <a:srgbClr val="88FF88"/>
                </a:solidFill>
                <a:latin typeface="Consolas"/>
                <a:ea typeface="Consolas"/>
                <a:cs typeface="Consolas"/>
              </a:rPr>
              <a:t> after restart"</a:t>
            </a:r>
          </a:p>
        </p:txBody>
      </p:sp>
      <p:sp>
        <p:nvSpPr>
          <p:cNvPr id="8" name="shape-208">
            <a:extLst>
              <a:ext uri="{FF2B5EF4-FFF2-40B4-BE49-F238E27FC236}">
                <a16:creationId xmlns:a16="http://schemas.microsoft.com/office/drawing/2014/main" id="{626D5E10-637C-4130-A06C-1214ACA17560}"/>
              </a:ext>
            </a:extLst>
          </p:cNvPr>
          <p:cNvSpPr>
            <a:spLocks noGrp="1"/>
          </p:cNvSpPr>
          <p:nvPr/>
        </p:nvSpPr>
        <p:spPr>
          <a:xfrm>
            <a:off x="571500" y="3619500"/>
            <a:ext cx="8001000" cy="1285875"/>
          </a:xfrm>
          <a:prstGeom prst="rect">
            <a:avLst/>
          </a:prstGeom>
          <a:noFill/>
          <a:ln w="38100">
            <a:solidFill>
              <a:srgbClr val="88FF88"/>
            </a:solidFill>
          </a:ln>
        </p:spPr>
      </p:sp>
      <p:sp>
        <p:nvSpPr>
          <p:cNvPr id="9" name="text-209">
            <a:extLst>
              <a:ext uri="{FF2B5EF4-FFF2-40B4-BE49-F238E27FC236}">
                <a16:creationId xmlns:a16="http://schemas.microsoft.com/office/drawing/2014/main" id="{49110F6B-4317-4863-BA6B-86CD62F37223}"/>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תיאור שאפשר להבין גם בעוד חודש</a:t>
            </a:r>
          </a:p>
        </p:txBody>
      </p:sp>
    </p:spTree>
    <p:extLst>
      <p:ext uri="{BB962C8B-B14F-4D97-AF65-F5344CB8AC3E}">
        <p14:creationId xmlns:p14="http://schemas.microsoft.com/office/powerpoint/2010/main" val="362819554"/>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2" name="text-210">
            <a:extLst>
              <a:ext uri="{FF2B5EF4-FFF2-40B4-BE49-F238E27FC236}">
                <a16:creationId xmlns:a16="http://schemas.microsoft.com/office/drawing/2014/main" id="{34A7B191-8DFE-4A41-8303-8ED1E0E77854}"/>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רכיב חדש בענף נפרד</a:t>
            </a:r>
          </a:p>
        </p:txBody>
      </p:sp>
      <p:sp>
        <p:nvSpPr>
          <p:cNvPr id="2" name="text-211">
            <a:extLst>
              <a:ext uri="{FF2B5EF4-FFF2-40B4-BE49-F238E27FC236}">
                <a16:creationId xmlns:a16="http://schemas.microsoft.com/office/drawing/2014/main" id="{2ACB1CA1-9251-4810-8506-1420AA09F16D}"/>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15</a:t>
            </a:r>
          </a:p>
        </p:txBody>
      </p:sp>
      <p:sp>
        <p:nvSpPr>
          <p:cNvPr id="3" name="text-212">
            <a:extLst>
              <a:ext uri="{FF2B5EF4-FFF2-40B4-BE49-F238E27FC236}">
                <a16:creationId xmlns:a16="http://schemas.microsoft.com/office/drawing/2014/main" id="{05DF65DC-DC88-4F43-9BAA-0FC98CB59D2A}"/>
              </a:ext>
            </a:extLst>
          </p:cNvPr>
          <p:cNvSpPr>
            <a:spLocks noGrp="1"/>
          </p:cNvSpPr>
          <p:nvPr/>
        </p:nvSpPr>
        <p:spPr>
          <a:xfrm>
            <a:off x="619125" y="1524000"/>
            <a:ext cx="2286000" cy="476250"/>
          </a:xfrm>
          <a:prstGeom prst="rect">
            <a:avLst/>
          </a:prstGeom>
          <a:noFill/>
          <a:ln w="0">
            <a:noFill/>
          </a:ln>
        </p:spPr>
        <p:txBody>
          <a:bodyPr wrap="none" lIns="0" tIns="0" rIns="0" bIns="0" anchor="t">
            <a:noAutofit/>
          </a:bodyPr>
          <a:lstStyle>
            <a:defPPr algn="l">
              <a:defRPr sz="2700" b="0">
                <a:solidFill>
                  <a:srgbClr val="42AFFA"/>
                </a:solidFill>
                <a:latin typeface="Consolas"/>
                <a:ea typeface="Consolas"/>
                <a:cs typeface="Consolas"/>
              </a:defRPr>
            </a:defPPr>
            <a:lvl1pPr algn="l">
              <a:defRPr sz="2700" b="0">
                <a:solidFill>
                  <a:srgbClr val="42AFFA"/>
                </a:solidFill>
                <a:latin typeface="Consolas"/>
                <a:ea typeface="Consolas"/>
                <a:cs typeface="Consolas"/>
              </a:defRPr>
            </a:lvl1pPr>
            <a:lvl2pPr algn="l">
              <a:defRPr sz="2700" b="0">
                <a:solidFill>
                  <a:srgbClr val="42AFFA"/>
                </a:solidFill>
                <a:latin typeface="Consolas"/>
                <a:ea typeface="Consolas"/>
                <a:cs typeface="Consolas"/>
              </a:defRPr>
            </a:lvl2pPr>
            <a:lvl3pPr algn="l">
              <a:defRPr sz="2700" b="0">
                <a:solidFill>
                  <a:srgbClr val="42AFFA"/>
                </a:solidFill>
                <a:latin typeface="Consolas"/>
                <a:ea typeface="Consolas"/>
                <a:cs typeface="Consolas"/>
              </a:defRPr>
            </a:lvl3pPr>
            <a:lvl4pPr algn="l">
              <a:defRPr sz="2700" b="0">
                <a:solidFill>
                  <a:srgbClr val="42AFFA"/>
                </a:solidFill>
                <a:latin typeface="Consolas"/>
                <a:ea typeface="Consolas"/>
                <a:cs typeface="Consolas"/>
              </a:defRPr>
            </a:lvl4pPr>
            <a:lvl5pPr algn="l">
              <a:defRPr sz="2700" b="0">
                <a:solidFill>
                  <a:srgbClr val="42AFFA"/>
                </a:solidFill>
                <a:latin typeface="Consolas"/>
                <a:ea typeface="Consolas"/>
                <a:cs typeface="Consolas"/>
              </a:defRPr>
            </a:lvl5pPr>
            <a:lvl6pPr algn="l">
              <a:defRPr sz="2700" b="0">
                <a:solidFill>
                  <a:srgbClr val="42AFFA"/>
                </a:solidFill>
                <a:latin typeface="Consolas"/>
                <a:ea typeface="Consolas"/>
                <a:cs typeface="Consolas"/>
              </a:defRPr>
            </a:lvl6pPr>
            <a:lvl7pPr algn="l">
              <a:defRPr sz="2700" b="0">
                <a:solidFill>
                  <a:srgbClr val="42AFFA"/>
                </a:solidFill>
                <a:latin typeface="Consolas"/>
                <a:ea typeface="Consolas"/>
                <a:cs typeface="Consolas"/>
              </a:defRPr>
            </a:lvl7pPr>
            <a:lvl8pPr algn="l">
              <a:defRPr sz="2700" b="0">
                <a:solidFill>
                  <a:srgbClr val="42AFFA"/>
                </a:solidFill>
                <a:latin typeface="Consolas"/>
                <a:ea typeface="Consolas"/>
                <a:cs typeface="Consolas"/>
              </a:defRPr>
            </a:lvl8pPr>
            <a:lvl9pPr algn="l">
              <a:defRPr sz="2700" b="0">
                <a:solidFill>
                  <a:srgbClr val="42AFFA"/>
                </a:solidFill>
                <a:latin typeface="Consolas"/>
                <a:ea typeface="Consolas"/>
                <a:cs typeface="Consolas"/>
              </a:defRPr>
            </a:lvl9pPr>
          </a:lstStyle>
          <a:p>
            <a:pPr algn="l" rtl="0">
              <a:lnSpc>
                <a:spcPct val="108000"/>
              </a:lnSpc>
              <a:buNone/>
              <a:defRPr sz="2700" b="0">
                <a:solidFill>
                  <a:srgbClr val="42AFFA"/>
                </a:solidFill>
                <a:latin typeface="Consolas"/>
                <a:ea typeface="Consolas"/>
                <a:cs typeface="Consolas"/>
              </a:defRPr>
            </a:pPr>
            <a:r>
              <a:rPr lang="en-US" sz="2700" b="0">
                <a:solidFill>
                  <a:srgbClr val="42AFFA"/>
                </a:solidFill>
                <a:latin typeface="Consolas"/>
                <a:ea typeface="Consolas"/>
                <a:cs typeface="Consolas"/>
              </a:rPr>
              <a:t>main</a:t>
            </a:r>
          </a:p>
        </p:txBody>
      </p:sp>
      <p:sp>
        <p:nvSpPr>
          <p:cNvPr id="4" name="text-213">
            <a:extLst>
              <a:ext uri="{FF2B5EF4-FFF2-40B4-BE49-F238E27FC236}">
                <a16:creationId xmlns:a16="http://schemas.microsoft.com/office/drawing/2014/main" id="{DB677A69-1BE2-4866-8353-F0C42F7EE2CB}"/>
              </a:ext>
            </a:extLst>
          </p:cNvPr>
          <p:cNvSpPr>
            <a:spLocks noGrp="1"/>
          </p:cNvSpPr>
          <p:nvPr/>
        </p:nvSpPr>
        <p:spPr>
          <a:xfrm>
            <a:off x="6143625" y="1524000"/>
            <a:ext cx="2333625" cy="476250"/>
          </a:xfrm>
          <a:prstGeom prst="rect">
            <a:avLst/>
          </a:prstGeom>
          <a:noFill/>
          <a:ln w="0">
            <a:noFill/>
          </a:ln>
        </p:spPr>
        <p:txBody>
          <a:bodyPr wrap="square" lIns="0" tIns="0" rIns="0" bIns="0" anchor="t">
            <a:noAutofit/>
          </a:bodyPr>
          <a:lstStyle>
            <a:defPPr algn="r">
              <a:defRPr sz="2400" b="0">
                <a:solidFill>
                  <a:srgbClr val="42AFFA"/>
                </a:solidFill>
                <a:latin typeface="Arial"/>
                <a:ea typeface="Arial"/>
                <a:cs typeface="Arial"/>
              </a:defRPr>
            </a:defPPr>
            <a:lvl1pPr algn="r">
              <a:defRPr sz="2400" b="0">
                <a:solidFill>
                  <a:srgbClr val="42AFFA"/>
                </a:solidFill>
                <a:latin typeface="Arial"/>
                <a:ea typeface="Arial"/>
                <a:cs typeface="Arial"/>
              </a:defRPr>
            </a:lvl1pPr>
            <a:lvl2pPr algn="r">
              <a:defRPr sz="2400" b="0">
                <a:solidFill>
                  <a:srgbClr val="42AFFA"/>
                </a:solidFill>
                <a:latin typeface="Arial"/>
                <a:ea typeface="Arial"/>
                <a:cs typeface="Arial"/>
              </a:defRPr>
            </a:lvl2pPr>
            <a:lvl3pPr algn="r">
              <a:defRPr sz="2400" b="0">
                <a:solidFill>
                  <a:srgbClr val="42AFFA"/>
                </a:solidFill>
                <a:latin typeface="Arial"/>
                <a:ea typeface="Arial"/>
                <a:cs typeface="Arial"/>
              </a:defRPr>
            </a:lvl3pPr>
            <a:lvl4pPr algn="r">
              <a:defRPr sz="2400" b="0">
                <a:solidFill>
                  <a:srgbClr val="42AFFA"/>
                </a:solidFill>
                <a:latin typeface="Arial"/>
                <a:ea typeface="Arial"/>
                <a:cs typeface="Arial"/>
              </a:defRPr>
            </a:lvl4pPr>
            <a:lvl5pPr algn="r">
              <a:defRPr sz="2400" b="0">
                <a:solidFill>
                  <a:srgbClr val="42AFFA"/>
                </a:solidFill>
                <a:latin typeface="Arial"/>
                <a:ea typeface="Arial"/>
                <a:cs typeface="Arial"/>
              </a:defRPr>
            </a:lvl5pPr>
            <a:lvl6pPr algn="r">
              <a:defRPr sz="2400" b="0">
                <a:solidFill>
                  <a:srgbClr val="42AFFA"/>
                </a:solidFill>
                <a:latin typeface="Arial"/>
                <a:ea typeface="Arial"/>
                <a:cs typeface="Arial"/>
              </a:defRPr>
            </a:lvl6pPr>
            <a:lvl7pPr algn="r">
              <a:defRPr sz="2400" b="0">
                <a:solidFill>
                  <a:srgbClr val="42AFFA"/>
                </a:solidFill>
                <a:latin typeface="Arial"/>
                <a:ea typeface="Arial"/>
                <a:cs typeface="Arial"/>
              </a:defRPr>
            </a:lvl7pPr>
            <a:lvl8pPr algn="r">
              <a:defRPr sz="2400" b="0">
                <a:solidFill>
                  <a:srgbClr val="42AFFA"/>
                </a:solidFill>
                <a:latin typeface="Arial"/>
                <a:ea typeface="Arial"/>
                <a:cs typeface="Arial"/>
              </a:defRPr>
            </a:lvl8pPr>
            <a:lvl9pPr algn="r">
              <a:defRPr sz="2400" b="0">
                <a:solidFill>
                  <a:srgbClr val="42AFFA"/>
                </a:solidFill>
                <a:latin typeface="Arial"/>
                <a:ea typeface="Arial"/>
                <a:cs typeface="Arial"/>
              </a:defRPr>
            </a:lvl9pPr>
          </a:lstStyle>
          <a:p>
            <a:pPr algn="r" rtl="1">
              <a:lnSpc>
                <a:spcPct val="108000"/>
              </a:lnSpc>
              <a:buNone/>
              <a:defRPr sz="2400" b="0">
                <a:solidFill>
                  <a:srgbClr val="42AFFA"/>
                </a:solidFill>
                <a:latin typeface="Arial"/>
                <a:ea typeface="Arial"/>
                <a:cs typeface="Arial"/>
              </a:defRPr>
            </a:pPr>
            <a:r>
              <a:rPr lang="he-IL" sz="2400" b="0">
                <a:solidFill>
                  <a:srgbClr val="42AFFA"/>
                </a:solidFill>
                <a:latin typeface="Arial"/>
                <a:ea typeface="Arial"/>
                <a:cs typeface="Arial"/>
              </a:rPr>
              <a:t>תמיד עובד</a:t>
            </a:r>
          </a:p>
        </p:txBody>
      </p:sp>
      <p:sp>
        <p:nvSpPr>
          <p:cNvPr id="5" name="line-214">
            <a:extLst>
              <a:ext uri="{FF2B5EF4-FFF2-40B4-BE49-F238E27FC236}">
                <a16:creationId xmlns:a16="http://schemas.microsoft.com/office/drawing/2014/main" id="{4AED6522-31C1-4271-9ADA-B24E6362DE65}"/>
              </a:ext>
            </a:extLst>
          </p:cNvPr>
          <p:cNvSpPr>
            <a:spLocks noGrp="1"/>
          </p:cNvSpPr>
          <p:nvPr/>
        </p:nvSpPr>
        <p:spPr>
          <a:xfrm>
            <a:off x="809625" y="3429000"/>
            <a:ext cx="7477125" cy="9525"/>
          </a:xfrm>
          <a:custGeom>
            <a:avLst/>
            <a:gdLst/>
            <a:ahLst/>
            <a:cxnLst/>
            <a:rect l="0" t="0" r="0" b="0"/>
            <a:pathLst>
              <a:path w="7477125" h="9525">
                <a:moveTo>
                  <a:pt x="0" y="0"/>
                </a:moveTo>
                <a:lnTo>
                  <a:pt x="7477125" y="0"/>
                </a:lnTo>
              </a:path>
            </a:pathLst>
          </a:custGeom>
          <a:noFill/>
          <a:ln w="57150">
            <a:solidFill>
              <a:srgbClr val="42AFFA"/>
            </a:solidFill>
          </a:ln>
        </p:spPr>
      </p:sp>
      <p:sp>
        <p:nvSpPr>
          <p:cNvPr id="6" name="shape-215">
            <a:extLst>
              <a:ext uri="{FF2B5EF4-FFF2-40B4-BE49-F238E27FC236}">
                <a16:creationId xmlns:a16="http://schemas.microsoft.com/office/drawing/2014/main" id="{E0DC0370-B533-42E8-932D-E1B2A635F20B}"/>
              </a:ext>
            </a:extLst>
          </p:cNvPr>
          <p:cNvSpPr>
            <a:spLocks noGrp="1"/>
          </p:cNvSpPr>
          <p:nvPr/>
        </p:nvSpPr>
        <p:spPr>
          <a:xfrm>
            <a:off x="819150" y="3295650"/>
            <a:ext cx="266700" cy="266700"/>
          </a:xfrm>
          <a:prstGeom prst="ellipse">
            <a:avLst/>
          </a:prstGeom>
          <a:solidFill>
            <a:srgbClr val="42AFFA"/>
          </a:solidFill>
          <a:ln w="0">
            <a:noFill/>
          </a:ln>
        </p:spPr>
      </p:sp>
      <p:sp>
        <p:nvSpPr>
          <p:cNvPr id="7" name="shape-216">
            <a:extLst>
              <a:ext uri="{FF2B5EF4-FFF2-40B4-BE49-F238E27FC236}">
                <a16:creationId xmlns:a16="http://schemas.microsoft.com/office/drawing/2014/main" id="{C3C42B6C-6A97-4675-9F98-A19F7EF4A3E4}"/>
              </a:ext>
            </a:extLst>
          </p:cNvPr>
          <p:cNvSpPr>
            <a:spLocks noGrp="1"/>
          </p:cNvSpPr>
          <p:nvPr/>
        </p:nvSpPr>
        <p:spPr>
          <a:xfrm>
            <a:off x="2343150" y="3295650"/>
            <a:ext cx="266700" cy="266700"/>
          </a:xfrm>
          <a:prstGeom prst="ellipse">
            <a:avLst/>
          </a:prstGeom>
          <a:solidFill>
            <a:srgbClr val="42AFFA"/>
          </a:solidFill>
          <a:ln w="0">
            <a:noFill/>
          </a:ln>
        </p:spPr>
      </p:sp>
      <p:sp>
        <p:nvSpPr>
          <p:cNvPr id="8" name="shape-217">
            <a:extLst>
              <a:ext uri="{FF2B5EF4-FFF2-40B4-BE49-F238E27FC236}">
                <a16:creationId xmlns:a16="http://schemas.microsoft.com/office/drawing/2014/main" id="{8A28F859-96AF-4559-B5A1-48C4226389ED}"/>
              </a:ext>
            </a:extLst>
          </p:cNvPr>
          <p:cNvSpPr>
            <a:spLocks noGrp="1"/>
          </p:cNvSpPr>
          <p:nvPr/>
        </p:nvSpPr>
        <p:spPr>
          <a:xfrm>
            <a:off x="4057650" y="3295650"/>
            <a:ext cx="266700" cy="266700"/>
          </a:xfrm>
          <a:prstGeom prst="ellipse">
            <a:avLst/>
          </a:prstGeom>
          <a:solidFill>
            <a:srgbClr val="42AFFA"/>
          </a:solidFill>
          <a:ln w="0">
            <a:noFill/>
          </a:ln>
        </p:spPr>
      </p:sp>
      <p:sp>
        <p:nvSpPr>
          <p:cNvPr id="9" name="shape-218">
            <a:extLst>
              <a:ext uri="{FF2B5EF4-FFF2-40B4-BE49-F238E27FC236}">
                <a16:creationId xmlns:a16="http://schemas.microsoft.com/office/drawing/2014/main" id="{BC737FA7-FD5D-4EFB-994F-B5E8C3FCFA44}"/>
              </a:ext>
            </a:extLst>
          </p:cNvPr>
          <p:cNvSpPr>
            <a:spLocks noGrp="1"/>
          </p:cNvSpPr>
          <p:nvPr/>
        </p:nvSpPr>
        <p:spPr>
          <a:xfrm>
            <a:off x="6343650" y="3295650"/>
            <a:ext cx="266700" cy="266700"/>
          </a:xfrm>
          <a:prstGeom prst="ellipse">
            <a:avLst/>
          </a:prstGeom>
          <a:solidFill>
            <a:srgbClr val="42AFFA"/>
          </a:solidFill>
          <a:ln w="0">
            <a:noFill/>
          </a:ln>
        </p:spPr>
      </p:sp>
      <p:sp>
        <p:nvSpPr>
          <p:cNvPr id="10" name="shape-219">
            <a:extLst>
              <a:ext uri="{FF2B5EF4-FFF2-40B4-BE49-F238E27FC236}">
                <a16:creationId xmlns:a16="http://schemas.microsoft.com/office/drawing/2014/main" id="{D021ACFC-0608-47BD-BBB8-1E9880E7CD11}"/>
              </a:ext>
            </a:extLst>
          </p:cNvPr>
          <p:cNvSpPr>
            <a:spLocks noGrp="1"/>
          </p:cNvSpPr>
          <p:nvPr/>
        </p:nvSpPr>
        <p:spPr>
          <a:xfrm>
            <a:off x="7962900" y="3295650"/>
            <a:ext cx="266700" cy="266700"/>
          </a:xfrm>
          <a:prstGeom prst="ellipse">
            <a:avLst/>
          </a:prstGeom>
          <a:solidFill>
            <a:srgbClr val="42AFFA"/>
          </a:solidFill>
          <a:ln w="0">
            <a:noFill/>
          </a:ln>
        </p:spPr>
      </p:sp>
      <p:sp>
        <p:nvSpPr>
          <p:cNvPr id="11" name="line-220">
            <a:extLst>
              <a:ext uri="{FF2B5EF4-FFF2-40B4-BE49-F238E27FC236}">
                <a16:creationId xmlns:a16="http://schemas.microsoft.com/office/drawing/2014/main" id="{07A759D5-F9D1-4CFC-B6D9-A29B0E6A3379}"/>
              </a:ext>
            </a:extLst>
          </p:cNvPr>
          <p:cNvSpPr>
            <a:spLocks noGrp="1"/>
          </p:cNvSpPr>
          <p:nvPr/>
        </p:nvSpPr>
        <p:spPr>
          <a:xfrm>
            <a:off x="2476500" y="2381250"/>
            <a:ext cx="1000125" cy="1047750"/>
          </a:xfrm>
          <a:custGeom>
            <a:avLst/>
            <a:gdLst/>
            <a:ahLst/>
            <a:cxnLst/>
            <a:rect l="0" t="0" r="0" b="0"/>
            <a:pathLst>
              <a:path w="1000125" h="1047750">
                <a:moveTo>
                  <a:pt x="0" y="1047750"/>
                </a:moveTo>
                <a:lnTo>
                  <a:pt x="1000125" y="0"/>
                </a:lnTo>
              </a:path>
            </a:pathLst>
          </a:custGeom>
          <a:noFill/>
          <a:ln w="47625">
            <a:solidFill>
              <a:srgbClr val="88FF88"/>
            </a:solidFill>
          </a:ln>
        </p:spPr>
      </p:sp>
      <p:sp>
        <p:nvSpPr>
          <p:cNvPr id="12" name="line-221">
            <a:extLst>
              <a:ext uri="{FF2B5EF4-FFF2-40B4-BE49-F238E27FC236}">
                <a16:creationId xmlns:a16="http://schemas.microsoft.com/office/drawing/2014/main" id="{C2FBEEE9-DC94-41D4-AEA4-448E991C8BEB}"/>
              </a:ext>
            </a:extLst>
          </p:cNvPr>
          <p:cNvSpPr>
            <a:spLocks noGrp="1"/>
          </p:cNvSpPr>
          <p:nvPr/>
        </p:nvSpPr>
        <p:spPr>
          <a:xfrm>
            <a:off x="3476625" y="2381250"/>
            <a:ext cx="1952625" cy="9525"/>
          </a:xfrm>
          <a:custGeom>
            <a:avLst/>
            <a:gdLst/>
            <a:ahLst/>
            <a:cxnLst/>
            <a:rect l="0" t="0" r="0" b="0"/>
            <a:pathLst>
              <a:path w="1952625" h="9525">
                <a:moveTo>
                  <a:pt x="0" y="0"/>
                </a:moveTo>
                <a:lnTo>
                  <a:pt x="1952625" y="0"/>
                </a:lnTo>
              </a:path>
            </a:pathLst>
          </a:custGeom>
          <a:noFill/>
          <a:ln w="47625">
            <a:solidFill>
              <a:srgbClr val="88FF88"/>
            </a:solidFill>
          </a:ln>
        </p:spPr>
      </p:sp>
      <p:sp>
        <p:nvSpPr>
          <p:cNvPr id="13" name="shape-222">
            <a:extLst>
              <a:ext uri="{FF2B5EF4-FFF2-40B4-BE49-F238E27FC236}">
                <a16:creationId xmlns:a16="http://schemas.microsoft.com/office/drawing/2014/main" id="{956C0664-690D-4255-8375-AFCF504B932C}"/>
              </a:ext>
            </a:extLst>
          </p:cNvPr>
          <p:cNvSpPr>
            <a:spLocks noGrp="1"/>
          </p:cNvSpPr>
          <p:nvPr/>
        </p:nvSpPr>
        <p:spPr>
          <a:xfrm>
            <a:off x="3495675" y="2257425"/>
            <a:ext cx="247650" cy="247650"/>
          </a:xfrm>
          <a:prstGeom prst="ellipse">
            <a:avLst/>
          </a:prstGeom>
          <a:solidFill>
            <a:srgbClr val="88FF88"/>
          </a:solidFill>
          <a:ln w="0">
            <a:noFill/>
          </a:ln>
        </p:spPr>
      </p:sp>
      <p:sp>
        <p:nvSpPr>
          <p:cNvPr id="14" name="shape-223">
            <a:extLst>
              <a:ext uri="{FF2B5EF4-FFF2-40B4-BE49-F238E27FC236}">
                <a16:creationId xmlns:a16="http://schemas.microsoft.com/office/drawing/2014/main" id="{FCBBC69C-1F2F-4536-BB10-F96BE5144AD6}"/>
              </a:ext>
            </a:extLst>
          </p:cNvPr>
          <p:cNvSpPr>
            <a:spLocks noGrp="1"/>
          </p:cNvSpPr>
          <p:nvPr/>
        </p:nvSpPr>
        <p:spPr>
          <a:xfrm>
            <a:off x="4305300" y="2257425"/>
            <a:ext cx="247650" cy="247650"/>
          </a:xfrm>
          <a:prstGeom prst="ellipse">
            <a:avLst/>
          </a:prstGeom>
          <a:solidFill>
            <a:srgbClr val="88FF88"/>
          </a:solidFill>
          <a:ln w="0">
            <a:noFill/>
          </a:ln>
        </p:spPr>
      </p:sp>
      <p:sp>
        <p:nvSpPr>
          <p:cNvPr id="15" name="shape-224">
            <a:extLst>
              <a:ext uri="{FF2B5EF4-FFF2-40B4-BE49-F238E27FC236}">
                <a16:creationId xmlns:a16="http://schemas.microsoft.com/office/drawing/2014/main" id="{EA575FC3-DE09-4B85-B222-5C4FDA0E5828}"/>
              </a:ext>
            </a:extLst>
          </p:cNvPr>
          <p:cNvSpPr>
            <a:spLocks noGrp="1"/>
          </p:cNvSpPr>
          <p:nvPr/>
        </p:nvSpPr>
        <p:spPr>
          <a:xfrm>
            <a:off x="5162550" y="2257425"/>
            <a:ext cx="247650" cy="247650"/>
          </a:xfrm>
          <a:prstGeom prst="ellipse">
            <a:avLst/>
          </a:prstGeom>
          <a:solidFill>
            <a:srgbClr val="88FF88"/>
          </a:solidFill>
          <a:ln w="0">
            <a:noFill/>
          </a:ln>
        </p:spPr>
      </p:sp>
      <p:sp>
        <p:nvSpPr>
          <p:cNvPr id="16" name="text-225">
            <a:extLst>
              <a:ext uri="{FF2B5EF4-FFF2-40B4-BE49-F238E27FC236}">
                <a16:creationId xmlns:a16="http://schemas.microsoft.com/office/drawing/2014/main" id="{F68CF44B-93DE-4485-9E3C-AAD228E9BC96}"/>
              </a:ext>
            </a:extLst>
          </p:cNvPr>
          <p:cNvSpPr>
            <a:spLocks noGrp="1"/>
          </p:cNvSpPr>
          <p:nvPr/>
        </p:nvSpPr>
        <p:spPr>
          <a:xfrm>
            <a:off x="3381375" y="1685925"/>
            <a:ext cx="2952750" cy="523875"/>
          </a:xfrm>
          <a:prstGeom prst="rect">
            <a:avLst/>
          </a:prstGeom>
          <a:noFill/>
          <a:ln w="0">
            <a:noFill/>
          </a:ln>
        </p:spPr>
        <p:txBody>
          <a:bodyPr wrap="none" lIns="0" tIns="0" rIns="0" bIns="0" anchor="t">
            <a:noAutofit/>
          </a:bodyPr>
          <a:lstStyle>
            <a:defPPr algn="l">
              <a:defRPr sz="2625" b="0">
                <a:solidFill>
                  <a:srgbClr val="88FF88"/>
                </a:solidFill>
                <a:latin typeface="Consolas"/>
                <a:ea typeface="Consolas"/>
                <a:cs typeface="Consolas"/>
              </a:defRPr>
            </a:defPPr>
            <a:lvl1pPr algn="l">
              <a:defRPr sz="2625" b="0">
                <a:solidFill>
                  <a:srgbClr val="88FF88"/>
                </a:solidFill>
                <a:latin typeface="Consolas"/>
                <a:ea typeface="Consolas"/>
                <a:cs typeface="Consolas"/>
              </a:defRPr>
            </a:lvl1pPr>
            <a:lvl2pPr algn="l">
              <a:defRPr sz="2625" b="0">
                <a:solidFill>
                  <a:srgbClr val="88FF88"/>
                </a:solidFill>
                <a:latin typeface="Consolas"/>
                <a:ea typeface="Consolas"/>
                <a:cs typeface="Consolas"/>
              </a:defRPr>
            </a:lvl2pPr>
            <a:lvl3pPr algn="l">
              <a:defRPr sz="2625" b="0">
                <a:solidFill>
                  <a:srgbClr val="88FF88"/>
                </a:solidFill>
                <a:latin typeface="Consolas"/>
                <a:ea typeface="Consolas"/>
                <a:cs typeface="Consolas"/>
              </a:defRPr>
            </a:lvl3pPr>
            <a:lvl4pPr algn="l">
              <a:defRPr sz="2625" b="0">
                <a:solidFill>
                  <a:srgbClr val="88FF88"/>
                </a:solidFill>
                <a:latin typeface="Consolas"/>
                <a:ea typeface="Consolas"/>
                <a:cs typeface="Consolas"/>
              </a:defRPr>
            </a:lvl4pPr>
            <a:lvl5pPr algn="l">
              <a:defRPr sz="2625" b="0">
                <a:solidFill>
                  <a:srgbClr val="88FF88"/>
                </a:solidFill>
                <a:latin typeface="Consolas"/>
                <a:ea typeface="Consolas"/>
                <a:cs typeface="Consolas"/>
              </a:defRPr>
            </a:lvl5pPr>
            <a:lvl6pPr algn="l">
              <a:defRPr sz="2625" b="0">
                <a:solidFill>
                  <a:srgbClr val="88FF88"/>
                </a:solidFill>
                <a:latin typeface="Consolas"/>
                <a:ea typeface="Consolas"/>
                <a:cs typeface="Consolas"/>
              </a:defRPr>
            </a:lvl6pPr>
            <a:lvl7pPr algn="l">
              <a:defRPr sz="2625" b="0">
                <a:solidFill>
                  <a:srgbClr val="88FF88"/>
                </a:solidFill>
                <a:latin typeface="Consolas"/>
                <a:ea typeface="Consolas"/>
                <a:cs typeface="Consolas"/>
              </a:defRPr>
            </a:lvl7pPr>
            <a:lvl8pPr algn="l">
              <a:defRPr sz="2625" b="0">
                <a:solidFill>
                  <a:srgbClr val="88FF88"/>
                </a:solidFill>
                <a:latin typeface="Consolas"/>
                <a:ea typeface="Consolas"/>
                <a:cs typeface="Consolas"/>
              </a:defRPr>
            </a:lvl8pPr>
            <a:lvl9pPr algn="l">
              <a:defRPr sz="2625" b="0">
                <a:solidFill>
                  <a:srgbClr val="88FF88"/>
                </a:solidFill>
                <a:latin typeface="Consolas"/>
                <a:ea typeface="Consolas"/>
                <a:cs typeface="Consolas"/>
              </a:defRPr>
            </a:lvl9pPr>
          </a:lstStyle>
          <a:p>
            <a:pPr algn="l" rtl="0">
              <a:lnSpc>
                <a:spcPct val="108000"/>
              </a:lnSpc>
              <a:buNone/>
              <a:defRPr sz="2625" b="0">
                <a:solidFill>
                  <a:srgbClr val="88FF88"/>
                </a:solidFill>
                <a:latin typeface="Consolas"/>
                <a:ea typeface="Consolas"/>
                <a:cs typeface="Consolas"/>
              </a:defRPr>
            </a:pPr>
            <a:r>
              <a:rPr lang="en-US" sz="2625" b="0">
                <a:solidFill>
                  <a:srgbClr val="88FF88"/>
                </a:solidFill>
                <a:latin typeface="Consolas"/>
                <a:ea typeface="Consolas"/>
                <a:cs typeface="Consolas"/>
              </a:rPr>
              <a:t>enemy-ai</a:t>
            </a:r>
          </a:p>
        </p:txBody>
      </p:sp>
      <p:sp>
        <p:nvSpPr>
          <p:cNvPr id="17" name="text-226">
            <a:extLst>
              <a:ext uri="{FF2B5EF4-FFF2-40B4-BE49-F238E27FC236}">
                <a16:creationId xmlns:a16="http://schemas.microsoft.com/office/drawing/2014/main" id="{AF1FF846-8DE1-4DDE-9297-D1D2C3671FEE}"/>
              </a:ext>
            </a:extLst>
          </p:cNvPr>
          <p:cNvSpPr>
            <a:spLocks noGrp="1"/>
          </p:cNvSpPr>
          <p:nvPr/>
        </p:nvSpPr>
        <p:spPr>
          <a:xfrm>
            <a:off x="571500" y="4286250"/>
            <a:ext cx="8001000" cy="619125"/>
          </a:xfrm>
          <a:prstGeom prst="rect">
            <a:avLst/>
          </a:prstGeom>
          <a:noFill/>
          <a:ln w="0">
            <a:noFill/>
          </a:ln>
        </p:spPr>
        <p:txBody>
          <a:bodyPr wrap="none" lIns="0" tIns="0" rIns="0" bIns="0" anchor="t">
            <a:noAutofit/>
          </a:bodyPr>
          <a:lstStyle>
            <a:defPPr algn="l">
              <a:defRPr sz="2850" b="0">
                <a:solidFill>
                  <a:srgbClr val="88FF88"/>
                </a:solidFill>
                <a:latin typeface="Consolas"/>
                <a:ea typeface="Consolas"/>
                <a:cs typeface="Consolas"/>
              </a:defRPr>
            </a:defPPr>
            <a:lvl1pPr algn="l">
              <a:defRPr sz="2850" b="0">
                <a:solidFill>
                  <a:srgbClr val="88FF88"/>
                </a:solidFill>
                <a:latin typeface="Consolas"/>
                <a:ea typeface="Consolas"/>
                <a:cs typeface="Consolas"/>
              </a:defRPr>
            </a:lvl1pPr>
            <a:lvl2pPr algn="l">
              <a:defRPr sz="2850" b="0">
                <a:solidFill>
                  <a:srgbClr val="88FF88"/>
                </a:solidFill>
                <a:latin typeface="Consolas"/>
                <a:ea typeface="Consolas"/>
                <a:cs typeface="Consolas"/>
              </a:defRPr>
            </a:lvl2pPr>
            <a:lvl3pPr algn="l">
              <a:defRPr sz="2850" b="0">
                <a:solidFill>
                  <a:srgbClr val="88FF88"/>
                </a:solidFill>
                <a:latin typeface="Consolas"/>
                <a:ea typeface="Consolas"/>
                <a:cs typeface="Consolas"/>
              </a:defRPr>
            </a:lvl3pPr>
            <a:lvl4pPr algn="l">
              <a:defRPr sz="2850" b="0">
                <a:solidFill>
                  <a:srgbClr val="88FF88"/>
                </a:solidFill>
                <a:latin typeface="Consolas"/>
                <a:ea typeface="Consolas"/>
                <a:cs typeface="Consolas"/>
              </a:defRPr>
            </a:lvl4pPr>
            <a:lvl5pPr algn="l">
              <a:defRPr sz="2850" b="0">
                <a:solidFill>
                  <a:srgbClr val="88FF88"/>
                </a:solidFill>
                <a:latin typeface="Consolas"/>
                <a:ea typeface="Consolas"/>
                <a:cs typeface="Consolas"/>
              </a:defRPr>
            </a:lvl5pPr>
            <a:lvl6pPr algn="l">
              <a:defRPr sz="2850" b="0">
                <a:solidFill>
                  <a:srgbClr val="88FF88"/>
                </a:solidFill>
                <a:latin typeface="Consolas"/>
                <a:ea typeface="Consolas"/>
                <a:cs typeface="Consolas"/>
              </a:defRPr>
            </a:lvl6pPr>
            <a:lvl7pPr algn="l">
              <a:defRPr sz="2850" b="0">
                <a:solidFill>
                  <a:srgbClr val="88FF88"/>
                </a:solidFill>
                <a:latin typeface="Consolas"/>
                <a:ea typeface="Consolas"/>
                <a:cs typeface="Consolas"/>
              </a:defRPr>
            </a:lvl7pPr>
            <a:lvl8pPr algn="l">
              <a:defRPr sz="2850" b="0">
                <a:solidFill>
                  <a:srgbClr val="88FF88"/>
                </a:solidFill>
                <a:latin typeface="Consolas"/>
                <a:ea typeface="Consolas"/>
                <a:cs typeface="Consolas"/>
              </a:defRPr>
            </a:lvl8pPr>
            <a:lvl9pPr algn="l">
              <a:defRPr sz="2850" b="0">
                <a:solidFill>
                  <a:srgbClr val="88FF88"/>
                </a:solidFill>
                <a:latin typeface="Consolas"/>
                <a:ea typeface="Consolas"/>
                <a:cs typeface="Consolas"/>
              </a:defRPr>
            </a:lvl9pPr>
          </a:lstStyle>
          <a:p>
            <a:pPr algn="l" rtl="0">
              <a:lnSpc>
                <a:spcPct val="108000"/>
              </a:lnSpc>
              <a:buNone/>
              <a:defRPr sz="2850" b="0">
                <a:solidFill>
                  <a:srgbClr val="88FF88"/>
                </a:solidFill>
                <a:latin typeface="Consolas"/>
                <a:ea typeface="Consolas"/>
                <a:cs typeface="Consolas"/>
              </a:defRPr>
            </a:pPr>
            <a:r>
              <a:rPr lang="en-US" sz="2850" b="0">
                <a:solidFill>
                  <a:srgbClr val="88FF88"/>
                </a:solidFill>
                <a:latin typeface="Consolas"/>
                <a:ea typeface="Consolas"/>
                <a:cs typeface="Consolas"/>
              </a:rPr>
              <a:t>git switch -c enemy-ai</a:t>
            </a:r>
          </a:p>
        </p:txBody>
      </p:sp>
      <p:sp>
        <p:nvSpPr>
          <p:cNvPr id="18" name="line-227">
            <a:extLst>
              <a:ext uri="{FF2B5EF4-FFF2-40B4-BE49-F238E27FC236}">
                <a16:creationId xmlns:a16="http://schemas.microsoft.com/office/drawing/2014/main" id="{DAE59FEC-B307-473E-81AD-87297D576E25}"/>
              </a:ext>
            </a:extLst>
          </p:cNvPr>
          <p:cNvSpPr>
            <a:spLocks noGrp="1"/>
          </p:cNvSpPr>
          <p:nvPr/>
        </p:nvSpPr>
        <p:spPr>
          <a:xfrm>
            <a:off x="5429250" y="2381250"/>
            <a:ext cx="1047750" cy="1047750"/>
          </a:xfrm>
          <a:custGeom>
            <a:avLst/>
            <a:gdLst/>
            <a:ahLst/>
            <a:cxnLst/>
            <a:rect l="0" t="0" r="0" b="0"/>
            <a:pathLst>
              <a:path w="1047750" h="1047750">
                <a:moveTo>
                  <a:pt x="0" y="0"/>
                </a:moveTo>
                <a:lnTo>
                  <a:pt x="1047750" y="1047750"/>
                </a:lnTo>
              </a:path>
            </a:pathLst>
          </a:custGeom>
          <a:noFill/>
          <a:ln w="47625">
            <a:solidFill>
              <a:srgbClr val="88FF88"/>
            </a:solidFill>
          </a:ln>
        </p:spPr>
      </p:sp>
      <p:sp>
        <p:nvSpPr>
          <p:cNvPr id="19" name="shape-228">
            <a:extLst>
              <a:ext uri="{FF2B5EF4-FFF2-40B4-BE49-F238E27FC236}">
                <a16:creationId xmlns:a16="http://schemas.microsoft.com/office/drawing/2014/main" id="{E50A18D1-65AA-4AF8-84A6-F9B8502F15E1}"/>
              </a:ext>
            </a:extLst>
          </p:cNvPr>
          <p:cNvSpPr>
            <a:spLocks noGrp="1"/>
          </p:cNvSpPr>
          <p:nvPr/>
        </p:nvSpPr>
        <p:spPr>
          <a:xfrm>
            <a:off x="6296025" y="3248025"/>
            <a:ext cx="361950" cy="361950"/>
          </a:xfrm>
          <a:prstGeom prst="ellipse">
            <a:avLst/>
          </a:prstGeom>
          <a:solidFill>
            <a:srgbClr val="88FF88"/>
          </a:solidFill>
          <a:ln w="0">
            <a:noFill/>
          </a:ln>
        </p:spPr>
      </p:sp>
      <p:sp>
        <p:nvSpPr>
          <p:cNvPr id="20" name="text-229">
            <a:extLst>
              <a:ext uri="{FF2B5EF4-FFF2-40B4-BE49-F238E27FC236}">
                <a16:creationId xmlns:a16="http://schemas.microsoft.com/office/drawing/2014/main" id="{6EC95DD5-21DC-4E54-909D-93F7BB046873}"/>
              </a:ext>
            </a:extLst>
          </p:cNvPr>
          <p:cNvSpPr>
            <a:spLocks noGrp="1"/>
          </p:cNvSpPr>
          <p:nvPr/>
        </p:nvSpPr>
        <p:spPr>
          <a:xfrm>
            <a:off x="6096000" y="3714750"/>
            <a:ext cx="1905000" cy="476250"/>
          </a:xfrm>
          <a:prstGeom prst="rect">
            <a:avLst/>
          </a:prstGeom>
          <a:noFill/>
          <a:ln w="0">
            <a:noFill/>
          </a:ln>
        </p:spPr>
        <p:txBody>
          <a:bodyPr wrap="none" lIns="0" tIns="0" rIns="0" bIns="0" anchor="t">
            <a:noAutofit/>
          </a:bodyPr>
          <a:lstStyle>
            <a:defPPr algn="l">
              <a:defRPr sz="2100" b="0">
                <a:solidFill>
                  <a:srgbClr val="88FF88"/>
                </a:solidFill>
                <a:latin typeface="Consolas"/>
                <a:ea typeface="Consolas"/>
                <a:cs typeface="Consolas"/>
              </a:defRPr>
            </a:defPPr>
            <a:lvl1pPr algn="l">
              <a:defRPr sz="2100" b="0">
                <a:solidFill>
                  <a:srgbClr val="88FF88"/>
                </a:solidFill>
                <a:latin typeface="Consolas"/>
                <a:ea typeface="Consolas"/>
                <a:cs typeface="Consolas"/>
              </a:defRPr>
            </a:lvl1pPr>
            <a:lvl2pPr algn="l">
              <a:defRPr sz="2100" b="0">
                <a:solidFill>
                  <a:srgbClr val="88FF88"/>
                </a:solidFill>
                <a:latin typeface="Consolas"/>
                <a:ea typeface="Consolas"/>
                <a:cs typeface="Consolas"/>
              </a:defRPr>
            </a:lvl2pPr>
            <a:lvl3pPr algn="l">
              <a:defRPr sz="2100" b="0">
                <a:solidFill>
                  <a:srgbClr val="88FF88"/>
                </a:solidFill>
                <a:latin typeface="Consolas"/>
                <a:ea typeface="Consolas"/>
                <a:cs typeface="Consolas"/>
              </a:defRPr>
            </a:lvl3pPr>
            <a:lvl4pPr algn="l">
              <a:defRPr sz="2100" b="0">
                <a:solidFill>
                  <a:srgbClr val="88FF88"/>
                </a:solidFill>
                <a:latin typeface="Consolas"/>
                <a:ea typeface="Consolas"/>
                <a:cs typeface="Consolas"/>
              </a:defRPr>
            </a:lvl4pPr>
            <a:lvl5pPr algn="l">
              <a:defRPr sz="2100" b="0">
                <a:solidFill>
                  <a:srgbClr val="88FF88"/>
                </a:solidFill>
                <a:latin typeface="Consolas"/>
                <a:ea typeface="Consolas"/>
                <a:cs typeface="Consolas"/>
              </a:defRPr>
            </a:lvl5pPr>
            <a:lvl6pPr algn="l">
              <a:defRPr sz="2100" b="0">
                <a:solidFill>
                  <a:srgbClr val="88FF88"/>
                </a:solidFill>
                <a:latin typeface="Consolas"/>
                <a:ea typeface="Consolas"/>
                <a:cs typeface="Consolas"/>
              </a:defRPr>
            </a:lvl6pPr>
            <a:lvl7pPr algn="l">
              <a:defRPr sz="2100" b="0">
                <a:solidFill>
                  <a:srgbClr val="88FF88"/>
                </a:solidFill>
                <a:latin typeface="Consolas"/>
                <a:ea typeface="Consolas"/>
                <a:cs typeface="Consolas"/>
              </a:defRPr>
            </a:lvl7pPr>
            <a:lvl8pPr algn="l">
              <a:defRPr sz="2100" b="0">
                <a:solidFill>
                  <a:srgbClr val="88FF88"/>
                </a:solidFill>
                <a:latin typeface="Consolas"/>
                <a:ea typeface="Consolas"/>
                <a:cs typeface="Consolas"/>
              </a:defRPr>
            </a:lvl8pPr>
            <a:lvl9pPr algn="l">
              <a:defRPr sz="2100" b="0">
                <a:solidFill>
                  <a:srgbClr val="88FF88"/>
                </a:solidFill>
                <a:latin typeface="Consolas"/>
                <a:ea typeface="Consolas"/>
                <a:cs typeface="Consolas"/>
              </a:defRPr>
            </a:lvl9pPr>
          </a:lstStyle>
          <a:p>
            <a:pPr algn="l" rtl="0">
              <a:lnSpc>
                <a:spcPct val="108000"/>
              </a:lnSpc>
              <a:buNone/>
              <a:defRPr sz="2100" b="0">
                <a:solidFill>
                  <a:srgbClr val="88FF88"/>
                </a:solidFill>
                <a:latin typeface="Consolas"/>
                <a:ea typeface="Consolas"/>
                <a:cs typeface="Consolas"/>
              </a:defRPr>
            </a:pPr>
            <a:r>
              <a:rPr lang="en-US" sz="2100" b="0">
                <a:solidFill>
                  <a:srgbClr val="88FF88"/>
                </a:solidFill>
                <a:latin typeface="Consolas"/>
                <a:ea typeface="Consolas"/>
                <a:cs typeface="Consolas"/>
              </a:rPr>
              <a:t>merge</a:t>
            </a:r>
          </a:p>
        </p:txBody>
      </p:sp>
      <p:sp>
        <p:nvSpPr>
          <p:cNvPr id="21" name="text-230">
            <a:extLst>
              <a:ext uri="{FF2B5EF4-FFF2-40B4-BE49-F238E27FC236}">
                <a16:creationId xmlns:a16="http://schemas.microsoft.com/office/drawing/2014/main" id="{47CC296F-02CA-4D4A-A4CC-49C25BA8C6AA}"/>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מיזוג: מאחדים את השינויים מענף אחד לאחר</a:t>
            </a:r>
          </a:p>
        </p:txBody>
      </p:sp>
    </p:spTree>
    <p:extLst>
      <p:ext uri="{BB962C8B-B14F-4D97-AF65-F5344CB8AC3E}">
        <p14:creationId xmlns:p14="http://schemas.microsoft.com/office/powerpoint/2010/main" val="103865224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2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2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2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2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2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2" name="text-231">
            <a:extLst>
              <a:ext uri="{FF2B5EF4-FFF2-40B4-BE49-F238E27FC236}">
                <a16:creationId xmlns:a16="http://schemas.microsoft.com/office/drawing/2014/main" id="{F48A7010-82DA-4700-963C-967078454A5D}"/>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מוכנים? פותחים Pull Request</a:t>
            </a:r>
          </a:p>
        </p:txBody>
      </p:sp>
      <p:sp>
        <p:nvSpPr>
          <p:cNvPr id="2" name="text-232">
            <a:extLst>
              <a:ext uri="{FF2B5EF4-FFF2-40B4-BE49-F238E27FC236}">
                <a16:creationId xmlns:a16="http://schemas.microsoft.com/office/drawing/2014/main" id="{53BBFE8F-0430-4CC0-886A-60B83C546341}"/>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16</a:t>
            </a:r>
          </a:p>
        </p:txBody>
      </p:sp>
      <p:pic>
        <p:nvPicPr>
          <p:cNvPr id="3" name="image-233">
            <a:extLst>
              <a:ext uri="{FF2B5EF4-FFF2-40B4-BE49-F238E27FC236}">
                <a16:creationId xmlns:a16="http://schemas.microsoft.com/office/drawing/2014/main" id="{A65266DB-85C7-41BB-A075-A9980C557001}"/>
              </a:ext>
            </a:extLst>
          </p:cNvPr>
          <p:cNvPicPr>
            <a:picLocks noChangeAspect="1"/>
          </p:cNvPicPr>
          <p:nvPr/>
        </p:nvPicPr>
        <p:blipFill>
          <a:blip r:embed="rId3"/>
          <a:stretch/>
        </p:blipFill>
        <p:spPr>
          <a:xfrm>
            <a:off x="523875" y="1870396"/>
            <a:ext cx="8096250" cy="1593207"/>
          </a:xfrm>
          <a:prstGeom prst="rect">
            <a:avLst/>
          </a:prstGeom>
        </p:spPr>
      </p:pic>
      <p:sp>
        <p:nvSpPr>
          <p:cNvPr id="4" name="text-234">
            <a:extLst>
              <a:ext uri="{FF2B5EF4-FFF2-40B4-BE49-F238E27FC236}">
                <a16:creationId xmlns:a16="http://schemas.microsoft.com/office/drawing/2014/main" id="{B0DD1AC8-91EC-4594-9DC6-9885D9DBD6F6}"/>
              </a:ext>
            </a:extLst>
          </p:cNvPr>
          <p:cNvSpPr>
            <a:spLocks noGrp="1"/>
          </p:cNvSpPr>
          <p:nvPr/>
        </p:nvSpPr>
        <p:spPr>
          <a:xfrm>
            <a:off x="571500" y="3857625"/>
            <a:ext cx="8001000" cy="476250"/>
          </a:xfrm>
          <a:prstGeom prst="rect">
            <a:avLst/>
          </a:prstGeom>
          <a:noFill/>
          <a:ln w="0">
            <a:noFill/>
          </a:ln>
        </p:spPr>
        <p:txBody>
          <a:bodyPr wrap="square" lIns="0" tIns="0" rIns="0" bIns="0" anchor="t">
            <a:noAutofit/>
          </a:bodyPr>
          <a:lstStyle>
            <a:defPPr algn="r">
              <a:defRPr sz="2400" b="0">
                <a:solidFill>
                  <a:srgbClr val="8888FF"/>
                </a:solidFill>
                <a:latin typeface="Arial"/>
                <a:ea typeface="Arial"/>
                <a:cs typeface="Arial"/>
              </a:defRPr>
            </a:defPPr>
            <a:lvl1pPr algn="r">
              <a:defRPr sz="2400" b="0">
                <a:solidFill>
                  <a:srgbClr val="8888FF"/>
                </a:solidFill>
                <a:latin typeface="Arial"/>
                <a:ea typeface="Arial"/>
                <a:cs typeface="Arial"/>
              </a:defRPr>
            </a:lvl1pPr>
            <a:lvl2pPr algn="r">
              <a:defRPr sz="2400" b="0">
                <a:solidFill>
                  <a:srgbClr val="8888FF"/>
                </a:solidFill>
                <a:latin typeface="Arial"/>
                <a:ea typeface="Arial"/>
                <a:cs typeface="Arial"/>
              </a:defRPr>
            </a:lvl2pPr>
            <a:lvl3pPr algn="r">
              <a:defRPr sz="2400" b="0">
                <a:solidFill>
                  <a:srgbClr val="8888FF"/>
                </a:solidFill>
                <a:latin typeface="Arial"/>
                <a:ea typeface="Arial"/>
                <a:cs typeface="Arial"/>
              </a:defRPr>
            </a:lvl3pPr>
            <a:lvl4pPr algn="r">
              <a:defRPr sz="2400" b="0">
                <a:solidFill>
                  <a:srgbClr val="8888FF"/>
                </a:solidFill>
                <a:latin typeface="Arial"/>
                <a:ea typeface="Arial"/>
                <a:cs typeface="Arial"/>
              </a:defRPr>
            </a:lvl4pPr>
            <a:lvl5pPr algn="r">
              <a:defRPr sz="2400" b="0">
                <a:solidFill>
                  <a:srgbClr val="8888FF"/>
                </a:solidFill>
                <a:latin typeface="Arial"/>
                <a:ea typeface="Arial"/>
                <a:cs typeface="Arial"/>
              </a:defRPr>
            </a:lvl5pPr>
            <a:lvl6pPr algn="r">
              <a:defRPr sz="2400" b="0">
                <a:solidFill>
                  <a:srgbClr val="8888FF"/>
                </a:solidFill>
                <a:latin typeface="Arial"/>
                <a:ea typeface="Arial"/>
                <a:cs typeface="Arial"/>
              </a:defRPr>
            </a:lvl6pPr>
            <a:lvl7pPr algn="r">
              <a:defRPr sz="2400" b="0">
                <a:solidFill>
                  <a:srgbClr val="8888FF"/>
                </a:solidFill>
                <a:latin typeface="Arial"/>
                <a:ea typeface="Arial"/>
                <a:cs typeface="Arial"/>
              </a:defRPr>
            </a:lvl7pPr>
            <a:lvl8pPr algn="r">
              <a:defRPr sz="2400" b="0">
                <a:solidFill>
                  <a:srgbClr val="8888FF"/>
                </a:solidFill>
                <a:latin typeface="Arial"/>
                <a:ea typeface="Arial"/>
                <a:cs typeface="Arial"/>
              </a:defRPr>
            </a:lvl8pPr>
            <a:lvl9pPr algn="r">
              <a:defRPr sz="2400" b="0">
                <a:solidFill>
                  <a:srgbClr val="8888FF"/>
                </a:solidFill>
                <a:latin typeface="Arial"/>
                <a:ea typeface="Arial"/>
                <a:cs typeface="Arial"/>
              </a:defRPr>
            </a:lvl9pPr>
          </a:lstStyle>
          <a:p>
            <a:pPr algn="r" rtl="1">
              <a:lnSpc>
                <a:spcPct val="108000"/>
              </a:lnSpc>
              <a:buNone/>
              <a:defRPr sz="2400" b="0">
                <a:solidFill>
                  <a:srgbClr val="8888FF"/>
                </a:solidFill>
                <a:latin typeface="Arial"/>
                <a:ea typeface="Arial"/>
                <a:cs typeface="Arial"/>
              </a:defRPr>
            </a:pPr>
            <a:r>
              <a:rPr lang="he-IL" sz="2400" b="0">
                <a:solidFill>
                  <a:srgbClr val="8888FF"/>
                </a:solidFill>
                <a:latin typeface="Arial"/>
                <a:ea typeface="Arial"/>
                <a:cs typeface="Arial"/>
              </a:rPr>
              <a:t>חבר צוות אחר</a:t>
            </a:r>
          </a:p>
        </p:txBody>
      </p:sp>
      <p:sp>
        <p:nvSpPr>
          <p:cNvPr id="5" name="shape-235">
            <a:extLst>
              <a:ext uri="{FF2B5EF4-FFF2-40B4-BE49-F238E27FC236}">
                <a16:creationId xmlns:a16="http://schemas.microsoft.com/office/drawing/2014/main" id="{313E52A1-4989-4885-8B5F-D1B099FAD404}"/>
              </a:ext>
            </a:extLst>
          </p:cNvPr>
          <p:cNvSpPr>
            <a:spLocks noGrp="1"/>
          </p:cNvSpPr>
          <p:nvPr/>
        </p:nvSpPr>
        <p:spPr>
          <a:xfrm>
            <a:off x="6715125" y="4667250"/>
            <a:ext cx="1857375" cy="714375"/>
          </a:xfrm>
          <a:prstGeom prst="rect">
            <a:avLst/>
          </a:prstGeom>
          <a:solidFill>
            <a:srgbClr val="25282B"/>
          </a:solidFill>
          <a:ln w="19050">
            <a:solidFill>
              <a:srgbClr val="42AFFA"/>
            </a:solidFill>
          </a:ln>
        </p:spPr>
      </p:sp>
      <p:sp>
        <p:nvSpPr>
          <p:cNvPr id="6" name="text-236">
            <a:extLst>
              <a:ext uri="{FF2B5EF4-FFF2-40B4-BE49-F238E27FC236}">
                <a16:creationId xmlns:a16="http://schemas.microsoft.com/office/drawing/2014/main" id="{5A992535-317B-4499-94D7-F2C7E0DC13C8}"/>
              </a:ext>
            </a:extLst>
          </p:cNvPr>
          <p:cNvSpPr>
            <a:spLocks noGrp="1"/>
          </p:cNvSpPr>
          <p:nvPr/>
        </p:nvSpPr>
        <p:spPr>
          <a:xfrm>
            <a:off x="6848475" y="4870133"/>
            <a:ext cx="1590675" cy="561975"/>
          </a:xfrm>
          <a:prstGeom prst="rect">
            <a:avLst/>
          </a:prstGeom>
          <a:noFill/>
          <a:ln w="0">
            <a:noFill/>
          </a:ln>
        </p:spPr>
        <p:txBody>
          <a:bodyPr wrap="square" lIns="0" tIns="0" rIns="0" bIns="0" anchor="t">
            <a:noAutofit/>
          </a:bodyPr>
          <a:lstStyle>
            <a:defPPr algn="ctr">
              <a:defRPr sz="2025" b="0">
                <a:solidFill>
                  <a:srgbClr val="F7F7F7"/>
                </a:solidFill>
                <a:latin typeface="Arial"/>
                <a:ea typeface="Arial"/>
                <a:cs typeface="Arial"/>
              </a:defRPr>
            </a:defPPr>
            <a:lvl1pPr algn="ctr">
              <a:defRPr sz="2025" b="0">
                <a:solidFill>
                  <a:srgbClr val="F7F7F7"/>
                </a:solidFill>
                <a:latin typeface="Arial"/>
                <a:ea typeface="Arial"/>
                <a:cs typeface="Arial"/>
              </a:defRPr>
            </a:lvl1pPr>
            <a:lvl2pPr algn="ctr">
              <a:defRPr sz="2025" b="0">
                <a:solidFill>
                  <a:srgbClr val="F7F7F7"/>
                </a:solidFill>
                <a:latin typeface="Arial"/>
                <a:ea typeface="Arial"/>
                <a:cs typeface="Arial"/>
              </a:defRPr>
            </a:lvl2pPr>
            <a:lvl3pPr algn="ctr">
              <a:defRPr sz="2025" b="0">
                <a:solidFill>
                  <a:srgbClr val="F7F7F7"/>
                </a:solidFill>
                <a:latin typeface="Arial"/>
                <a:ea typeface="Arial"/>
                <a:cs typeface="Arial"/>
              </a:defRPr>
            </a:lvl3pPr>
            <a:lvl4pPr algn="ctr">
              <a:defRPr sz="2025" b="0">
                <a:solidFill>
                  <a:srgbClr val="F7F7F7"/>
                </a:solidFill>
                <a:latin typeface="Arial"/>
                <a:ea typeface="Arial"/>
                <a:cs typeface="Arial"/>
              </a:defRPr>
            </a:lvl4pPr>
            <a:lvl5pPr algn="ctr">
              <a:defRPr sz="2025" b="0">
                <a:solidFill>
                  <a:srgbClr val="F7F7F7"/>
                </a:solidFill>
                <a:latin typeface="Arial"/>
                <a:ea typeface="Arial"/>
                <a:cs typeface="Arial"/>
              </a:defRPr>
            </a:lvl5pPr>
            <a:lvl6pPr algn="ctr">
              <a:defRPr sz="2025" b="0">
                <a:solidFill>
                  <a:srgbClr val="F7F7F7"/>
                </a:solidFill>
                <a:latin typeface="Arial"/>
                <a:ea typeface="Arial"/>
                <a:cs typeface="Arial"/>
              </a:defRPr>
            </a:lvl6pPr>
            <a:lvl7pPr algn="ctr">
              <a:defRPr sz="2025" b="0">
                <a:solidFill>
                  <a:srgbClr val="F7F7F7"/>
                </a:solidFill>
                <a:latin typeface="Arial"/>
                <a:ea typeface="Arial"/>
                <a:cs typeface="Arial"/>
              </a:defRPr>
            </a:lvl7pPr>
            <a:lvl8pPr algn="ctr">
              <a:defRPr sz="2025" b="0">
                <a:solidFill>
                  <a:srgbClr val="F7F7F7"/>
                </a:solidFill>
                <a:latin typeface="Arial"/>
                <a:ea typeface="Arial"/>
                <a:cs typeface="Arial"/>
              </a:defRPr>
            </a:lvl8pPr>
            <a:lvl9pPr algn="ctr">
              <a:defRPr sz="2025" b="0">
                <a:solidFill>
                  <a:srgbClr val="F7F7F7"/>
                </a:solidFill>
                <a:latin typeface="Arial"/>
                <a:ea typeface="Arial"/>
                <a:cs typeface="Arial"/>
              </a:defRPr>
            </a:lvl9pPr>
          </a:lstStyle>
          <a:p>
            <a:pPr algn="ctr" rtl="1">
              <a:lnSpc>
                <a:spcPct val="108000"/>
              </a:lnSpc>
              <a:buNone/>
              <a:defRPr sz="2025" b="0">
                <a:solidFill>
                  <a:srgbClr val="F7F7F7"/>
                </a:solidFill>
                <a:latin typeface="Arial"/>
                <a:ea typeface="Arial"/>
                <a:cs typeface="Arial"/>
              </a:defRPr>
            </a:pPr>
            <a:r>
              <a:rPr lang="he-IL" sz="2025" b="0">
                <a:solidFill>
                  <a:srgbClr val="F7F7F7"/>
                </a:solidFill>
                <a:latin typeface="Arial"/>
                <a:ea typeface="Arial"/>
                <a:cs typeface="Arial"/>
              </a:rPr>
              <a:t>קורא את הקוד</a:t>
            </a:r>
          </a:p>
        </p:txBody>
      </p:sp>
      <p:sp>
        <p:nvSpPr>
          <p:cNvPr id="7" name="shape-237">
            <a:extLst>
              <a:ext uri="{FF2B5EF4-FFF2-40B4-BE49-F238E27FC236}">
                <a16:creationId xmlns:a16="http://schemas.microsoft.com/office/drawing/2014/main" id="{B535586F-96DC-4069-ACAF-80A124DCA78C}"/>
              </a:ext>
            </a:extLst>
          </p:cNvPr>
          <p:cNvSpPr>
            <a:spLocks noGrp="1"/>
          </p:cNvSpPr>
          <p:nvPr/>
        </p:nvSpPr>
        <p:spPr>
          <a:xfrm>
            <a:off x="4619625" y="4667250"/>
            <a:ext cx="1857375" cy="714375"/>
          </a:xfrm>
          <a:prstGeom prst="rect">
            <a:avLst/>
          </a:prstGeom>
          <a:solidFill>
            <a:srgbClr val="25282B"/>
          </a:solidFill>
          <a:ln w="19050">
            <a:solidFill>
              <a:srgbClr val="42AFFA"/>
            </a:solidFill>
          </a:ln>
        </p:spPr>
      </p:sp>
      <p:sp>
        <p:nvSpPr>
          <p:cNvPr id="8" name="text-238">
            <a:extLst>
              <a:ext uri="{FF2B5EF4-FFF2-40B4-BE49-F238E27FC236}">
                <a16:creationId xmlns:a16="http://schemas.microsoft.com/office/drawing/2014/main" id="{367AFA55-CE24-4508-B907-E06C062C4383}"/>
              </a:ext>
            </a:extLst>
          </p:cNvPr>
          <p:cNvSpPr>
            <a:spLocks noGrp="1"/>
          </p:cNvSpPr>
          <p:nvPr/>
        </p:nvSpPr>
        <p:spPr>
          <a:xfrm>
            <a:off x="4752975" y="4870133"/>
            <a:ext cx="1590675" cy="561975"/>
          </a:xfrm>
          <a:prstGeom prst="rect">
            <a:avLst/>
          </a:prstGeom>
          <a:noFill/>
          <a:ln w="0">
            <a:noFill/>
          </a:ln>
        </p:spPr>
        <p:txBody>
          <a:bodyPr wrap="square" lIns="0" tIns="0" rIns="0" bIns="0" anchor="t">
            <a:noAutofit/>
          </a:bodyPr>
          <a:lstStyle>
            <a:defPPr algn="ctr">
              <a:defRPr sz="2025" b="0">
                <a:solidFill>
                  <a:srgbClr val="F7F7F7"/>
                </a:solidFill>
                <a:latin typeface="Arial"/>
                <a:ea typeface="Arial"/>
                <a:cs typeface="Arial"/>
              </a:defRPr>
            </a:defPPr>
            <a:lvl1pPr algn="ctr">
              <a:defRPr sz="2025" b="0">
                <a:solidFill>
                  <a:srgbClr val="F7F7F7"/>
                </a:solidFill>
                <a:latin typeface="Arial"/>
                <a:ea typeface="Arial"/>
                <a:cs typeface="Arial"/>
              </a:defRPr>
            </a:lvl1pPr>
            <a:lvl2pPr algn="ctr">
              <a:defRPr sz="2025" b="0">
                <a:solidFill>
                  <a:srgbClr val="F7F7F7"/>
                </a:solidFill>
                <a:latin typeface="Arial"/>
                <a:ea typeface="Arial"/>
                <a:cs typeface="Arial"/>
              </a:defRPr>
            </a:lvl2pPr>
            <a:lvl3pPr algn="ctr">
              <a:defRPr sz="2025" b="0">
                <a:solidFill>
                  <a:srgbClr val="F7F7F7"/>
                </a:solidFill>
                <a:latin typeface="Arial"/>
                <a:ea typeface="Arial"/>
                <a:cs typeface="Arial"/>
              </a:defRPr>
            </a:lvl3pPr>
            <a:lvl4pPr algn="ctr">
              <a:defRPr sz="2025" b="0">
                <a:solidFill>
                  <a:srgbClr val="F7F7F7"/>
                </a:solidFill>
                <a:latin typeface="Arial"/>
                <a:ea typeface="Arial"/>
                <a:cs typeface="Arial"/>
              </a:defRPr>
            </a:lvl4pPr>
            <a:lvl5pPr algn="ctr">
              <a:defRPr sz="2025" b="0">
                <a:solidFill>
                  <a:srgbClr val="F7F7F7"/>
                </a:solidFill>
                <a:latin typeface="Arial"/>
                <a:ea typeface="Arial"/>
                <a:cs typeface="Arial"/>
              </a:defRPr>
            </a:lvl5pPr>
            <a:lvl6pPr algn="ctr">
              <a:defRPr sz="2025" b="0">
                <a:solidFill>
                  <a:srgbClr val="F7F7F7"/>
                </a:solidFill>
                <a:latin typeface="Arial"/>
                <a:ea typeface="Arial"/>
                <a:cs typeface="Arial"/>
              </a:defRPr>
            </a:lvl6pPr>
            <a:lvl7pPr algn="ctr">
              <a:defRPr sz="2025" b="0">
                <a:solidFill>
                  <a:srgbClr val="F7F7F7"/>
                </a:solidFill>
                <a:latin typeface="Arial"/>
                <a:ea typeface="Arial"/>
                <a:cs typeface="Arial"/>
              </a:defRPr>
            </a:lvl7pPr>
            <a:lvl8pPr algn="ctr">
              <a:defRPr sz="2025" b="0">
                <a:solidFill>
                  <a:srgbClr val="F7F7F7"/>
                </a:solidFill>
                <a:latin typeface="Arial"/>
                <a:ea typeface="Arial"/>
                <a:cs typeface="Arial"/>
              </a:defRPr>
            </a:lvl8pPr>
            <a:lvl9pPr algn="ctr">
              <a:defRPr sz="2025" b="0">
                <a:solidFill>
                  <a:srgbClr val="F7F7F7"/>
                </a:solidFill>
                <a:latin typeface="Arial"/>
                <a:ea typeface="Arial"/>
                <a:cs typeface="Arial"/>
              </a:defRPr>
            </a:lvl9pPr>
          </a:lstStyle>
          <a:p>
            <a:pPr algn="ctr" rtl="1">
              <a:lnSpc>
                <a:spcPct val="108000"/>
              </a:lnSpc>
              <a:buNone/>
              <a:defRPr sz="2025" b="0">
                <a:solidFill>
                  <a:srgbClr val="F7F7F7"/>
                </a:solidFill>
                <a:latin typeface="Arial"/>
                <a:ea typeface="Arial"/>
                <a:cs typeface="Arial"/>
              </a:defRPr>
            </a:pPr>
            <a:r>
              <a:rPr lang="he-IL" sz="2025" b="0">
                <a:solidFill>
                  <a:srgbClr val="F7F7F7"/>
                </a:solidFill>
                <a:latin typeface="Arial"/>
                <a:ea typeface="Arial"/>
                <a:cs typeface="Arial"/>
              </a:rPr>
              <a:t>מעיר</a:t>
            </a:r>
          </a:p>
        </p:txBody>
      </p:sp>
      <p:sp>
        <p:nvSpPr>
          <p:cNvPr id="9" name="line-239">
            <a:extLst>
              <a:ext uri="{FF2B5EF4-FFF2-40B4-BE49-F238E27FC236}">
                <a16:creationId xmlns:a16="http://schemas.microsoft.com/office/drawing/2014/main" id="{075852EC-D4C3-42E2-8C4B-5FE9D4EACF84}"/>
              </a:ext>
            </a:extLst>
          </p:cNvPr>
          <p:cNvSpPr>
            <a:spLocks noGrp="1"/>
          </p:cNvSpPr>
          <p:nvPr/>
        </p:nvSpPr>
        <p:spPr>
          <a:xfrm>
            <a:off x="6591300" y="5029200"/>
            <a:ext cx="123825" cy="9525"/>
          </a:xfrm>
          <a:custGeom>
            <a:avLst/>
            <a:gdLst/>
            <a:ahLst/>
            <a:cxnLst/>
            <a:rect l="0" t="0" r="0" b="0"/>
            <a:pathLst>
              <a:path w="123825" h="9525">
                <a:moveTo>
                  <a:pt x="123825" y="0"/>
                </a:moveTo>
                <a:lnTo>
                  <a:pt x="0" y="0"/>
                </a:lnTo>
              </a:path>
            </a:pathLst>
          </a:custGeom>
          <a:noFill/>
          <a:ln w="38100">
            <a:solidFill>
              <a:srgbClr val="B7BBC2"/>
            </a:solidFill>
          </a:ln>
        </p:spPr>
      </p:sp>
      <p:sp>
        <p:nvSpPr>
          <p:cNvPr id="10" name="line-240">
            <a:extLst>
              <a:ext uri="{FF2B5EF4-FFF2-40B4-BE49-F238E27FC236}">
                <a16:creationId xmlns:a16="http://schemas.microsoft.com/office/drawing/2014/main" id="{430A3C78-33E9-4E4E-A0F8-64476FFA9A02}"/>
              </a:ext>
            </a:extLst>
          </p:cNvPr>
          <p:cNvSpPr>
            <a:spLocks noGrp="1"/>
          </p:cNvSpPr>
          <p:nvPr/>
        </p:nvSpPr>
        <p:spPr>
          <a:xfrm>
            <a:off x="6591300" y="4969457"/>
            <a:ext cx="97444" cy="59743"/>
          </a:xfrm>
          <a:custGeom>
            <a:avLst/>
            <a:gdLst/>
            <a:ahLst/>
            <a:cxnLst/>
            <a:rect l="0" t="0" r="0" b="0"/>
            <a:pathLst>
              <a:path w="97444" h="59743">
                <a:moveTo>
                  <a:pt x="0" y="59743"/>
                </a:moveTo>
                <a:lnTo>
                  <a:pt x="97444" y="0"/>
                </a:lnTo>
              </a:path>
            </a:pathLst>
          </a:custGeom>
          <a:noFill/>
          <a:ln w="38100">
            <a:solidFill>
              <a:srgbClr val="B7BBC2"/>
            </a:solidFill>
          </a:ln>
        </p:spPr>
      </p:sp>
      <p:sp>
        <p:nvSpPr>
          <p:cNvPr id="11" name="line-241">
            <a:extLst>
              <a:ext uri="{FF2B5EF4-FFF2-40B4-BE49-F238E27FC236}">
                <a16:creationId xmlns:a16="http://schemas.microsoft.com/office/drawing/2014/main" id="{21A241BA-7CE8-4E7F-87F6-9F595AD2EEBD}"/>
              </a:ext>
            </a:extLst>
          </p:cNvPr>
          <p:cNvSpPr>
            <a:spLocks noGrp="1"/>
          </p:cNvSpPr>
          <p:nvPr/>
        </p:nvSpPr>
        <p:spPr>
          <a:xfrm>
            <a:off x="6591300" y="5029200"/>
            <a:ext cx="97444" cy="59743"/>
          </a:xfrm>
          <a:custGeom>
            <a:avLst/>
            <a:gdLst/>
            <a:ahLst/>
            <a:cxnLst/>
            <a:rect l="0" t="0" r="0" b="0"/>
            <a:pathLst>
              <a:path w="97444" h="59743">
                <a:moveTo>
                  <a:pt x="0" y="0"/>
                </a:moveTo>
                <a:lnTo>
                  <a:pt x="97444" y="59743"/>
                </a:lnTo>
              </a:path>
            </a:pathLst>
          </a:custGeom>
          <a:noFill/>
          <a:ln w="38100">
            <a:solidFill>
              <a:srgbClr val="B7BBC2"/>
            </a:solidFill>
          </a:ln>
        </p:spPr>
      </p:sp>
      <p:sp>
        <p:nvSpPr>
          <p:cNvPr id="12" name="shape-242">
            <a:extLst>
              <a:ext uri="{FF2B5EF4-FFF2-40B4-BE49-F238E27FC236}">
                <a16:creationId xmlns:a16="http://schemas.microsoft.com/office/drawing/2014/main" id="{43DBAF27-DC08-45B0-9A66-09E5004BCAF4}"/>
              </a:ext>
            </a:extLst>
          </p:cNvPr>
          <p:cNvSpPr>
            <a:spLocks noGrp="1"/>
          </p:cNvSpPr>
          <p:nvPr/>
        </p:nvSpPr>
        <p:spPr>
          <a:xfrm>
            <a:off x="2524125" y="4667250"/>
            <a:ext cx="1857375" cy="714375"/>
          </a:xfrm>
          <a:prstGeom prst="rect">
            <a:avLst/>
          </a:prstGeom>
          <a:solidFill>
            <a:srgbClr val="25282B"/>
          </a:solidFill>
          <a:ln w="19050">
            <a:solidFill>
              <a:srgbClr val="42AFFA"/>
            </a:solidFill>
          </a:ln>
        </p:spPr>
      </p:sp>
      <p:sp>
        <p:nvSpPr>
          <p:cNvPr id="13" name="text-243">
            <a:extLst>
              <a:ext uri="{FF2B5EF4-FFF2-40B4-BE49-F238E27FC236}">
                <a16:creationId xmlns:a16="http://schemas.microsoft.com/office/drawing/2014/main" id="{09E61C39-1E3C-40C9-AF4A-90FBFFEBAF48}"/>
              </a:ext>
            </a:extLst>
          </p:cNvPr>
          <p:cNvSpPr>
            <a:spLocks noGrp="1"/>
          </p:cNvSpPr>
          <p:nvPr/>
        </p:nvSpPr>
        <p:spPr>
          <a:xfrm>
            <a:off x="2657475" y="4870133"/>
            <a:ext cx="1590675" cy="561975"/>
          </a:xfrm>
          <a:prstGeom prst="rect">
            <a:avLst/>
          </a:prstGeom>
          <a:noFill/>
          <a:ln w="0">
            <a:noFill/>
          </a:ln>
        </p:spPr>
        <p:txBody>
          <a:bodyPr wrap="square" lIns="0" tIns="0" rIns="0" bIns="0" anchor="t">
            <a:noAutofit/>
          </a:bodyPr>
          <a:lstStyle>
            <a:defPPr algn="ctr">
              <a:defRPr sz="2025" b="0">
                <a:solidFill>
                  <a:srgbClr val="F7F7F7"/>
                </a:solidFill>
                <a:latin typeface="Arial"/>
                <a:ea typeface="Arial"/>
                <a:cs typeface="Arial"/>
              </a:defRPr>
            </a:defPPr>
            <a:lvl1pPr algn="ctr">
              <a:defRPr sz="2025" b="0">
                <a:solidFill>
                  <a:srgbClr val="F7F7F7"/>
                </a:solidFill>
                <a:latin typeface="Arial"/>
                <a:ea typeface="Arial"/>
                <a:cs typeface="Arial"/>
              </a:defRPr>
            </a:lvl1pPr>
            <a:lvl2pPr algn="ctr">
              <a:defRPr sz="2025" b="0">
                <a:solidFill>
                  <a:srgbClr val="F7F7F7"/>
                </a:solidFill>
                <a:latin typeface="Arial"/>
                <a:ea typeface="Arial"/>
                <a:cs typeface="Arial"/>
              </a:defRPr>
            </a:lvl2pPr>
            <a:lvl3pPr algn="ctr">
              <a:defRPr sz="2025" b="0">
                <a:solidFill>
                  <a:srgbClr val="F7F7F7"/>
                </a:solidFill>
                <a:latin typeface="Arial"/>
                <a:ea typeface="Arial"/>
                <a:cs typeface="Arial"/>
              </a:defRPr>
            </a:lvl3pPr>
            <a:lvl4pPr algn="ctr">
              <a:defRPr sz="2025" b="0">
                <a:solidFill>
                  <a:srgbClr val="F7F7F7"/>
                </a:solidFill>
                <a:latin typeface="Arial"/>
                <a:ea typeface="Arial"/>
                <a:cs typeface="Arial"/>
              </a:defRPr>
            </a:lvl4pPr>
            <a:lvl5pPr algn="ctr">
              <a:defRPr sz="2025" b="0">
                <a:solidFill>
                  <a:srgbClr val="F7F7F7"/>
                </a:solidFill>
                <a:latin typeface="Arial"/>
                <a:ea typeface="Arial"/>
                <a:cs typeface="Arial"/>
              </a:defRPr>
            </a:lvl5pPr>
            <a:lvl6pPr algn="ctr">
              <a:defRPr sz="2025" b="0">
                <a:solidFill>
                  <a:srgbClr val="F7F7F7"/>
                </a:solidFill>
                <a:latin typeface="Arial"/>
                <a:ea typeface="Arial"/>
                <a:cs typeface="Arial"/>
              </a:defRPr>
            </a:lvl6pPr>
            <a:lvl7pPr algn="ctr">
              <a:defRPr sz="2025" b="0">
                <a:solidFill>
                  <a:srgbClr val="F7F7F7"/>
                </a:solidFill>
                <a:latin typeface="Arial"/>
                <a:ea typeface="Arial"/>
                <a:cs typeface="Arial"/>
              </a:defRPr>
            </a:lvl7pPr>
            <a:lvl8pPr algn="ctr">
              <a:defRPr sz="2025" b="0">
                <a:solidFill>
                  <a:srgbClr val="F7F7F7"/>
                </a:solidFill>
                <a:latin typeface="Arial"/>
                <a:ea typeface="Arial"/>
                <a:cs typeface="Arial"/>
              </a:defRPr>
            </a:lvl8pPr>
            <a:lvl9pPr algn="ctr">
              <a:defRPr sz="2025" b="0">
                <a:solidFill>
                  <a:srgbClr val="F7F7F7"/>
                </a:solidFill>
                <a:latin typeface="Arial"/>
                <a:ea typeface="Arial"/>
                <a:cs typeface="Arial"/>
              </a:defRPr>
            </a:lvl9pPr>
          </a:lstStyle>
          <a:p>
            <a:pPr algn="ctr" rtl="1">
              <a:lnSpc>
                <a:spcPct val="108000"/>
              </a:lnSpc>
              <a:buNone/>
              <a:defRPr sz="2025" b="0">
                <a:solidFill>
                  <a:srgbClr val="F7F7F7"/>
                </a:solidFill>
                <a:latin typeface="Arial"/>
                <a:ea typeface="Arial"/>
                <a:cs typeface="Arial"/>
              </a:defRPr>
            </a:pPr>
            <a:r>
              <a:rPr lang="he-IL" sz="2025" b="0">
                <a:solidFill>
                  <a:srgbClr val="F7F7F7"/>
                </a:solidFill>
                <a:latin typeface="Arial"/>
                <a:ea typeface="Arial"/>
                <a:cs typeface="Arial"/>
              </a:rPr>
              <a:t>מאשר</a:t>
            </a:r>
          </a:p>
        </p:txBody>
      </p:sp>
      <p:sp>
        <p:nvSpPr>
          <p:cNvPr id="14" name="line-244">
            <a:extLst>
              <a:ext uri="{FF2B5EF4-FFF2-40B4-BE49-F238E27FC236}">
                <a16:creationId xmlns:a16="http://schemas.microsoft.com/office/drawing/2014/main" id="{96515D47-B1D7-401C-91DA-96597B988340}"/>
              </a:ext>
            </a:extLst>
          </p:cNvPr>
          <p:cNvSpPr>
            <a:spLocks noGrp="1"/>
          </p:cNvSpPr>
          <p:nvPr/>
        </p:nvSpPr>
        <p:spPr>
          <a:xfrm>
            <a:off x="4495800" y="5029200"/>
            <a:ext cx="123825" cy="9525"/>
          </a:xfrm>
          <a:custGeom>
            <a:avLst/>
            <a:gdLst/>
            <a:ahLst/>
            <a:cxnLst/>
            <a:rect l="0" t="0" r="0" b="0"/>
            <a:pathLst>
              <a:path w="123825" h="9525">
                <a:moveTo>
                  <a:pt x="123825" y="0"/>
                </a:moveTo>
                <a:lnTo>
                  <a:pt x="0" y="0"/>
                </a:lnTo>
              </a:path>
            </a:pathLst>
          </a:custGeom>
          <a:noFill/>
          <a:ln w="38100">
            <a:solidFill>
              <a:srgbClr val="B7BBC2"/>
            </a:solidFill>
          </a:ln>
        </p:spPr>
      </p:sp>
      <p:sp>
        <p:nvSpPr>
          <p:cNvPr id="15" name="line-245">
            <a:extLst>
              <a:ext uri="{FF2B5EF4-FFF2-40B4-BE49-F238E27FC236}">
                <a16:creationId xmlns:a16="http://schemas.microsoft.com/office/drawing/2014/main" id="{03544D32-A03A-4118-B732-4C32C0FB5424}"/>
              </a:ext>
            </a:extLst>
          </p:cNvPr>
          <p:cNvSpPr>
            <a:spLocks noGrp="1"/>
          </p:cNvSpPr>
          <p:nvPr/>
        </p:nvSpPr>
        <p:spPr>
          <a:xfrm>
            <a:off x="4495800" y="4969457"/>
            <a:ext cx="97444" cy="59743"/>
          </a:xfrm>
          <a:custGeom>
            <a:avLst/>
            <a:gdLst/>
            <a:ahLst/>
            <a:cxnLst/>
            <a:rect l="0" t="0" r="0" b="0"/>
            <a:pathLst>
              <a:path w="97444" h="59743">
                <a:moveTo>
                  <a:pt x="0" y="59743"/>
                </a:moveTo>
                <a:lnTo>
                  <a:pt x="97444" y="0"/>
                </a:lnTo>
              </a:path>
            </a:pathLst>
          </a:custGeom>
          <a:noFill/>
          <a:ln w="38100">
            <a:solidFill>
              <a:srgbClr val="B7BBC2"/>
            </a:solidFill>
          </a:ln>
        </p:spPr>
      </p:sp>
      <p:sp>
        <p:nvSpPr>
          <p:cNvPr id="16" name="line-246">
            <a:extLst>
              <a:ext uri="{FF2B5EF4-FFF2-40B4-BE49-F238E27FC236}">
                <a16:creationId xmlns:a16="http://schemas.microsoft.com/office/drawing/2014/main" id="{8F24FB7D-CF86-4DFE-B655-702FB7103D3E}"/>
              </a:ext>
            </a:extLst>
          </p:cNvPr>
          <p:cNvSpPr>
            <a:spLocks noGrp="1"/>
          </p:cNvSpPr>
          <p:nvPr/>
        </p:nvSpPr>
        <p:spPr>
          <a:xfrm>
            <a:off x="4495800" y="5029200"/>
            <a:ext cx="97444" cy="59743"/>
          </a:xfrm>
          <a:custGeom>
            <a:avLst/>
            <a:gdLst/>
            <a:ahLst/>
            <a:cxnLst/>
            <a:rect l="0" t="0" r="0" b="0"/>
            <a:pathLst>
              <a:path w="97444" h="59743">
                <a:moveTo>
                  <a:pt x="0" y="0"/>
                </a:moveTo>
                <a:lnTo>
                  <a:pt x="97444" y="59743"/>
                </a:lnTo>
              </a:path>
            </a:pathLst>
          </a:custGeom>
          <a:noFill/>
          <a:ln w="38100">
            <a:solidFill>
              <a:srgbClr val="B7BBC2"/>
            </a:solidFill>
          </a:ln>
        </p:spPr>
      </p:sp>
      <p:sp>
        <p:nvSpPr>
          <p:cNvPr id="17" name="shape-247">
            <a:extLst>
              <a:ext uri="{FF2B5EF4-FFF2-40B4-BE49-F238E27FC236}">
                <a16:creationId xmlns:a16="http://schemas.microsoft.com/office/drawing/2014/main" id="{83BCD5DE-7755-4573-80B5-D4CC4A4DF7AD}"/>
              </a:ext>
            </a:extLst>
          </p:cNvPr>
          <p:cNvSpPr>
            <a:spLocks noGrp="1"/>
          </p:cNvSpPr>
          <p:nvPr/>
        </p:nvSpPr>
        <p:spPr>
          <a:xfrm>
            <a:off x="428625" y="4667250"/>
            <a:ext cx="1857375" cy="714375"/>
          </a:xfrm>
          <a:prstGeom prst="rect">
            <a:avLst/>
          </a:prstGeom>
          <a:solidFill>
            <a:srgbClr val="25282B"/>
          </a:solidFill>
          <a:ln w="19050">
            <a:solidFill>
              <a:srgbClr val="88FF88"/>
            </a:solidFill>
          </a:ln>
        </p:spPr>
      </p:sp>
      <p:sp>
        <p:nvSpPr>
          <p:cNvPr id="18" name="text-248">
            <a:extLst>
              <a:ext uri="{FF2B5EF4-FFF2-40B4-BE49-F238E27FC236}">
                <a16:creationId xmlns:a16="http://schemas.microsoft.com/office/drawing/2014/main" id="{A2FF66B7-DAF8-4DAB-B7C0-095E6B7D3783}"/>
              </a:ext>
            </a:extLst>
          </p:cNvPr>
          <p:cNvSpPr>
            <a:spLocks noGrp="1"/>
          </p:cNvSpPr>
          <p:nvPr/>
        </p:nvSpPr>
        <p:spPr>
          <a:xfrm>
            <a:off x="561975" y="4870133"/>
            <a:ext cx="1590675" cy="561975"/>
          </a:xfrm>
          <a:prstGeom prst="rect">
            <a:avLst/>
          </a:prstGeom>
          <a:noFill/>
          <a:ln w="0">
            <a:noFill/>
          </a:ln>
        </p:spPr>
        <p:txBody>
          <a:bodyPr wrap="square" lIns="0" tIns="0" rIns="0" bIns="0" anchor="t">
            <a:noAutofit/>
          </a:bodyPr>
          <a:lstStyle>
            <a:defPPr algn="ctr">
              <a:defRPr sz="2025" b="0">
                <a:solidFill>
                  <a:srgbClr val="F7F7F7"/>
                </a:solidFill>
                <a:latin typeface="Arial"/>
                <a:ea typeface="Arial"/>
                <a:cs typeface="Arial"/>
              </a:defRPr>
            </a:defPPr>
            <a:lvl1pPr algn="ctr">
              <a:defRPr sz="2025" b="0">
                <a:solidFill>
                  <a:srgbClr val="F7F7F7"/>
                </a:solidFill>
                <a:latin typeface="Arial"/>
                <a:ea typeface="Arial"/>
                <a:cs typeface="Arial"/>
              </a:defRPr>
            </a:lvl1pPr>
            <a:lvl2pPr algn="ctr">
              <a:defRPr sz="2025" b="0">
                <a:solidFill>
                  <a:srgbClr val="F7F7F7"/>
                </a:solidFill>
                <a:latin typeface="Arial"/>
                <a:ea typeface="Arial"/>
                <a:cs typeface="Arial"/>
              </a:defRPr>
            </a:lvl2pPr>
            <a:lvl3pPr algn="ctr">
              <a:defRPr sz="2025" b="0">
                <a:solidFill>
                  <a:srgbClr val="F7F7F7"/>
                </a:solidFill>
                <a:latin typeface="Arial"/>
                <a:ea typeface="Arial"/>
                <a:cs typeface="Arial"/>
              </a:defRPr>
            </a:lvl3pPr>
            <a:lvl4pPr algn="ctr">
              <a:defRPr sz="2025" b="0">
                <a:solidFill>
                  <a:srgbClr val="F7F7F7"/>
                </a:solidFill>
                <a:latin typeface="Arial"/>
                <a:ea typeface="Arial"/>
                <a:cs typeface="Arial"/>
              </a:defRPr>
            </a:lvl4pPr>
            <a:lvl5pPr algn="ctr">
              <a:defRPr sz="2025" b="0">
                <a:solidFill>
                  <a:srgbClr val="F7F7F7"/>
                </a:solidFill>
                <a:latin typeface="Arial"/>
                <a:ea typeface="Arial"/>
                <a:cs typeface="Arial"/>
              </a:defRPr>
            </a:lvl5pPr>
            <a:lvl6pPr algn="ctr">
              <a:defRPr sz="2025" b="0">
                <a:solidFill>
                  <a:srgbClr val="F7F7F7"/>
                </a:solidFill>
                <a:latin typeface="Arial"/>
                <a:ea typeface="Arial"/>
                <a:cs typeface="Arial"/>
              </a:defRPr>
            </a:lvl6pPr>
            <a:lvl7pPr algn="ctr">
              <a:defRPr sz="2025" b="0">
                <a:solidFill>
                  <a:srgbClr val="F7F7F7"/>
                </a:solidFill>
                <a:latin typeface="Arial"/>
                <a:ea typeface="Arial"/>
                <a:cs typeface="Arial"/>
              </a:defRPr>
            </a:lvl7pPr>
            <a:lvl8pPr algn="ctr">
              <a:defRPr sz="2025" b="0">
                <a:solidFill>
                  <a:srgbClr val="F7F7F7"/>
                </a:solidFill>
                <a:latin typeface="Arial"/>
                <a:ea typeface="Arial"/>
                <a:cs typeface="Arial"/>
              </a:defRPr>
            </a:lvl8pPr>
            <a:lvl9pPr algn="ctr">
              <a:defRPr sz="2025" b="0">
                <a:solidFill>
                  <a:srgbClr val="F7F7F7"/>
                </a:solidFill>
                <a:latin typeface="Arial"/>
                <a:ea typeface="Arial"/>
                <a:cs typeface="Arial"/>
              </a:defRPr>
            </a:lvl9pPr>
          </a:lstStyle>
          <a:p>
            <a:pPr algn="ctr" rtl="1">
              <a:lnSpc>
                <a:spcPct val="108000"/>
              </a:lnSpc>
              <a:buNone/>
              <a:defRPr sz="2025" b="0">
                <a:solidFill>
                  <a:srgbClr val="F7F7F7"/>
                </a:solidFill>
                <a:latin typeface="Arial"/>
                <a:ea typeface="Arial"/>
                <a:cs typeface="Arial"/>
              </a:defRPr>
            </a:pPr>
            <a:r>
              <a:rPr lang="he-IL" sz="2025" b="0">
                <a:solidFill>
                  <a:srgbClr val="F7F7F7"/>
                </a:solidFill>
                <a:latin typeface="Arial"/>
                <a:ea typeface="Arial"/>
                <a:cs typeface="Arial"/>
              </a:rPr>
              <a:t>ממזגים</a:t>
            </a:r>
          </a:p>
        </p:txBody>
      </p:sp>
      <p:sp>
        <p:nvSpPr>
          <p:cNvPr id="19" name="line-249">
            <a:extLst>
              <a:ext uri="{FF2B5EF4-FFF2-40B4-BE49-F238E27FC236}">
                <a16:creationId xmlns:a16="http://schemas.microsoft.com/office/drawing/2014/main" id="{792CCD43-0237-4B11-AC72-9832A94619FB}"/>
              </a:ext>
            </a:extLst>
          </p:cNvPr>
          <p:cNvSpPr>
            <a:spLocks noGrp="1"/>
          </p:cNvSpPr>
          <p:nvPr/>
        </p:nvSpPr>
        <p:spPr>
          <a:xfrm>
            <a:off x="2400300" y="5029200"/>
            <a:ext cx="123825" cy="9525"/>
          </a:xfrm>
          <a:custGeom>
            <a:avLst/>
            <a:gdLst/>
            <a:ahLst/>
            <a:cxnLst/>
            <a:rect l="0" t="0" r="0" b="0"/>
            <a:pathLst>
              <a:path w="123825" h="9525">
                <a:moveTo>
                  <a:pt x="123825" y="0"/>
                </a:moveTo>
                <a:lnTo>
                  <a:pt x="0" y="0"/>
                </a:lnTo>
              </a:path>
            </a:pathLst>
          </a:custGeom>
          <a:noFill/>
          <a:ln w="38100">
            <a:solidFill>
              <a:srgbClr val="B7BBC2"/>
            </a:solidFill>
          </a:ln>
        </p:spPr>
      </p:sp>
      <p:sp>
        <p:nvSpPr>
          <p:cNvPr id="20" name="line-250">
            <a:extLst>
              <a:ext uri="{FF2B5EF4-FFF2-40B4-BE49-F238E27FC236}">
                <a16:creationId xmlns:a16="http://schemas.microsoft.com/office/drawing/2014/main" id="{E107B3F8-87E8-4B3B-8F6F-B046184E6A20}"/>
              </a:ext>
            </a:extLst>
          </p:cNvPr>
          <p:cNvSpPr>
            <a:spLocks noGrp="1"/>
          </p:cNvSpPr>
          <p:nvPr/>
        </p:nvSpPr>
        <p:spPr>
          <a:xfrm>
            <a:off x="2400300" y="4969457"/>
            <a:ext cx="97444" cy="59743"/>
          </a:xfrm>
          <a:custGeom>
            <a:avLst/>
            <a:gdLst/>
            <a:ahLst/>
            <a:cxnLst/>
            <a:rect l="0" t="0" r="0" b="0"/>
            <a:pathLst>
              <a:path w="97444" h="59743">
                <a:moveTo>
                  <a:pt x="0" y="59743"/>
                </a:moveTo>
                <a:lnTo>
                  <a:pt x="97444" y="0"/>
                </a:lnTo>
              </a:path>
            </a:pathLst>
          </a:custGeom>
          <a:noFill/>
          <a:ln w="38100">
            <a:solidFill>
              <a:srgbClr val="B7BBC2"/>
            </a:solidFill>
          </a:ln>
        </p:spPr>
      </p:sp>
      <p:sp>
        <p:nvSpPr>
          <p:cNvPr id="21" name="line-251">
            <a:extLst>
              <a:ext uri="{FF2B5EF4-FFF2-40B4-BE49-F238E27FC236}">
                <a16:creationId xmlns:a16="http://schemas.microsoft.com/office/drawing/2014/main" id="{912748A3-CA2D-4425-894D-0F7A1D4CCB7E}"/>
              </a:ext>
            </a:extLst>
          </p:cNvPr>
          <p:cNvSpPr>
            <a:spLocks noGrp="1"/>
          </p:cNvSpPr>
          <p:nvPr/>
        </p:nvSpPr>
        <p:spPr>
          <a:xfrm>
            <a:off x="2400300" y="5029200"/>
            <a:ext cx="97444" cy="59743"/>
          </a:xfrm>
          <a:custGeom>
            <a:avLst/>
            <a:gdLst/>
            <a:ahLst/>
            <a:cxnLst/>
            <a:rect l="0" t="0" r="0" b="0"/>
            <a:pathLst>
              <a:path w="97444" h="59743">
                <a:moveTo>
                  <a:pt x="0" y="0"/>
                </a:moveTo>
                <a:lnTo>
                  <a:pt x="97444" y="59743"/>
                </a:lnTo>
              </a:path>
            </a:pathLst>
          </a:custGeom>
          <a:noFill/>
          <a:ln w="38100">
            <a:solidFill>
              <a:srgbClr val="B7BBC2"/>
            </a:solidFill>
          </a:ln>
        </p:spPr>
      </p:sp>
    </p:spTree>
    <p:extLst>
      <p:ext uri="{BB962C8B-B14F-4D97-AF65-F5344CB8AC3E}">
        <p14:creationId xmlns:p14="http://schemas.microsoft.com/office/powerpoint/2010/main" val="96795696"/>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2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2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2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2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2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3"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9" name="text-252">
            <a:extLst>
              <a:ext uri="{FF2B5EF4-FFF2-40B4-BE49-F238E27FC236}">
                <a16:creationId xmlns:a16="http://schemas.microsoft.com/office/drawing/2014/main" id="{471DEEA8-7979-4400-B1B6-B753996C111D}"/>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ארגון לצוות</a:t>
            </a:r>
          </a:p>
        </p:txBody>
      </p:sp>
      <p:sp>
        <p:nvSpPr>
          <p:cNvPr id="2" name="text-253">
            <a:extLst>
              <a:ext uri="{FF2B5EF4-FFF2-40B4-BE49-F238E27FC236}">
                <a16:creationId xmlns:a16="http://schemas.microsoft.com/office/drawing/2014/main" id="{E8A3094D-D090-467E-BE9D-345342696ADF}"/>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17</a:t>
            </a:r>
          </a:p>
        </p:txBody>
      </p:sp>
      <p:sp>
        <p:nvSpPr>
          <p:cNvPr id="3" name="text-254">
            <a:extLst>
              <a:ext uri="{FF2B5EF4-FFF2-40B4-BE49-F238E27FC236}">
                <a16:creationId xmlns:a16="http://schemas.microsoft.com/office/drawing/2014/main" id="{2B6139BE-B341-4516-BB0D-80D5C52D00B8}"/>
              </a:ext>
            </a:extLst>
          </p:cNvPr>
          <p:cNvSpPr>
            <a:spLocks noGrp="1"/>
          </p:cNvSpPr>
          <p:nvPr/>
        </p:nvSpPr>
        <p:spPr>
          <a:xfrm>
            <a:off x="571500" y="1333500"/>
            <a:ext cx="8001000" cy="619125"/>
          </a:xfrm>
          <a:prstGeom prst="rect">
            <a:avLst/>
          </a:prstGeom>
          <a:noFill/>
          <a:ln w="0">
            <a:noFill/>
          </a:ln>
        </p:spPr>
        <p:txBody>
          <a:bodyPr wrap="none" lIns="0" tIns="0" rIns="0" bIns="0" anchor="t">
            <a:noAutofit/>
          </a:bodyPr>
          <a:lstStyle>
            <a:defPPr algn="l">
              <a:defRPr sz="3225" b="0">
                <a:solidFill>
                  <a:srgbClr val="8888FF"/>
                </a:solidFill>
                <a:latin typeface="Consolas"/>
                <a:ea typeface="Consolas"/>
                <a:cs typeface="Consolas"/>
              </a:defRPr>
            </a:defPPr>
            <a:lvl1pPr algn="l">
              <a:defRPr sz="3225" b="0">
                <a:solidFill>
                  <a:srgbClr val="8888FF"/>
                </a:solidFill>
                <a:latin typeface="Consolas"/>
                <a:ea typeface="Consolas"/>
                <a:cs typeface="Consolas"/>
              </a:defRPr>
            </a:lvl1pPr>
            <a:lvl2pPr algn="l">
              <a:defRPr sz="3225" b="0">
                <a:solidFill>
                  <a:srgbClr val="8888FF"/>
                </a:solidFill>
                <a:latin typeface="Consolas"/>
                <a:ea typeface="Consolas"/>
                <a:cs typeface="Consolas"/>
              </a:defRPr>
            </a:lvl2pPr>
            <a:lvl3pPr algn="l">
              <a:defRPr sz="3225" b="0">
                <a:solidFill>
                  <a:srgbClr val="8888FF"/>
                </a:solidFill>
                <a:latin typeface="Consolas"/>
                <a:ea typeface="Consolas"/>
                <a:cs typeface="Consolas"/>
              </a:defRPr>
            </a:lvl3pPr>
            <a:lvl4pPr algn="l">
              <a:defRPr sz="3225" b="0">
                <a:solidFill>
                  <a:srgbClr val="8888FF"/>
                </a:solidFill>
                <a:latin typeface="Consolas"/>
                <a:ea typeface="Consolas"/>
                <a:cs typeface="Consolas"/>
              </a:defRPr>
            </a:lvl4pPr>
            <a:lvl5pPr algn="l">
              <a:defRPr sz="3225" b="0">
                <a:solidFill>
                  <a:srgbClr val="8888FF"/>
                </a:solidFill>
                <a:latin typeface="Consolas"/>
                <a:ea typeface="Consolas"/>
                <a:cs typeface="Consolas"/>
              </a:defRPr>
            </a:lvl5pPr>
            <a:lvl6pPr algn="l">
              <a:defRPr sz="3225" b="0">
                <a:solidFill>
                  <a:srgbClr val="8888FF"/>
                </a:solidFill>
                <a:latin typeface="Consolas"/>
                <a:ea typeface="Consolas"/>
                <a:cs typeface="Consolas"/>
              </a:defRPr>
            </a:lvl6pPr>
            <a:lvl7pPr algn="l">
              <a:defRPr sz="3225" b="0">
                <a:solidFill>
                  <a:srgbClr val="8888FF"/>
                </a:solidFill>
                <a:latin typeface="Consolas"/>
                <a:ea typeface="Consolas"/>
                <a:cs typeface="Consolas"/>
              </a:defRPr>
            </a:lvl7pPr>
            <a:lvl8pPr algn="l">
              <a:defRPr sz="3225" b="0">
                <a:solidFill>
                  <a:srgbClr val="8888FF"/>
                </a:solidFill>
                <a:latin typeface="Consolas"/>
                <a:ea typeface="Consolas"/>
                <a:cs typeface="Consolas"/>
              </a:defRPr>
            </a:lvl8pPr>
            <a:lvl9pPr algn="l">
              <a:defRPr sz="3225" b="0">
                <a:solidFill>
                  <a:srgbClr val="8888FF"/>
                </a:solidFill>
                <a:latin typeface="Consolas"/>
                <a:ea typeface="Consolas"/>
                <a:cs typeface="Consolas"/>
              </a:defRPr>
            </a:lvl9pPr>
          </a:lstStyle>
          <a:p>
            <a:pPr algn="l" rtl="0">
              <a:lnSpc>
                <a:spcPct val="108000"/>
              </a:lnSpc>
              <a:buNone/>
              <a:defRPr sz="3225" b="0">
                <a:solidFill>
                  <a:srgbClr val="8888FF"/>
                </a:solidFill>
                <a:latin typeface="Consolas"/>
                <a:ea typeface="Consolas"/>
                <a:cs typeface="Consolas"/>
              </a:defRPr>
            </a:pPr>
            <a:r>
              <a:rPr lang="en-US" sz="3225" b="0">
                <a:solidFill>
                  <a:srgbClr val="8888FF"/>
                </a:solidFill>
                <a:latin typeface="Consolas"/>
                <a:ea typeface="Consolas"/>
                <a:cs typeface="Consolas"/>
              </a:rPr>
              <a:t>Organization</a:t>
            </a:r>
          </a:p>
        </p:txBody>
      </p:sp>
      <p:sp>
        <p:nvSpPr>
          <p:cNvPr id="4" name="shape-255">
            <a:extLst>
              <a:ext uri="{FF2B5EF4-FFF2-40B4-BE49-F238E27FC236}">
                <a16:creationId xmlns:a16="http://schemas.microsoft.com/office/drawing/2014/main" id="{CE9513BB-86B3-4C39-B82C-063A95B35731}"/>
              </a:ext>
            </a:extLst>
          </p:cNvPr>
          <p:cNvSpPr>
            <a:spLocks noGrp="1"/>
          </p:cNvSpPr>
          <p:nvPr/>
        </p:nvSpPr>
        <p:spPr>
          <a:xfrm>
            <a:off x="2952750" y="2857500"/>
            <a:ext cx="3238500" cy="952500"/>
          </a:xfrm>
          <a:prstGeom prst="rect">
            <a:avLst/>
          </a:prstGeom>
          <a:solidFill>
            <a:srgbClr val="25282B"/>
          </a:solidFill>
          <a:ln w="19050">
            <a:solidFill>
              <a:srgbClr val="8888FF"/>
            </a:solidFill>
          </a:ln>
        </p:spPr>
      </p:sp>
      <p:sp>
        <p:nvSpPr>
          <p:cNvPr id="5" name="text-256">
            <a:extLst>
              <a:ext uri="{FF2B5EF4-FFF2-40B4-BE49-F238E27FC236}">
                <a16:creationId xmlns:a16="http://schemas.microsoft.com/office/drawing/2014/main" id="{3383A901-7D95-4CAF-8914-D6D04AAEA0EE}"/>
              </a:ext>
            </a:extLst>
          </p:cNvPr>
          <p:cNvSpPr>
            <a:spLocks noGrp="1"/>
          </p:cNvSpPr>
          <p:nvPr/>
        </p:nvSpPr>
        <p:spPr>
          <a:xfrm>
            <a:off x="3086100" y="3139440"/>
            <a:ext cx="2971800" cy="800100"/>
          </a:xfrm>
          <a:prstGeom prst="rect">
            <a:avLst/>
          </a:prstGeom>
          <a:noFill/>
          <a:ln w="0">
            <a:noFill/>
          </a:ln>
        </p:spPr>
        <p:txBody>
          <a:bodyPr wrap="square" lIns="0" tIns="0" rIns="0" bIns="0" anchor="t">
            <a:noAutofit/>
          </a:bodyPr>
          <a:lstStyle>
            <a:defPPr algn="ctr">
              <a:defRPr sz="2550" b="0">
                <a:solidFill>
                  <a:srgbClr val="F7F7F7"/>
                </a:solidFill>
                <a:latin typeface="Arial"/>
                <a:ea typeface="Arial"/>
                <a:cs typeface="Arial"/>
              </a:defRPr>
            </a:defPPr>
            <a:lvl1pPr algn="ctr">
              <a:defRPr sz="2550" b="0">
                <a:solidFill>
                  <a:srgbClr val="F7F7F7"/>
                </a:solidFill>
                <a:latin typeface="Arial"/>
                <a:ea typeface="Arial"/>
                <a:cs typeface="Arial"/>
              </a:defRPr>
            </a:lvl1pPr>
            <a:lvl2pPr algn="ctr">
              <a:defRPr sz="2550" b="0">
                <a:solidFill>
                  <a:srgbClr val="F7F7F7"/>
                </a:solidFill>
                <a:latin typeface="Arial"/>
                <a:ea typeface="Arial"/>
                <a:cs typeface="Arial"/>
              </a:defRPr>
            </a:lvl2pPr>
            <a:lvl3pPr algn="ctr">
              <a:defRPr sz="2550" b="0">
                <a:solidFill>
                  <a:srgbClr val="F7F7F7"/>
                </a:solidFill>
                <a:latin typeface="Arial"/>
                <a:ea typeface="Arial"/>
                <a:cs typeface="Arial"/>
              </a:defRPr>
            </a:lvl3pPr>
            <a:lvl4pPr algn="ctr">
              <a:defRPr sz="2550" b="0">
                <a:solidFill>
                  <a:srgbClr val="F7F7F7"/>
                </a:solidFill>
                <a:latin typeface="Arial"/>
                <a:ea typeface="Arial"/>
                <a:cs typeface="Arial"/>
              </a:defRPr>
            </a:lvl4pPr>
            <a:lvl5pPr algn="ctr">
              <a:defRPr sz="2550" b="0">
                <a:solidFill>
                  <a:srgbClr val="F7F7F7"/>
                </a:solidFill>
                <a:latin typeface="Arial"/>
                <a:ea typeface="Arial"/>
                <a:cs typeface="Arial"/>
              </a:defRPr>
            </a:lvl5pPr>
            <a:lvl6pPr algn="ctr">
              <a:defRPr sz="2550" b="0">
                <a:solidFill>
                  <a:srgbClr val="F7F7F7"/>
                </a:solidFill>
                <a:latin typeface="Arial"/>
                <a:ea typeface="Arial"/>
                <a:cs typeface="Arial"/>
              </a:defRPr>
            </a:lvl6pPr>
            <a:lvl7pPr algn="ctr">
              <a:defRPr sz="2550" b="0">
                <a:solidFill>
                  <a:srgbClr val="F7F7F7"/>
                </a:solidFill>
                <a:latin typeface="Arial"/>
                <a:ea typeface="Arial"/>
                <a:cs typeface="Arial"/>
              </a:defRPr>
            </a:lvl7pPr>
            <a:lvl8pPr algn="ctr">
              <a:defRPr sz="2550" b="0">
                <a:solidFill>
                  <a:srgbClr val="F7F7F7"/>
                </a:solidFill>
                <a:latin typeface="Arial"/>
                <a:ea typeface="Arial"/>
                <a:cs typeface="Arial"/>
              </a:defRPr>
            </a:lvl8pPr>
            <a:lvl9pPr algn="ctr">
              <a:defRPr sz="2550" b="0">
                <a:solidFill>
                  <a:srgbClr val="F7F7F7"/>
                </a:solidFill>
                <a:latin typeface="Arial"/>
                <a:ea typeface="Arial"/>
                <a:cs typeface="Arial"/>
              </a:defRPr>
            </a:lvl9pPr>
          </a:lstStyle>
          <a:p>
            <a:pPr algn="ct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הארגון של הצוות</a:t>
            </a:r>
          </a:p>
        </p:txBody>
      </p:sp>
      <p:sp>
        <p:nvSpPr>
          <p:cNvPr id="6" name="shape-257">
            <a:extLst>
              <a:ext uri="{FF2B5EF4-FFF2-40B4-BE49-F238E27FC236}">
                <a16:creationId xmlns:a16="http://schemas.microsoft.com/office/drawing/2014/main" id="{62E3D04A-98B7-4038-BFCF-BE5F9DD8A141}"/>
              </a:ext>
            </a:extLst>
          </p:cNvPr>
          <p:cNvSpPr>
            <a:spLocks noGrp="1"/>
          </p:cNvSpPr>
          <p:nvPr/>
        </p:nvSpPr>
        <p:spPr>
          <a:xfrm>
            <a:off x="6191250" y="1809750"/>
            <a:ext cx="2333625" cy="714375"/>
          </a:xfrm>
          <a:prstGeom prst="rect">
            <a:avLst/>
          </a:prstGeom>
          <a:solidFill>
            <a:srgbClr val="25282B"/>
          </a:solidFill>
          <a:ln w="19050">
            <a:solidFill>
              <a:srgbClr val="88FF88"/>
            </a:solidFill>
          </a:ln>
        </p:spPr>
      </p:sp>
      <p:sp>
        <p:nvSpPr>
          <p:cNvPr id="7" name="text-258">
            <a:extLst>
              <a:ext uri="{FF2B5EF4-FFF2-40B4-BE49-F238E27FC236}">
                <a16:creationId xmlns:a16="http://schemas.microsoft.com/office/drawing/2014/main" id="{B2750292-0881-4D8F-875E-7F90FA85E20A}"/>
              </a:ext>
            </a:extLst>
          </p:cNvPr>
          <p:cNvSpPr>
            <a:spLocks noGrp="1"/>
          </p:cNvSpPr>
          <p:nvPr/>
        </p:nvSpPr>
        <p:spPr>
          <a:xfrm>
            <a:off x="6324600" y="1989773"/>
            <a:ext cx="2066925" cy="56197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מפתחת</a:t>
            </a:r>
          </a:p>
        </p:txBody>
      </p:sp>
      <p:sp>
        <p:nvSpPr>
          <p:cNvPr id="8" name="shape-259">
            <a:extLst>
              <a:ext uri="{FF2B5EF4-FFF2-40B4-BE49-F238E27FC236}">
                <a16:creationId xmlns:a16="http://schemas.microsoft.com/office/drawing/2014/main" id="{31FE4740-551F-44E2-8690-3E42FA393E34}"/>
              </a:ext>
            </a:extLst>
          </p:cNvPr>
          <p:cNvSpPr>
            <a:spLocks noGrp="1"/>
          </p:cNvSpPr>
          <p:nvPr/>
        </p:nvSpPr>
        <p:spPr>
          <a:xfrm>
            <a:off x="6191250" y="4381500"/>
            <a:ext cx="2333625" cy="714375"/>
          </a:xfrm>
          <a:prstGeom prst="rect">
            <a:avLst/>
          </a:prstGeom>
          <a:solidFill>
            <a:srgbClr val="25282B"/>
          </a:solidFill>
          <a:ln w="19050">
            <a:solidFill>
              <a:srgbClr val="88FF88"/>
            </a:solidFill>
          </a:ln>
        </p:spPr>
      </p:sp>
      <p:sp>
        <p:nvSpPr>
          <p:cNvPr id="9" name="text-260">
            <a:extLst>
              <a:ext uri="{FF2B5EF4-FFF2-40B4-BE49-F238E27FC236}">
                <a16:creationId xmlns:a16="http://schemas.microsoft.com/office/drawing/2014/main" id="{0DF4C690-ACB8-47C6-AC30-74B4191FECB4}"/>
              </a:ext>
            </a:extLst>
          </p:cNvPr>
          <p:cNvSpPr>
            <a:spLocks noGrp="1"/>
          </p:cNvSpPr>
          <p:nvPr/>
        </p:nvSpPr>
        <p:spPr>
          <a:xfrm>
            <a:off x="6324600" y="4561523"/>
            <a:ext cx="2066925" cy="56197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מפתח</a:t>
            </a:r>
          </a:p>
        </p:txBody>
      </p:sp>
      <p:sp>
        <p:nvSpPr>
          <p:cNvPr id="10" name="line-261">
            <a:extLst>
              <a:ext uri="{FF2B5EF4-FFF2-40B4-BE49-F238E27FC236}">
                <a16:creationId xmlns:a16="http://schemas.microsoft.com/office/drawing/2014/main" id="{03C0836C-FDE2-48B3-9B89-C7E474780E38}"/>
              </a:ext>
            </a:extLst>
          </p:cNvPr>
          <p:cNvSpPr>
            <a:spLocks noGrp="1"/>
          </p:cNvSpPr>
          <p:nvPr/>
        </p:nvSpPr>
        <p:spPr>
          <a:xfrm>
            <a:off x="5429250" y="2190750"/>
            <a:ext cx="762000" cy="523875"/>
          </a:xfrm>
          <a:custGeom>
            <a:avLst/>
            <a:gdLst/>
            <a:ahLst/>
            <a:cxnLst/>
            <a:rect l="0" t="0" r="0" b="0"/>
            <a:pathLst>
              <a:path w="762000" h="523875">
                <a:moveTo>
                  <a:pt x="762000" y="0"/>
                </a:moveTo>
                <a:lnTo>
                  <a:pt x="0" y="523875"/>
                </a:lnTo>
              </a:path>
            </a:pathLst>
          </a:custGeom>
          <a:noFill/>
          <a:ln w="38100">
            <a:solidFill>
              <a:srgbClr val="88FF88"/>
            </a:solidFill>
          </a:ln>
        </p:spPr>
      </p:sp>
      <p:sp>
        <p:nvSpPr>
          <p:cNvPr id="11" name="line-262">
            <a:extLst>
              <a:ext uri="{FF2B5EF4-FFF2-40B4-BE49-F238E27FC236}">
                <a16:creationId xmlns:a16="http://schemas.microsoft.com/office/drawing/2014/main" id="{D7EE6037-A658-4D7B-BB49-F5C5B40E3DC1}"/>
              </a:ext>
            </a:extLst>
          </p:cNvPr>
          <p:cNvSpPr>
            <a:spLocks noGrp="1"/>
          </p:cNvSpPr>
          <p:nvPr/>
        </p:nvSpPr>
        <p:spPr>
          <a:xfrm>
            <a:off x="5429250" y="2610190"/>
            <a:ext cx="46451" cy="104435"/>
          </a:xfrm>
          <a:custGeom>
            <a:avLst/>
            <a:gdLst/>
            <a:ahLst/>
            <a:cxnLst/>
            <a:rect l="0" t="0" r="0" b="0"/>
            <a:pathLst>
              <a:path w="46451" h="104435">
                <a:moveTo>
                  <a:pt x="0" y="104435"/>
                </a:moveTo>
                <a:lnTo>
                  <a:pt x="46451" y="0"/>
                </a:lnTo>
              </a:path>
            </a:pathLst>
          </a:custGeom>
          <a:noFill/>
          <a:ln w="38100">
            <a:solidFill>
              <a:srgbClr val="88FF88"/>
            </a:solidFill>
          </a:ln>
        </p:spPr>
      </p:sp>
      <p:sp>
        <p:nvSpPr>
          <p:cNvPr id="12" name="line-263">
            <a:extLst>
              <a:ext uri="{FF2B5EF4-FFF2-40B4-BE49-F238E27FC236}">
                <a16:creationId xmlns:a16="http://schemas.microsoft.com/office/drawing/2014/main" id="{533F3C3F-08A7-4F82-A728-72970B505905}"/>
              </a:ext>
            </a:extLst>
          </p:cNvPr>
          <p:cNvSpPr>
            <a:spLocks noGrp="1"/>
          </p:cNvSpPr>
          <p:nvPr/>
        </p:nvSpPr>
        <p:spPr>
          <a:xfrm>
            <a:off x="5429250" y="2708651"/>
            <a:ext cx="114144" cy="9525"/>
          </a:xfrm>
          <a:custGeom>
            <a:avLst/>
            <a:gdLst/>
            <a:ahLst/>
            <a:cxnLst/>
            <a:rect l="0" t="0" r="0" b="0"/>
            <a:pathLst>
              <a:path w="114144" h="9525">
                <a:moveTo>
                  <a:pt x="0" y="5974"/>
                </a:moveTo>
                <a:lnTo>
                  <a:pt x="114144" y="0"/>
                </a:lnTo>
              </a:path>
            </a:pathLst>
          </a:custGeom>
          <a:noFill/>
          <a:ln w="38100">
            <a:solidFill>
              <a:srgbClr val="88FF88"/>
            </a:solidFill>
          </a:ln>
        </p:spPr>
      </p:sp>
      <p:sp>
        <p:nvSpPr>
          <p:cNvPr id="13" name="line-264">
            <a:extLst>
              <a:ext uri="{FF2B5EF4-FFF2-40B4-BE49-F238E27FC236}">
                <a16:creationId xmlns:a16="http://schemas.microsoft.com/office/drawing/2014/main" id="{A789FA1B-8E9D-4E86-8696-2BA36957CDDE}"/>
              </a:ext>
            </a:extLst>
          </p:cNvPr>
          <p:cNvSpPr>
            <a:spLocks noGrp="1"/>
          </p:cNvSpPr>
          <p:nvPr/>
        </p:nvSpPr>
        <p:spPr>
          <a:xfrm>
            <a:off x="5429250" y="3971925"/>
            <a:ext cx="762000" cy="742950"/>
          </a:xfrm>
          <a:custGeom>
            <a:avLst/>
            <a:gdLst/>
            <a:ahLst/>
            <a:cxnLst/>
            <a:rect l="0" t="0" r="0" b="0"/>
            <a:pathLst>
              <a:path w="762000" h="742950">
                <a:moveTo>
                  <a:pt x="762000" y="742950"/>
                </a:moveTo>
                <a:lnTo>
                  <a:pt x="0" y="0"/>
                </a:lnTo>
              </a:path>
            </a:pathLst>
          </a:custGeom>
          <a:noFill/>
          <a:ln w="38100">
            <a:solidFill>
              <a:srgbClr val="88FF88"/>
            </a:solidFill>
          </a:ln>
        </p:spPr>
      </p:sp>
      <p:sp>
        <p:nvSpPr>
          <p:cNvPr id="14" name="line-265">
            <a:extLst>
              <a:ext uri="{FF2B5EF4-FFF2-40B4-BE49-F238E27FC236}">
                <a16:creationId xmlns:a16="http://schemas.microsoft.com/office/drawing/2014/main" id="{ADD7737A-9A66-4004-BC6E-92B93E8D6F2D}"/>
              </a:ext>
            </a:extLst>
          </p:cNvPr>
          <p:cNvSpPr>
            <a:spLocks noGrp="1"/>
          </p:cNvSpPr>
          <p:nvPr/>
        </p:nvSpPr>
        <p:spPr>
          <a:xfrm>
            <a:off x="5429250" y="3971925"/>
            <a:ext cx="111476" cy="25249"/>
          </a:xfrm>
          <a:custGeom>
            <a:avLst/>
            <a:gdLst/>
            <a:ahLst/>
            <a:cxnLst/>
            <a:rect l="0" t="0" r="0" b="0"/>
            <a:pathLst>
              <a:path w="111476" h="25249">
                <a:moveTo>
                  <a:pt x="0" y="0"/>
                </a:moveTo>
                <a:lnTo>
                  <a:pt x="111476" y="25249"/>
                </a:lnTo>
              </a:path>
            </a:pathLst>
          </a:custGeom>
          <a:noFill/>
          <a:ln w="38100">
            <a:solidFill>
              <a:srgbClr val="88FF88"/>
            </a:solidFill>
          </a:ln>
        </p:spPr>
      </p:sp>
      <p:sp>
        <p:nvSpPr>
          <p:cNvPr id="15" name="line-266">
            <a:extLst>
              <a:ext uri="{FF2B5EF4-FFF2-40B4-BE49-F238E27FC236}">
                <a16:creationId xmlns:a16="http://schemas.microsoft.com/office/drawing/2014/main" id="{DB68A657-E008-41BB-BC9C-3C5CCD3459CF}"/>
              </a:ext>
            </a:extLst>
          </p:cNvPr>
          <p:cNvSpPr>
            <a:spLocks noGrp="1"/>
          </p:cNvSpPr>
          <p:nvPr/>
        </p:nvSpPr>
        <p:spPr>
          <a:xfrm>
            <a:off x="5429250" y="3971925"/>
            <a:ext cx="28063" cy="110801"/>
          </a:xfrm>
          <a:custGeom>
            <a:avLst/>
            <a:gdLst/>
            <a:ahLst/>
            <a:cxnLst/>
            <a:rect l="0" t="0" r="0" b="0"/>
            <a:pathLst>
              <a:path w="28063" h="110801">
                <a:moveTo>
                  <a:pt x="0" y="0"/>
                </a:moveTo>
                <a:lnTo>
                  <a:pt x="28063" y="110801"/>
                </a:lnTo>
              </a:path>
            </a:pathLst>
          </a:custGeom>
          <a:noFill/>
          <a:ln w="38100">
            <a:solidFill>
              <a:srgbClr val="88FF88"/>
            </a:solidFill>
          </a:ln>
        </p:spPr>
      </p:sp>
      <p:sp>
        <p:nvSpPr>
          <p:cNvPr id="16" name="shape-267">
            <a:extLst>
              <a:ext uri="{FF2B5EF4-FFF2-40B4-BE49-F238E27FC236}">
                <a16:creationId xmlns:a16="http://schemas.microsoft.com/office/drawing/2014/main" id="{D16D1FA7-F0AB-41CB-B037-DD419DF13D8E}"/>
              </a:ext>
            </a:extLst>
          </p:cNvPr>
          <p:cNvSpPr>
            <a:spLocks noGrp="1"/>
          </p:cNvSpPr>
          <p:nvPr/>
        </p:nvSpPr>
        <p:spPr>
          <a:xfrm>
            <a:off x="571500" y="2038350"/>
            <a:ext cx="2095500" cy="952500"/>
          </a:xfrm>
          <a:prstGeom prst="rect">
            <a:avLst/>
          </a:prstGeom>
          <a:solidFill>
            <a:srgbClr val="25282B"/>
          </a:solidFill>
          <a:ln w="19050">
            <a:solidFill>
              <a:srgbClr val="42AFFA"/>
            </a:solidFill>
          </a:ln>
        </p:spPr>
      </p:sp>
      <p:sp>
        <p:nvSpPr>
          <p:cNvPr id="17" name="shape-268">
            <a:extLst>
              <a:ext uri="{FF2B5EF4-FFF2-40B4-BE49-F238E27FC236}">
                <a16:creationId xmlns:a16="http://schemas.microsoft.com/office/drawing/2014/main" id="{E19D66DB-5DC6-47CB-9780-C6EB27C09DC6}"/>
              </a:ext>
            </a:extLst>
          </p:cNvPr>
          <p:cNvSpPr>
            <a:spLocks noGrp="1"/>
          </p:cNvSpPr>
          <p:nvPr/>
        </p:nvSpPr>
        <p:spPr>
          <a:xfrm>
            <a:off x="685800" y="1847850"/>
            <a:ext cx="880110" cy="209550"/>
          </a:xfrm>
          <a:prstGeom prst="rect">
            <a:avLst/>
          </a:prstGeom>
          <a:solidFill>
            <a:srgbClr val="25282B"/>
          </a:solidFill>
          <a:ln w="19050">
            <a:solidFill>
              <a:srgbClr val="42AFFA"/>
            </a:solidFill>
          </a:ln>
        </p:spPr>
      </p:sp>
      <p:sp>
        <p:nvSpPr>
          <p:cNvPr id="18" name="text-269">
            <a:extLst>
              <a:ext uri="{FF2B5EF4-FFF2-40B4-BE49-F238E27FC236}">
                <a16:creationId xmlns:a16="http://schemas.microsoft.com/office/drawing/2014/main" id="{E67CA9F1-34EA-4769-B32C-0B5C68B1363D}"/>
              </a:ext>
            </a:extLst>
          </p:cNvPr>
          <p:cNvSpPr>
            <a:spLocks noGrp="1"/>
          </p:cNvSpPr>
          <p:nvPr/>
        </p:nvSpPr>
        <p:spPr>
          <a:xfrm>
            <a:off x="723900" y="2295525"/>
            <a:ext cx="1790700" cy="457200"/>
          </a:xfrm>
          <a:prstGeom prst="rect">
            <a:avLst/>
          </a:prstGeom>
          <a:noFill/>
          <a:ln w="0">
            <a:noFill/>
          </a:ln>
        </p:spPr>
        <p:txBody>
          <a:bodyPr wrap="none" lIns="0" tIns="0" rIns="0" bIns="0" anchor="t">
            <a:noAutofit/>
          </a:bodyPr>
          <a:lstStyle>
            <a:defPPr algn="l">
              <a:defRPr sz="2025" b="0">
                <a:solidFill>
                  <a:srgbClr val="42AFFA"/>
                </a:solidFill>
                <a:latin typeface="Consolas"/>
                <a:ea typeface="Consolas"/>
                <a:cs typeface="Consolas"/>
              </a:defRPr>
            </a:defPPr>
            <a:lvl1pPr algn="l">
              <a:defRPr sz="2025" b="0">
                <a:solidFill>
                  <a:srgbClr val="42AFFA"/>
                </a:solidFill>
                <a:latin typeface="Consolas"/>
                <a:ea typeface="Consolas"/>
                <a:cs typeface="Consolas"/>
              </a:defRPr>
            </a:lvl1pPr>
            <a:lvl2pPr algn="l">
              <a:defRPr sz="2025" b="0">
                <a:solidFill>
                  <a:srgbClr val="42AFFA"/>
                </a:solidFill>
                <a:latin typeface="Consolas"/>
                <a:ea typeface="Consolas"/>
                <a:cs typeface="Consolas"/>
              </a:defRPr>
            </a:lvl2pPr>
            <a:lvl3pPr algn="l">
              <a:defRPr sz="2025" b="0">
                <a:solidFill>
                  <a:srgbClr val="42AFFA"/>
                </a:solidFill>
                <a:latin typeface="Consolas"/>
                <a:ea typeface="Consolas"/>
                <a:cs typeface="Consolas"/>
              </a:defRPr>
            </a:lvl3pPr>
            <a:lvl4pPr algn="l">
              <a:defRPr sz="2025" b="0">
                <a:solidFill>
                  <a:srgbClr val="42AFFA"/>
                </a:solidFill>
                <a:latin typeface="Consolas"/>
                <a:ea typeface="Consolas"/>
                <a:cs typeface="Consolas"/>
              </a:defRPr>
            </a:lvl4pPr>
            <a:lvl5pPr algn="l">
              <a:defRPr sz="2025" b="0">
                <a:solidFill>
                  <a:srgbClr val="42AFFA"/>
                </a:solidFill>
                <a:latin typeface="Consolas"/>
                <a:ea typeface="Consolas"/>
                <a:cs typeface="Consolas"/>
              </a:defRPr>
            </a:lvl5pPr>
            <a:lvl6pPr algn="l">
              <a:defRPr sz="2025" b="0">
                <a:solidFill>
                  <a:srgbClr val="42AFFA"/>
                </a:solidFill>
                <a:latin typeface="Consolas"/>
                <a:ea typeface="Consolas"/>
                <a:cs typeface="Consolas"/>
              </a:defRPr>
            </a:lvl6pPr>
            <a:lvl7pPr algn="l">
              <a:defRPr sz="2025" b="0">
                <a:solidFill>
                  <a:srgbClr val="42AFFA"/>
                </a:solidFill>
                <a:latin typeface="Consolas"/>
                <a:ea typeface="Consolas"/>
                <a:cs typeface="Consolas"/>
              </a:defRPr>
            </a:lvl7pPr>
            <a:lvl8pPr algn="l">
              <a:defRPr sz="2025" b="0">
                <a:solidFill>
                  <a:srgbClr val="42AFFA"/>
                </a:solidFill>
                <a:latin typeface="Consolas"/>
                <a:ea typeface="Consolas"/>
                <a:cs typeface="Consolas"/>
              </a:defRPr>
            </a:lvl8pPr>
            <a:lvl9pPr algn="l">
              <a:defRPr sz="2025" b="0">
                <a:solidFill>
                  <a:srgbClr val="42AFFA"/>
                </a:solidFill>
                <a:latin typeface="Consolas"/>
                <a:ea typeface="Consolas"/>
                <a:cs typeface="Consolas"/>
              </a:defRPr>
            </a:lvl9pPr>
          </a:lstStyle>
          <a:p>
            <a:pPr algn="l" rtl="0">
              <a:lnSpc>
                <a:spcPct val="108000"/>
              </a:lnSpc>
              <a:buNone/>
              <a:defRPr sz="2025" b="0">
                <a:solidFill>
                  <a:srgbClr val="42AFFA"/>
                </a:solidFill>
                <a:latin typeface="Consolas"/>
                <a:ea typeface="Consolas"/>
                <a:cs typeface="Consolas"/>
              </a:defRPr>
            </a:pPr>
            <a:r>
              <a:rPr lang="en-US" sz="2025" b="0">
                <a:solidFill>
                  <a:srgbClr val="42AFFA"/>
                </a:solidFill>
                <a:latin typeface="Consolas"/>
                <a:ea typeface="Consolas"/>
                <a:cs typeface="Consolas"/>
              </a:rPr>
              <a:t>game-one</a:t>
            </a:r>
          </a:p>
        </p:txBody>
      </p:sp>
      <p:sp>
        <p:nvSpPr>
          <p:cNvPr id="19" name="shape-270">
            <a:extLst>
              <a:ext uri="{FF2B5EF4-FFF2-40B4-BE49-F238E27FC236}">
                <a16:creationId xmlns:a16="http://schemas.microsoft.com/office/drawing/2014/main" id="{F385BBAA-777D-4299-895C-7390ED087C3B}"/>
              </a:ext>
            </a:extLst>
          </p:cNvPr>
          <p:cNvSpPr>
            <a:spLocks noGrp="1"/>
          </p:cNvSpPr>
          <p:nvPr/>
        </p:nvSpPr>
        <p:spPr>
          <a:xfrm>
            <a:off x="571500" y="4181475"/>
            <a:ext cx="2095500" cy="952500"/>
          </a:xfrm>
          <a:prstGeom prst="rect">
            <a:avLst/>
          </a:prstGeom>
          <a:solidFill>
            <a:srgbClr val="25282B"/>
          </a:solidFill>
          <a:ln w="19050">
            <a:solidFill>
              <a:srgbClr val="42AFFA"/>
            </a:solidFill>
          </a:ln>
        </p:spPr>
      </p:sp>
      <p:sp>
        <p:nvSpPr>
          <p:cNvPr id="20" name="shape-271">
            <a:extLst>
              <a:ext uri="{FF2B5EF4-FFF2-40B4-BE49-F238E27FC236}">
                <a16:creationId xmlns:a16="http://schemas.microsoft.com/office/drawing/2014/main" id="{C6C19023-77B4-4254-8096-97FBBEFE27B7}"/>
              </a:ext>
            </a:extLst>
          </p:cNvPr>
          <p:cNvSpPr>
            <a:spLocks noGrp="1"/>
          </p:cNvSpPr>
          <p:nvPr/>
        </p:nvSpPr>
        <p:spPr>
          <a:xfrm>
            <a:off x="685800" y="3990975"/>
            <a:ext cx="880110" cy="209550"/>
          </a:xfrm>
          <a:prstGeom prst="rect">
            <a:avLst/>
          </a:prstGeom>
          <a:solidFill>
            <a:srgbClr val="25282B"/>
          </a:solidFill>
          <a:ln w="19050">
            <a:solidFill>
              <a:srgbClr val="42AFFA"/>
            </a:solidFill>
          </a:ln>
        </p:spPr>
      </p:sp>
      <p:sp>
        <p:nvSpPr>
          <p:cNvPr id="21" name="text-272">
            <a:extLst>
              <a:ext uri="{FF2B5EF4-FFF2-40B4-BE49-F238E27FC236}">
                <a16:creationId xmlns:a16="http://schemas.microsoft.com/office/drawing/2014/main" id="{6716BB5A-BE98-4F5B-8DF5-1EABA67B24D6}"/>
              </a:ext>
            </a:extLst>
          </p:cNvPr>
          <p:cNvSpPr>
            <a:spLocks noGrp="1"/>
          </p:cNvSpPr>
          <p:nvPr/>
        </p:nvSpPr>
        <p:spPr>
          <a:xfrm>
            <a:off x="723900" y="4438650"/>
            <a:ext cx="1790700" cy="457200"/>
          </a:xfrm>
          <a:prstGeom prst="rect">
            <a:avLst/>
          </a:prstGeom>
          <a:noFill/>
          <a:ln w="0">
            <a:noFill/>
          </a:ln>
        </p:spPr>
        <p:txBody>
          <a:bodyPr wrap="none" lIns="0" tIns="0" rIns="0" bIns="0" anchor="t">
            <a:noAutofit/>
          </a:bodyPr>
          <a:lstStyle>
            <a:defPPr algn="l">
              <a:defRPr sz="2025" b="0">
                <a:solidFill>
                  <a:srgbClr val="42AFFA"/>
                </a:solidFill>
                <a:latin typeface="Consolas"/>
                <a:ea typeface="Consolas"/>
                <a:cs typeface="Consolas"/>
              </a:defRPr>
            </a:defPPr>
            <a:lvl1pPr algn="l">
              <a:defRPr sz="2025" b="0">
                <a:solidFill>
                  <a:srgbClr val="42AFFA"/>
                </a:solidFill>
                <a:latin typeface="Consolas"/>
                <a:ea typeface="Consolas"/>
                <a:cs typeface="Consolas"/>
              </a:defRPr>
            </a:lvl1pPr>
            <a:lvl2pPr algn="l">
              <a:defRPr sz="2025" b="0">
                <a:solidFill>
                  <a:srgbClr val="42AFFA"/>
                </a:solidFill>
                <a:latin typeface="Consolas"/>
                <a:ea typeface="Consolas"/>
                <a:cs typeface="Consolas"/>
              </a:defRPr>
            </a:lvl2pPr>
            <a:lvl3pPr algn="l">
              <a:defRPr sz="2025" b="0">
                <a:solidFill>
                  <a:srgbClr val="42AFFA"/>
                </a:solidFill>
                <a:latin typeface="Consolas"/>
                <a:ea typeface="Consolas"/>
                <a:cs typeface="Consolas"/>
              </a:defRPr>
            </a:lvl3pPr>
            <a:lvl4pPr algn="l">
              <a:defRPr sz="2025" b="0">
                <a:solidFill>
                  <a:srgbClr val="42AFFA"/>
                </a:solidFill>
                <a:latin typeface="Consolas"/>
                <a:ea typeface="Consolas"/>
                <a:cs typeface="Consolas"/>
              </a:defRPr>
            </a:lvl4pPr>
            <a:lvl5pPr algn="l">
              <a:defRPr sz="2025" b="0">
                <a:solidFill>
                  <a:srgbClr val="42AFFA"/>
                </a:solidFill>
                <a:latin typeface="Consolas"/>
                <a:ea typeface="Consolas"/>
                <a:cs typeface="Consolas"/>
              </a:defRPr>
            </a:lvl5pPr>
            <a:lvl6pPr algn="l">
              <a:defRPr sz="2025" b="0">
                <a:solidFill>
                  <a:srgbClr val="42AFFA"/>
                </a:solidFill>
                <a:latin typeface="Consolas"/>
                <a:ea typeface="Consolas"/>
                <a:cs typeface="Consolas"/>
              </a:defRPr>
            </a:lvl6pPr>
            <a:lvl7pPr algn="l">
              <a:defRPr sz="2025" b="0">
                <a:solidFill>
                  <a:srgbClr val="42AFFA"/>
                </a:solidFill>
                <a:latin typeface="Consolas"/>
                <a:ea typeface="Consolas"/>
                <a:cs typeface="Consolas"/>
              </a:defRPr>
            </a:lvl7pPr>
            <a:lvl8pPr algn="l">
              <a:defRPr sz="2025" b="0">
                <a:solidFill>
                  <a:srgbClr val="42AFFA"/>
                </a:solidFill>
                <a:latin typeface="Consolas"/>
                <a:ea typeface="Consolas"/>
                <a:cs typeface="Consolas"/>
              </a:defRPr>
            </a:lvl8pPr>
            <a:lvl9pPr algn="l">
              <a:defRPr sz="2025" b="0">
                <a:solidFill>
                  <a:srgbClr val="42AFFA"/>
                </a:solidFill>
                <a:latin typeface="Consolas"/>
                <a:ea typeface="Consolas"/>
                <a:cs typeface="Consolas"/>
              </a:defRPr>
            </a:lvl9pPr>
          </a:lstStyle>
          <a:p>
            <a:pPr algn="l" rtl="0">
              <a:lnSpc>
                <a:spcPct val="108000"/>
              </a:lnSpc>
              <a:buNone/>
              <a:defRPr sz="2025" b="0">
                <a:solidFill>
                  <a:srgbClr val="42AFFA"/>
                </a:solidFill>
                <a:latin typeface="Consolas"/>
                <a:ea typeface="Consolas"/>
                <a:cs typeface="Consolas"/>
              </a:defRPr>
            </a:pPr>
            <a:r>
              <a:rPr lang="en-US" sz="2025" b="0">
                <a:solidFill>
                  <a:srgbClr val="42AFFA"/>
                </a:solidFill>
                <a:latin typeface="Consolas"/>
                <a:ea typeface="Consolas"/>
                <a:cs typeface="Consolas"/>
              </a:rPr>
              <a:t>game-two</a:t>
            </a:r>
          </a:p>
        </p:txBody>
      </p:sp>
      <p:sp>
        <p:nvSpPr>
          <p:cNvPr id="22" name="line-273">
            <a:extLst>
              <a:ext uri="{FF2B5EF4-FFF2-40B4-BE49-F238E27FC236}">
                <a16:creationId xmlns:a16="http://schemas.microsoft.com/office/drawing/2014/main" id="{3D4DD019-6A66-48B2-82F3-3CBB8B588982}"/>
              </a:ext>
            </a:extLst>
          </p:cNvPr>
          <p:cNvSpPr>
            <a:spLocks noGrp="1"/>
          </p:cNvSpPr>
          <p:nvPr/>
        </p:nvSpPr>
        <p:spPr>
          <a:xfrm>
            <a:off x="2571750" y="2809875"/>
            <a:ext cx="285750" cy="381000"/>
          </a:xfrm>
          <a:custGeom>
            <a:avLst/>
            <a:gdLst/>
            <a:ahLst/>
            <a:cxnLst/>
            <a:rect l="0" t="0" r="0" b="0"/>
            <a:pathLst>
              <a:path w="285750" h="381000">
                <a:moveTo>
                  <a:pt x="285750" y="381000"/>
                </a:moveTo>
                <a:lnTo>
                  <a:pt x="0" y="0"/>
                </a:lnTo>
              </a:path>
            </a:pathLst>
          </a:custGeom>
          <a:noFill/>
          <a:ln w="38100">
            <a:solidFill>
              <a:srgbClr val="42AFFA"/>
            </a:solidFill>
          </a:ln>
        </p:spPr>
      </p:sp>
      <p:sp>
        <p:nvSpPr>
          <p:cNvPr id="23" name="line-274">
            <a:extLst>
              <a:ext uri="{FF2B5EF4-FFF2-40B4-BE49-F238E27FC236}">
                <a16:creationId xmlns:a16="http://schemas.microsoft.com/office/drawing/2014/main" id="{F188DC45-CD3B-4D8D-8C7A-A214BABDEFC8}"/>
              </a:ext>
            </a:extLst>
          </p:cNvPr>
          <p:cNvSpPr>
            <a:spLocks noGrp="1"/>
          </p:cNvSpPr>
          <p:nvPr/>
        </p:nvSpPr>
        <p:spPr>
          <a:xfrm>
            <a:off x="2571750" y="2809875"/>
            <a:ext cx="106261" cy="42109"/>
          </a:xfrm>
          <a:custGeom>
            <a:avLst/>
            <a:gdLst/>
            <a:ahLst/>
            <a:cxnLst/>
            <a:rect l="0" t="0" r="0" b="0"/>
            <a:pathLst>
              <a:path w="106261" h="42109">
                <a:moveTo>
                  <a:pt x="0" y="0"/>
                </a:moveTo>
                <a:lnTo>
                  <a:pt x="106261" y="42109"/>
                </a:lnTo>
              </a:path>
            </a:pathLst>
          </a:custGeom>
          <a:noFill/>
          <a:ln w="38100">
            <a:solidFill>
              <a:srgbClr val="42AFFA"/>
            </a:solidFill>
          </a:ln>
        </p:spPr>
      </p:sp>
      <p:sp>
        <p:nvSpPr>
          <p:cNvPr id="24" name="line-275">
            <a:extLst>
              <a:ext uri="{FF2B5EF4-FFF2-40B4-BE49-F238E27FC236}">
                <a16:creationId xmlns:a16="http://schemas.microsoft.com/office/drawing/2014/main" id="{6C5E7904-70AE-40D7-8F7E-8C4284DFC6FB}"/>
              </a:ext>
            </a:extLst>
          </p:cNvPr>
          <p:cNvSpPr>
            <a:spLocks noGrp="1"/>
          </p:cNvSpPr>
          <p:nvPr/>
        </p:nvSpPr>
        <p:spPr>
          <a:xfrm>
            <a:off x="2571750" y="2809875"/>
            <a:ext cx="10672" cy="113801"/>
          </a:xfrm>
          <a:custGeom>
            <a:avLst/>
            <a:gdLst/>
            <a:ahLst/>
            <a:cxnLst/>
            <a:rect l="0" t="0" r="0" b="0"/>
            <a:pathLst>
              <a:path w="10672" h="113801">
                <a:moveTo>
                  <a:pt x="0" y="0"/>
                </a:moveTo>
                <a:lnTo>
                  <a:pt x="10672" y="113801"/>
                </a:lnTo>
              </a:path>
            </a:pathLst>
          </a:custGeom>
          <a:noFill/>
          <a:ln w="38100">
            <a:solidFill>
              <a:srgbClr val="42AFFA"/>
            </a:solidFill>
          </a:ln>
        </p:spPr>
      </p:sp>
      <p:sp>
        <p:nvSpPr>
          <p:cNvPr id="25" name="line-276">
            <a:extLst>
              <a:ext uri="{FF2B5EF4-FFF2-40B4-BE49-F238E27FC236}">
                <a16:creationId xmlns:a16="http://schemas.microsoft.com/office/drawing/2014/main" id="{7E8EA303-B1D3-45F7-B830-35D746C4C2F7}"/>
              </a:ext>
            </a:extLst>
          </p:cNvPr>
          <p:cNvSpPr>
            <a:spLocks noGrp="1"/>
          </p:cNvSpPr>
          <p:nvPr/>
        </p:nvSpPr>
        <p:spPr>
          <a:xfrm>
            <a:off x="2571750" y="3476625"/>
            <a:ext cx="285750" cy="857250"/>
          </a:xfrm>
          <a:custGeom>
            <a:avLst/>
            <a:gdLst/>
            <a:ahLst/>
            <a:cxnLst/>
            <a:rect l="0" t="0" r="0" b="0"/>
            <a:pathLst>
              <a:path w="285750" h="857250">
                <a:moveTo>
                  <a:pt x="285750" y="0"/>
                </a:moveTo>
                <a:lnTo>
                  <a:pt x="0" y="857250"/>
                </a:lnTo>
              </a:path>
            </a:pathLst>
          </a:custGeom>
          <a:noFill/>
          <a:ln w="38100">
            <a:solidFill>
              <a:srgbClr val="42AFFA"/>
            </a:solidFill>
          </a:ln>
        </p:spPr>
      </p:sp>
      <p:sp>
        <p:nvSpPr>
          <p:cNvPr id="26" name="line-277">
            <a:extLst>
              <a:ext uri="{FF2B5EF4-FFF2-40B4-BE49-F238E27FC236}">
                <a16:creationId xmlns:a16="http://schemas.microsoft.com/office/drawing/2014/main" id="{AF821088-0C9C-44D9-8AE6-9F50FE66953D}"/>
              </a:ext>
            </a:extLst>
          </p:cNvPr>
          <p:cNvSpPr>
            <a:spLocks noGrp="1"/>
          </p:cNvSpPr>
          <p:nvPr/>
        </p:nvSpPr>
        <p:spPr>
          <a:xfrm>
            <a:off x="2545887" y="4222539"/>
            <a:ext cx="25863" cy="111336"/>
          </a:xfrm>
          <a:custGeom>
            <a:avLst/>
            <a:gdLst/>
            <a:ahLst/>
            <a:cxnLst/>
            <a:rect l="0" t="0" r="0" b="0"/>
            <a:pathLst>
              <a:path w="25863" h="111336">
                <a:moveTo>
                  <a:pt x="25863" y="111336"/>
                </a:moveTo>
                <a:lnTo>
                  <a:pt x="0" y="0"/>
                </a:lnTo>
              </a:path>
            </a:pathLst>
          </a:custGeom>
          <a:noFill/>
          <a:ln w="38100">
            <a:solidFill>
              <a:srgbClr val="42AFFA"/>
            </a:solidFill>
          </a:ln>
        </p:spPr>
      </p:sp>
      <p:sp>
        <p:nvSpPr>
          <p:cNvPr id="27" name="line-278">
            <a:extLst>
              <a:ext uri="{FF2B5EF4-FFF2-40B4-BE49-F238E27FC236}">
                <a16:creationId xmlns:a16="http://schemas.microsoft.com/office/drawing/2014/main" id="{263FF0CB-123F-41C4-BB92-F402BC22014F}"/>
              </a:ext>
            </a:extLst>
          </p:cNvPr>
          <p:cNvSpPr>
            <a:spLocks noGrp="1"/>
          </p:cNvSpPr>
          <p:nvPr/>
        </p:nvSpPr>
        <p:spPr>
          <a:xfrm>
            <a:off x="2571750" y="4260324"/>
            <a:ext cx="87492" cy="73551"/>
          </a:xfrm>
          <a:custGeom>
            <a:avLst/>
            <a:gdLst/>
            <a:ahLst/>
            <a:cxnLst/>
            <a:rect l="0" t="0" r="0" b="0"/>
            <a:pathLst>
              <a:path w="87492" h="73551">
                <a:moveTo>
                  <a:pt x="0" y="73551"/>
                </a:moveTo>
                <a:lnTo>
                  <a:pt x="87492" y="0"/>
                </a:lnTo>
              </a:path>
            </a:pathLst>
          </a:custGeom>
          <a:noFill/>
          <a:ln w="38100">
            <a:solidFill>
              <a:srgbClr val="42AFFA"/>
            </a:solidFill>
          </a:ln>
        </p:spPr>
      </p:sp>
      <p:sp>
        <p:nvSpPr>
          <p:cNvPr id="28" name="text-279">
            <a:extLst>
              <a:ext uri="{FF2B5EF4-FFF2-40B4-BE49-F238E27FC236}">
                <a16:creationId xmlns:a16="http://schemas.microsoft.com/office/drawing/2014/main" id="{3BA6FE28-8C57-4F35-A606-72CA5D988F28}"/>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נותנים גישה למשחקים וקרדיט לכל חברי הצוות</a:t>
            </a:r>
          </a:p>
        </p:txBody>
      </p:sp>
    </p:spTree>
    <p:extLst>
      <p:ext uri="{BB962C8B-B14F-4D97-AF65-F5344CB8AC3E}">
        <p14:creationId xmlns:p14="http://schemas.microsoft.com/office/powerpoint/2010/main" val="1031820455"/>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2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2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2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2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2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2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2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2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2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2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20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2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8"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4" name="text-280">
            <a:extLst>
              <a:ext uri="{FF2B5EF4-FFF2-40B4-BE49-F238E27FC236}">
                <a16:creationId xmlns:a16="http://schemas.microsoft.com/office/drawing/2014/main" id="{E5FB0B52-16B5-445C-AB32-B794746A4262}"/>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אותו חשבון, צוות משותף</a:t>
            </a:r>
          </a:p>
        </p:txBody>
      </p:sp>
      <p:sp>
        <p:nvSpPr>
          <p:cNvPr id="2" name="text-281">
            <a:extLst>
              <a:ext uri="{FF2B5EF4-FFF2-40B4-BE49-F238E27FC236}">
                <a16:creationId xmlns:a16="http://schemas.microsoft.com/office/drawing/2014/main" id="{A69F3358-C9B4-48F9-A07C-4C11956333A8}"/>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18</a:t>
            </a:r>
          </a:p>
        </p:txBody>
      </p:sp>
      <p:sp>
        <p:nvSpPr>
          <p:cNvPr id="3" name="shape-282">
            <a:extLst>
              <a:ext uri="{FF2B5EF4-FFF2-40B4-BE49-F238E27FC236}">
                <a16:creationId xmlns:a16="http://schemas.microsoft.com/office/drawing/2014/main" id="{02CD751E-99D1-430D-84A2-A1CD9C1DC327}"/>
              </a:ext>
            </a:extLst>
          </p:cNvPr>
          <p:cNvSpPr>
            <a:spLocks noGrp="1"/>
          </p:cNvSpPr>
          <p:nvPr/>
        </p:nvSpPr>
        <p:spPr>
          <a:xfrm>
            <a:off x="5429250" y="1619250"/>
            <a:ext cx="3143250" cy="952500"/>
          </a:xfrm>
          <a:prstGeom prst="rect">
            <a:avLst/>
          </a:prstGeom>
          <a:solidFill>
            <a:srgbClr val="25282B"/>
          </a:solidFill>
          <a:ln w="19050">
            <a:solidFill>
              <a:srgbClr val="88FF88"/>
            </a:solidFill>
          </a:ln>
        </p:spPr>
      </p:sp>
      <p:sp>
        <p:nvSpPr>
          <p:cNvPr id="4" name="text-283">
            <a:extLst>
              <a:ext uri="{FF2B5EF4-FFF2-40B4-BE49-F238E27FC236}">
                <a16:creationId xmlns:a16="http://schemas.microsoft.com/office/drawing/2014/main" id="{7558C510-100A-4C1A-BC2C-649793D7DD93}"/>
              </a:ext>
            </a:extLst>
          </p:cNvPr>
          <p:cNvSpPr>
            <a:spLocks noGrp="1"/>
          </p:cNvSpPr>
          <p:nvPr/>
        </p:nvSpPr>
        <p:spPr>
          <a:xfrm>
            <a:off x="5562600" y="1912620"/>
            <a:ext cx="2876550" cy="8001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החשבון הקיים שלכם</a:t>
            </a:r>
          </a:p>
        </p:txBody>
      </p:sp>
      <p:sp>
        <p:nvSpPr>
          <p:cNvPr id="5" name="shape-284">
            <a:extLst>
              <a:ext uri="{FF2B5EF4-FFF2-40B4-BE49-F238E27FC236}">
                <a16:creationId xmlns:a16="http://schemas.microsoft.com/office/drawing/2014/main" id="{5372C339-DBA5-4E28-BE3E-A37AB1C21BB7}"/>
              </a:ext>
            </a:extLst>
          </p:cNvPr>
          <p:cNvSpPr>
            <a:spLocks noGrp="1"/>
          </p:cNvSpPr>
          <p:nvPr/>
        </p:nvSpPr>
        <p:spPr>
          <a:xfrm>
            <a:off x="571500" y="1619250"/>
            <a:ext cx="3143250" cy="952500"/>
          </a:xfrm>
          <a:prstGeom prst="rect">
            <a:avLst/>
          </a:prstGeom>
          <a:solidFill>
            <a:srgbClr val="25282B"/>
          </a:solidFill>
          <a:ln w="19050">
            <a:solidFill>
              <a:srgbClr val="8888FF"/>
            </a:solidFill>
          </a:ln>
        </p:spPr>
      </p:sp>
      <p:sp>
        <p:nvSpPr>
          <p:cNvPr id="6" name="text-285">
            <a:extLst>
              <a:ext uri="{FF2B5EF4-FFF2-40B4-BE49-F238E27FC236}">
                <a16:creationId xmlns:a16="http://schemas.microsoft.com/office/drawing/2014/main" id="{0E4768E7-E91F-415B-B08D-25C030DAE6A8}"/>
              </a:ext>
            </a:extLst>
          </p:cNvPr>
          <p:cNvSpPr>
            <a:spLocks noGrp="1"/>
          </p:cNvSpPr>
          <p:nvPr/>
        </p:nvSpPr>
        <p:spPr>
          <a:xfrm>
            <a:off x="704850" y="1901190"/>
            <a:ext cx="2876550" cy="800100"/>
          </a:xfrm>
          <a:prstGeom prst="rect">
            <a:avLst/>
          </a:prstGeom>
          <a:noFill/>
          <a:ln w="0">
            <a:noFill/>
          </a:ln>
        </p:spPr>
        <p:txBody>
          <a:bodyPr wrap="square" lIns="0" tIns="0" rIns="0" bIns="0" anchor="t">
            <a:noAutofit/>
          </a:bodyPr>
          <a:lstStyle>
            <a:defPPr algn="ctr">
              <a:defRPr sz="2550" b="0">
                <a:solidFill>
                  <a:srgbClr val="F7F7F7"/>
                </a:solidFill>
                <a:latin typeface="Arial"/>
                <a:ea typeface="Arial"/>
                <a:cs typeface="Arial"/>
              </a:defRPr>
            </a:defPPr>
            <a:lvl1pPr algn="ctr">
              <a:defRPr sz="2550" b="0">
                <a:solidFill>
                  <a:srgbClr val="F7F7F7"/>
                </a:solidFill>
                <a:latin typeface="Arial"/>
                <a:ea typeface="Arial"/>
                <a:cs typeface="Arial"/>
              </a:defRPr>
            </a:lvl1pPr>
            <a:lvl2pPr algn="ctr">
              <a:defRPr sz="2550" b="0">
                <a:solidFill>
                  <a:srgbClr val="F7F7F7"/>
                </a:solidFill>
                <a:latin typeface="Arial"/>
                <a:ea typeface="Arial"/>
                <a:cs typeface="Arial"/>
              </a:defRPr>
            </a:lvl2pPr>
            <a:lvl3pPr algn="ctr">
              <a:defRPr sz="2550" b="0">
                <a:solidFill>
                  <a:srgbClr val="F7F7F7"/>
                </a:solidFill>
                <a:latin typeface="Arial"/>
                <a:ea typeface="Arial"/>
                <a:cs typeface="Arial"/>
              </a:defRPr>
            </a:lvl3pPr>
            <a:lvl4pPr algn="ctr">
              <a:defRPr sz="2550" b="0">
                <a:solidFill>
                  <a:srgbClr val="F7F7F7"/>
                </a:solidFill>
                <a:latin typeface="Arial"/>
                <a:ea typeface="Arial"/>
                <a:cs typeface="Arial"/>
              </a:defRPr>
            </a:lvl4pPr>
            <a:lvl5pPr algn="ctr">
              <a:defRPr sz="2550" b="0">
                <a:solidFill>
                  <a:srgbClr val="F7F7F7"/>
                </a:solidFill>
                <a:latin typeface="Arial"/>
                <a:ea typeface="Arial"/>
                <a:cs typeface="Arial"/>
              </a:defRPr>
            </a:lvl5pPr>
            <a:lvl6pPr algn="ctr">
              <a:defRPr sz="2550" b="0">
                <a:solidFill>
                  <a:srgbClr val="F7F7F7"/>
                </a:solidFill>
                <a:latin typeface="Arial"/>
                <a:ea typeface="Arial"/>
                <a:cs typeface="Arial"/>
              </a:defRPr>
            </a:lvl6pPr>
            <a:lvl7pPr algn="ctr">
              <a:defRPr sz="2550" b="0">
                <a:solidFill>
                  <a:srgbClr val="F7F7F7"/>
                </a:solidFill>
                <a:latin typeface="Arial"/>
                <a:ea typeface="Arial"/>
                <a:cs typeface="Arial"/>
              </a:defRPr>
            </a:lvl7pPr>
            <a:lvl8pPr algn="ctr">
              <a:defRPr sz="2550" b="0">
                <a:solidFill>
                  <a:srgbClr val="F7F7F7"/>
                </a:solidFill>
                <a:latin typeface="Arial"/>
                <a:ea typeface="Arial"/>
                <a:cs typeface="Arial"/>
              </a:defRPr>
            </a:lvl8pPr>
            <a:lvl9pPr algn="ctr">
              <a:defRPr sz="2550" b="0">
                <a:solidFill>
                  <a:srgbClr val="F7F7F7"/>
                </a:solidFill>
                <a:latin typeface="Arial"/>
                <a:ea typeface="Arial"/>
                <a:cs typeface="Arial"/>
              </a:defRPr>
            </a:lvl9pPr>
          </a:lstStyle>
          <a:p>
            <a:pPr algn="ctr" rtl="0">
              <a:lnSpc>
                <a:spcPct val="108000"/>
              </a:lnSpc>
              <a:buNone/>
              <a:defRPr sz="2550" b="0">
                <a:solidFill>
                  <a:srgbClr val="F7F7F7"/>
                </a:solidFill>
                <a:latin typeface="Arial"/>
                <a:ea typeface="Arial"/>
                <a:cs typeface="Arial"/>
              </a:defRPr>
            </a:pPr>
            <a:r>
              <a:rPr lang="en-US" sz="2550" b="0">
                <a:solidFill>
                  <a:srgbClr val="F7F7F7"/>
                </a:solidFill>
                <a:latin typeface="Arial"/>
                <a:ea typeface="Arial"/>
                <a:cs typeface="Arial"/>
              </a:rPr>
              <a:t>Organization</a:t>
            </a:r>
          </a:p>
        </p:txBody>
      </p:sp>
      <p:sp>
        <p:nvSpPr>
          <p:cNvPr id="7" name="line-286">
            <a:extLst>
              <a:ext uri="{FF2B5EF4-FFF2-40B4-BE49-F238E27FC236}">
                <a16:creationId xmlns:a16="http://schemas.microsoft.com/office/drawing/2014/main" id="{30CCB4AF-96CF-4A80-858B-EF2C21944641}"/>
              </a:ext>
            </a:extLst>
          </p:cNvPr>
          <p:cNvSpPr>
            <a:spLocks noGrp="1"/>
          </p:cNvSpPr>
          <p:nvPr/>
        </p:nvSpPr>
        <p:spPr>
          <a:xfrm>
            <a:off x="3857625" y="2095500"/>
            <a:ext cx="1428750" cy="9525"/>
          </a:xfrm>
          <a:custGeom>
            <a:avLst/>
            <a:gdLst/>
            <a:ahLst/>
            <a:cxnLst/>
            <a:rect l="0" t="0" r="0" b="0"/>
            <a:pathLst>
              <a:path w="1428750" h="9525">
                <a:moveTo>
                  <a:pt x="1428750" y="0"/>
                </a:moveTo>
                <a:lnTo>
                  <a:pt x="0" y="0"/>
                </a:lnTo>
              </a:path>
            </a:pathLst>
          </a:custGeom>
          <a:noFill/>
          <a:ln w="38100">
            <a:solidFill>
              <a:srgbClr val="42AFFA"/>
            </a:solidFill>
          </a:ln>
        </p:spPr>
      </p:sp>
      <p:sp>
        <p:nvSpPr>
          <p:cNvPr id="8" name="line-287">
            <a:extLst>
              <a:ext uri="{FF2B5EF4-FFF2-40B4-BE49-F238E27FC236}">
                <a16:creationId xmlns:a16="http://schemas.microsoft.com/office/drawing/2014/main" id="{86F56611-3E4B-4C34-88D8-0DEFA530CAD9}"/>
              </a:ext>
            </a:extLst>
          </p:cNvPr>
          <p:cNvSpPr>
            <a:spLocks noGrp="1"/>
          </p:cNvSpPr>
          <p:nvPr/>
        </p:nvSpPr>
        <p:spPr>
          <a:xfrm>
            <a:off x="3857625" y="2035757"/>
            <a:ext cx="97444" cy="59743"/>
          </a:xfrm>
          <a:custGeom>
            <a:avLst/>
            <a:gdLst/>
            <a:ahLst/>
            <a:cxnLst/>
            <a:rect l="0" t="0" r="0" b="0"/>
            <a:pathLst>
              <a:path w="97444" h="59743">
                <a:moveTo>
                  <a:pt x="0" y="59743"/>
                </a:moveTo>
                <a:lnTo>
                  <a:pt x="97444" y="0"/>
                </a:lnTo>
              </a:path>
            </a:pathLst>
          </a:custGeom>
          <a:noFill/>
          <a:ln w="38100">
            <a:solidFill>
              <a:srgbClr val="42AFFA"/>
            </a:solidFill>
          </a:ln>
        </p:spPr>
      </p:sp>
      <p:sp>
        <p:nvSpPr>
          <p:cNvPr id="9" name="line-288">
            <a:extLst>
              <a:ext uri="{FF2B5EF4-FFF2-40B4-BE49-F238E27FC236}">
                <a16:creationId xmlns:a16="http://schemas.microsoft.com/office/drawing/2014/main" id="{B9930035-272A-49E1-B775-881E888964F6}"/>
              </a:ext>
            </a:extLst>
          </p:cNvPr>
          <p:cNvSpPr>
            <a:spLocks noGrp="1"/>
          </p:cNvSpPr>
          <p:nvPr/>
        </p:nvSpPr>
        <p:spPr>
          <a:xfrm>
            <a:off x="3857625" y="2095500"/>
            <a:ext cx="97444" cy="59743"/>
          </a:xfrm>
          <a:custGeom>
            <a:avLst/>
            <a:gdLst/>
            <a:ahLst/>
            <a:cxnLst/>
            <a:rect l="0" t="0" r="0" b="0"/>
            <a:pathLst>
              <a:path w="97444" h="59743">
                <a:moveTo>
                  <a:pt x="0" y="0"/>
                </a:moveTo>
                <a:lnTo>
                  <a:pt x="97444" y="59743"/>
                </a:lnTo>
              </a:path>
            </a:pathLst>
          </a:custGeom>
          <a:noFill/>
          <a:ln w="38100">
            <a:solidFill>
              <a:srgbClr val="42AFFA"/>
            </a:solidFill>
          </a:ln>
        </p:spPr>
      </p:sp>
      <p:sp>
        <p:nvSpPr>
          <p:cNvPr id="10" name="text-289">
            <a:extLst>
              <a:ext uri="{FF2B5EF4-FFF2-40B4-BE49-F238E27FC236}">
                <a16:creationId xmlns:a16="http://schemas.microsoft.com/office/drawing/2014/main" id="{63498DB8-26F3-4898-A6FC-2537864C75AD}"/>
              </a:ext>
            </a:extLst>
          </p:cNvPr>
          <p:cNvSpPr>
            <a:spLocks noGrp="1"/>
          </p:cNvSpPr>
          <p:nvPr/>
        </p:nvSpPr>
        <p:spPr>
          <a:xfrm>
            <a:off x="571500" y="2905125"/>
            <a:ext cx="8001000" cy="523875"/>
          </a:xfrm>
          <a:prstGeom prst="rect">
            <a:avLst/>
          </a:prstGeom>
          <a:noFill/>
          <a:ln w="0">
            <a:noFill/>
          </a:ln>
        </p:spPr>
        <p:txBody>
          <a:bodyPr wrap="square" lIns="0" tIns="0" rIns="0" bIns="0" anchor="t">
            <a:noAutofit/>
          </a:bodyPr>
          <a:lstStyle>
            <a:defPPr algn="r">
              <a:defRPr sz="2550" b="0">
                <a:solidFill>
                  <a:srgbClr val="F7F7F7"/>
                </a:solidFill>
                <a:latin typeface="Arial"/>
                <a:ea typeface="Arial"/>
                <a:cs typeface="Arial"/>
              </a:defRPr>
            </a:defPPr>
            <a:lvl1pPr algn="r">
              <a:defRPr sz="2550" b="0">
                <a:solidFill>
                  <a:srgbClr val="F7F7F7"/>
                </a:solidFill>
                <a:latin typeface="Arial"/>
                <a:ea typeface="Arial"/>
                <a:cs typeface="Arial"/>
              </a:defRPr>
            </a:lvl1pPr>
            <a:lvl2pPr algn="r">
              <a:defRPr sz="2550" b="0">
                <a:solidFill>
                  <a:srgbClr val="F7F7F7"/>
                </a:solidFill>
                <a:latin typeface="Arial"/>
                <a:ea typeface="Arial"/>
                <a:cs typeface="Arial"/>
              </a:defRPr>
            </a:lvl2pPr>
            <a:lvl3pPr algn="r">
              <a:defRPr sz="2550" b="0">
                <a:solidFill>
                  <a:srgbClr val="F7F7F7"/>
                </a:solidFill>
                <a:latin typeface="Arial"/>
                <a:ea typeface="Arial"/>
                <a:cs typeface="Arial"/>
              </a:defRPr>
            </a:lvl3pPr>
            <a:lvl4pPr algn="r">
              <a:defRPr sz="2550" b="0">
                <a:solidFill>
                  <a:srgbClr val="F7F7F7"/>
                </a:solidFill>
                <a:latin typeface="Arial"/>
                <a:ea typeface="Arial"/>
                <a:cs typeface="Arial"/>
              </a:defRPr>
            </a:lvl4pPr>
            <a:lvl5pPr algn="r">
              <a:defRPr sz="2550" b="0">
                <a:solidFill>
                  <a:srgbClr val="F7F7F7"/>
                </a:solidFill>
                <a:latin typeface="Arial"/>
                <a:ea typeface="Arial"/>
                <a:cs typeface="Arial"/>
              </a:defRPr>
            </a:lvl5pPr>
            <a:lvl6pPr algn="r">
              <a:defRPr sz="2550" b="0">
                <a:solidFill>
                  <a:srgbClr val="F7F7F7"/>
                </a:solidFill>
                <a:latin typeface="Arial"/>
                <a:ea typeface="Arial"/>
                <a:cs typeface="Arial"/>
              </a:defRPr>
            </a:lvl6pPr>
            <a:lvl7pPr algn="r">
              <a:defRPr sz="2550" b="0">
                <a:solidFill>
                  <a:srgbClr val="F7F7F7"/>
                </a:solidFill>
                <a:latin typeface="Arial"/>
                <a:ea typeface="Arial"/>
                <a:cs typeface="Arial"/>
              </a:defRPr>
            </a:lvl7pPr>
            <a:lvl8pPr algn="r">
              <a:defRPr sz="2550" b="0">
                <a:solidFill>
                  <a:srgbClr val="F7F7F7"/>
                </a:solidFill>
                <a:latin typeface="Arial"/>
                <a:ea typeface="Arial"/>
                <a:cs typeface="Arial"/>
              </a:defRPr>
            </a:lvl8pPr>
            <a:lvl9pPr algn="r">
              <a:defRPr sz="2550" b="0">
                <a:solidFill>
                  <a:srgbClr val="F7F7F7"/>
                </a:solidFill>
                <a:latin typeface="Arial"/>
                <a:ea typeface="Arial"/>
                <a:cs typeface="Arial"/>
              </a:defRPr>
            </a:lvl9pPr>
          </a:lstStyle>
          <a:p>
            <a:pPr algn="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אחד פותח ומזמין את השאר</a:t>
            </a:r>
          </a:p>
        </p:txBody>
      </p:sp>
      <p:sp>
        <p:nvSpPr>
          <p:cNvPr id="11" name="text-290">
            <a:extLst>
              <a:ext uri="{FF2B5EF4-FFF2-40B4-BE49-F238E27FC236}">
                <a16:creationId xmlns:a16="http://schemas.microsoft.com/office/drawing/2014/main" id="{9DF89F83-EB16-4892-83DF-60812C31128D}"/>
              </a:ext>
            </a:extLst>
          </p:cNvPr>
          <p:cNvSpPr>
            <a:spLocks noGrp="1"/>
          </p:cNvSpPr>
          <p:nvPr/>
        </p:nvSpPr>
        <p:spPr>
          <a:xfrm>
            <a:off x="571500" y="3524250"/>
            <a:ext cx="8001000" cy="523875"/>
          </a:xfrm>
          <a:prstGeom prst="rect">
            <a:avLst/>
          </a:prstGeom>
          <a:noFill/>
          <a:ln w="0">
            <a:noFill/>
          </a:ln>
        </p:spPr>
        <p:txBody>
          <a:bodyPr wrap="square" lIns="0" tIns="0" rIns="0" bIns="0" anchor="t">
            <a:noAutofit/>
          </a:bodyPr>
          <a:lstStyle>
            <a:defPPr algn="r">
              <a:defRPr sz="2325" b="0">
                <a:solidFill>
                  <a:srgbClr val="88FF88"/>
                </a:solidFill>
                <a:latin typeface="Arial"/>
                <a:ea typeface="Arial"/>
                <a:cs typeface="Arial"/>
              </a:defRPr>
            </a:defPPr>
            <a:lvl1pPr algn="r">
              <a:defRPr sz="2325" b="0">
                <a:solidFill>
                  <a:srgbClr val="88FF88"/>
                </a:solidFill>
                <a:latin typeface="Arial"/>
                <a:ea typeface="Arial"/>
                <a:cs typeface="Arial"/>
              </a:defRPr>
            </a:lvl1pPr>
            <a:lvl2pPr algn="r">
              <a:defRPr sz="2325" b="0">
                <a:solidFill>
                  <a:srgbClr val="88FF88"/>
                </a:solidFill>
                <a:latin typeface="Arial"/>
                <a:ea typeface="Arial"/>
                <a:cs typeface="Arial"/>
              </a:defRPr>
            </a:lvl2pPr>
            <a:lvl3pPr algn="r">
              <a:defRPr sz="2325" b="0">
                <a:solidFill>
                  <a:srgbClr val="88FF88"/>
                </a:solidFill>
                <a:latin typeface="Arial"/>
                <a:ea typeface="Arial"/>
                <a:cs typeface="Arial"/>
              </a:defRPr>
            </a:lvl3pPr>
            <a:lvl4pPr algn="r">
              <a:defRPr sz="2325" b="0">
                <a:solidFill>
                  <a:srgbClr val="88FF88"/>
                </a:solidFill>
                <a:latin typeface="Arial"/>
                <a:ea typeface="Arial"/>
                <a:cs typeface="Arial"/>
              </a:defRPr>
            </a:lvl4pPr>
            <a:lvl5pPr algn="r">
              <a:defRPr sz="2325" b="0">
                <a:solidFill>
                  <a:srgbClr val="88FF88"/>
                </a:solidFill>
                <a:latin typeface="Arial"/>
                <a:ea typeface="Arial"/>
                <a:cs typeface="Arial"/>
              </a:defRPr>
            </a:lvl5pPr>
            <a:lvl6pPr algn="r">
              <a:defRPr sz="2325" b="0">
                <a:solidFill>
                  <a:srgbClr val="88FF88"/>
                </a:solidFill>
                <a:latin typeface="Arial"/>
                <a:ea typeface="Arial"/>
                <a:cs typeface="Arial"/>
              </a:defRPr>
            </a:lvl6pPr>
            <a:lvl7pPr algn="r">
              <a:defRPr sz="2325" b="0">
                <a:solidFill>
                  <a:srgbClr val="88FF88"/>
                </a:solidFill>
                <a:latin typeface="Arial"/>
                <a:ea typeface="Arial"/>
                <a:cs typeface="Arial"/>
              </a:defRPr>
            </a:lvl7pPr>
            <a:lvl8pPr algn="r">
              <a:defRPr sz="2325" b="0">
                <a:solidFill>
                  <a:srgbClr val="88FF88"/>
                </a:solidFill>
                <a:latin typeface="Arial"/>
                <a:ea typeface="Arial"/>
                <a:cs typeface="Arial"/>
              </a:defRPr>
            </a:lvl8pPr>
            <a:lvl9pPr algn="r">
              <a:defRPr sz="2325" b="0">
                <a:solidFill>
                  <a:srgbClr val="88FF88"/>
                </a:solidFill>
                <a:latin typeface="Arial"/>
                <a:ea typeface="Arial"/>
                <a:cs typeface="Arial"/>
              </a:defRPr>
            </a:lvl9pPr>
          </a:lstStyle>
          <a:p>
            <a:pPr algn="r" rtl="1">
              <a:lnSpc>
                <a:spcPct val="108000"/>
              </a:lnSpc>
              <a:buNone/>
              <a:defRPr sz="2325" b="0">
                <a:solidFill>
                  <a:srgbClr val="88FF88"/>
                </a:solidFill>
                <a:latin typeface="Arial"/>
                <a:ea typeface="Arial"/>
                <a:cs typeface="Arial"/>
              </a:defRPr>
            </a:pPr>
            <a:r>
              <a:rPr lang="he-IL" sz="2325" b="0">
                <a:solidFill>
                  <a:srgbClr val="88FF88"/>
                </a:solidFill>
                <a:latin typeface="Arial"/>
                <a:ea typeface="Arial"/>
                <a:cs typeface="Arial"/>
              </a:rPr>
              <a:t>בלי משתמש חדש ובלי סיסמה חדשה</a:t>
            </a:r>
          </a:p>
        </p:txBody>
      </p:sp>
      <p:sp>
        <p:nvSpPr>
          <p:cNvPr id="12" name="text-291">
            <a:extLst>
              <a:ext uri="{FF2B5EF4-FFF2-40B4-BE49-F238E27FC236}">
                <a16:creationId xmlns:a16="http://schemas.microsoft.com/office/drawing/2014/main" id="{84510333-CC2F-485F-86E1-F4BF65B87083}"/>
              </a:ext>
            </a:extLst>
          </p:cNvPr>
          <p:cNvSpPr>
            <a:spLocks noGrp="1"/>
          </p:cNvSpPr>
          <p:nvPr/>
        </p:nvSpPr>
        <p:spPr>
          <a:xfrm>
            <a:off x="571500" y="4476750"/>
            <a:ext cx="8001000" cy="476250"/>
          </a:xfrm>
          <a:prstGeom prst="rect">
            <a:avLst/>
          </a:prstGeom>
          <a:noFill/>
          <a:ln w="0">
            <a:noFill/>
          </a:ln>
        </p:spPr>
        <p:txBody>
          <a:bodyPr wrap="square" lIns="0" tIns="0" rIns="0" bIns="0" anchor="t">
            <a:noAutofit/>
          </a:bodyPr>
          <a:lstStyle>
            <a:defPPr algn="r">
              <a:defRPr sz="2175" b="0">
                <a:solidFill>
                  <a:srgbClr val="8888FF"/>
                </a:solidFill>
                <a:latin typeface="Arial"/>
                <a:ea typeface="Arial"/>
                <a:cs typeface="Arial"/>
              </a:defRPr>
            </a:defPPr>
            <a:lvl1pPr algn="r">
              <a:defRPr sz="2175" b="0">
                <a:solidFill>
                  <a:srgbClr val="8888FF"/>
                </a:solidFill>
                <a:latin typeface="Arial"/>
                <a:ea typeface="Arial"/>
                <a:cs typeface="Arial"/>
              </a:defRPr>
            </a:lvl1pPr>
            <a:lvl2pPr algn="r">
              <a:defRPr sz="2175" b="0">
                <a:solidFill>
                  <a:srgbClr val="8888FF"/>
                </a:solidFill>
                <a:latin typeface="Arial"/>
                <a:ea typeface="Arial"/>
                <a:cs typeface="Arial"/>
              </a:defRPr>
            </a:lvl2pPr>
            <a:lvl3pPr algn="r">
              <a:defRPr sz="2175" b="0">
                <a:solidFill>
                  <a:srgbClr val="8888FF"/>
                </a:solidFill>
                <a:latin typeface="Arial"/>
                <a:ea typeface="Arial"/>
                <a:cs typeface="Arial"/>
              </a:defRPr>
            </a:lvl3pPr>
            <a:lvl4pPr algn="r">
              <a:defRPr sz="2175" b="0">
                <a:solidFill>
                  <a:srgbClr val="8888FF"/>
                </a:solidFill>
                <a:latin typeface="Arial"/>
                <a:ea typeface="Arial"/>
                <a:cs typeface="Arial"/>
              </a:defRPr>
            </a:lvl4pPr>
            <a:lvl5pPr algn="r">
              <a:defRPr sz="2175" b="0">
                <a:solidFill>
                  <a:srgbClr val="8888FF"/>
                </a:solidFill>
                <a:latin typeface="Arial"/>
                <a:ea typeface="Arial"/>
                <a:cs typeface="Arial"/>
              </a:defRPr>
            </a:lvl5pPr>
            <a:lvl6pPr algn="r">
              <a:defRPr sz="2175" b="0">
                <a:solidFill>
                  <a:srgbClr val="8888FF"/>
                </a:solidFill>
                <a:latin typeface="Arial"/>
                <a:ea typeface="Arial"/>
                <a:cs typeface="Arial"/>
              </a:defRPr>
            </a:lvl6pPr>
            <a:lvl7pPr algn="r">
              <a:defRPr sz="2175" b="0">
                <a:solidFill>
                  <a:srgbClr val="8888FF"/>
                </a:solidFill>
                <a:latin typeface="Arial"/>
                <a:ea typeface="Arial"/>
                <a:cs typeface="Arial"/>
              </a:defRPr>
            </a:lvl7pPr>
            <a:lvl8pPr algn="r">
              <a:defRPr sz="2175" b="0">
                <a:solidFill>
                  <a:srgbClr val="8888FF"/>
                </a:solidFill>
                <a:latin typeface="Arial"/>
                <a:ea typeface="Arial"/>
                <a:cs typeface="Arial"/>
              </a:defRPr>
            </a:lvl8pPr>
            <a:lvl9pPr algn="r">
              <a:defRPr sz="2175" b="0">
                <a:solidFill>
                  <a:srgbClr val="8888FF"/>
                </a:solidFill>
                <a:latin typeface="Arial"/>
                <a:ea typeface="Arial"/>
                <a:cs typeface="Arial"/>
              </a:defRPr>
            </a:lvl9pPr>
          </a:lstStyle>
          <a:p>
            <a:pPr algn="r" rtl="1">
              <a:lnSpc>
                <a:spcPct val="108000"/>
              </a:lnSpc>
              <a:buNone/>
              <a:defRPr sz="2175" b="0">
                <a:solidFill>
                  <a:srgbClr val="8888FF"/>
                </a:solidFill>
                <a:latin typeface="Arial"/>
                <a:ea typeface="Arial"/>
                <a:cs typeface="Arial"/>
              </a:defRPr>
            </a:pPr>
            <a:r>
              <a:rPr lang="he-IL" sz="2175" b="0">
                <a:solidFill>
                  <a:srgbClr val="8888FF"/>
                </a:solidFill>
                <a:latin typeface="Arial"/>
                <a:ea typeface="Arial"/>
                <a:cs typeface="Arial"/>
              </a:rPr>
              <a:t>גם לבד: אפשר לרכז פרויקטים בארגון</a:t>
            </a:r>
          </a:p>
        </p:txBody>
      </p:sp>
      <p:sp>
        <p:nvSpPr>
          <p:cNvPr id="13" name="text-292">
            <a:extLst>
              <a:ext uri="{FF2B5EF4-FFF2-40B4-BE49-F238E27FC236}">
                <a16:creationId xmlns:a16="http://schemas.microsoft.com/office/drawing/2014/main" id="{A9A0990A-AEFE-4D35-AB2C-6ED79FB803D5}"/>
              </a:ext>
            </a:extLst>
          </p:cNvPr>
          <p:cNvSpPr>
            <a:spLocks noGrp="1"/>
          </p:cNvSpPr>
          <p:nvPr/>
        </p:nvSpPr>
        <p:spPr>
          <a:xfrm>
            <a:off x="571500" y="5238750"/>
            <a:ext cx="8001000" cy="857250"/>
          </a:xfrm>
          <a:prstGeom prst="rect">
            <a:avLst/>
          </a:prstGeom>
          <a:noFill/>
          <a:ln w="0">
            <a:noFill/>
          </a:ln>
        </p:spPr>
        <p:txBody>
          <a:bodyPr wrap="square" lIns="0" tIns="0" rIns="0" bIns="0" anchor="t">
            <a:noAutofit/>
          </a:bodyPr>
          <a:lstStyle>
            <a:defPPr algn="r">
              <a:defRPr sz="1875" b="0">
                <a:solidFill>
                  <a:srgbClr val="B7BBC2"/>
                </a:solidFill>
                <a:latin typeface="Arial"/>
                <a:ea typeface="Arial"/>
                <a:cs typeface="Arial"/>
              </a:defRPr>
            </a:defPPr>
            <a:lvl1pPr algn="r">
              <a:defRPr sz="1875" b="0">
                <a:solidFill>
                  <a:srgbClr val="B7BBC2"/>
                </a:solidFill>
                <a:latin typeface="Arial"/>
                <a:ea typeface="Arial"/>
                <a:cs typeface="Arial"/>
              </a:defRPr>
            </a:lvl1pPr>
            <a:lvl2pPr algn="r">
              <a:defRPr sz="1875" b="0">
                <a:solidFill>
                  <a:srgbClr val="B7BBC2"/>
                </a:solidFill>
                <a:latin typeface="Arial"/>
                <a:ea typeface="Arial"/>
                <a:cs typeface="Arial"/>
              </a:defRPr>
            </a:lvl2pPr>
            <a:lvl3pPr algn="r">
              <a:defRPr sz="1875" b="0">
                <a:solidFill>
                  <a:srgbClr val="B7BBC2"/>
                </a:solidFill>
                <a:latin typeface="Arial"/>
                <a:ea typeface="Arial"/>
                <a:cs typeface="Arial"/>
              </a:defRPr>
            </a:lvl3pPr>
            <a:lvl4pPr algn="r">
              <a:defRPr sz="1875" b="0">
                <a:solidFill>
                  <a:srgbClr val="B7BBC2"/>
                </a:solidFill>
                <a:latin typeface="Arial"/>
                <a:ea typeface="Arial"/>
                <a:cs typeface="Arial"/>
              </a:defRPr>
            </a:lvl4pPr>
            <a:lvl5pPr algn="r">
              <a:defRPr sz="1875" b="0">
                <a:solidFill>
                  <a:srgbClr val="B7BBC2"/>
                </a:solidFill>
                <a:latin typeface="Arial"/>
                <a:ea typeface="Arial"/>
                <a:cs typeface="Arial"/>
              </a:defRPr>
            </a:lvl5pPr>
            <a:lvl6pPr algn="r">
              <a:defRPr sz="1875" b="0">
                <a:solidFill>
                  <a:srgbClr val="B7BBC2"/>
                </a:solidFill>
                <a:latin typeface="Arial"/>
                <a:ea typeface="Arial"/>
                <a:cs typeface="Arial"/>
              </a:defRPr>
            </a:lvl6pPr>
            <a:lvl7pPr algn="r">
              <a:defRPr sz="1875" b="0">
                <a:solidFill>
                  <a:srgbClr val="B7BBC2"/>
                </a:solidFill>
                <a:latin typeface="Arial"/>
                <a:ea typeface="Arial"/>
                <a:cs typeface="Arial"/>
              </a:defRPr>
            </a:lvl7pPr>
            <a:lvl8pPr algn="r">
              <a:defRPr sz="1875" b="0">
                <a:solidFill>
                  <a:srgbClr val="B7BBC2"/>
                </a:solidFill>
                <a:latin typeface="Arial"/>
                <a:ea typeface="Arial"/>
                <a:cs typeface="Arial"/>
              </a:defRPr>
            </a:lvl8pPr>
            <a:lvl9pPr algn="r">
              <a:defRPr sz="1875" b="0">
                <a:solidFill>
                  <a:srgbClr val="B7BBC2"/>
                </a:solidFill>
                <a:latin typeface="Arial"/>
                <a:ea typeface="Arial"/>
                <a:cs typeface="Arial"/>
              </a:defRPr>
            </a:lvl9pPr>
          </a:lstStyle>
          <a:p>
            <a:pPr algn="r" rtl="1">
              <a:lnSpc>
                <a:spcPct val="108000"/>
              </a:lnSpc>
              <a:buNone/>
              <a:defRPr sz="1875" b="0">
                <a:solidFill>
                  <a:srgbClr val="B7BBC2"/>
                </a:solidFill>
                <a:latin typeface="Arial"/>
                <a:ea typeface="Arial"/>
                <a:cs typeface="Arial"/>
              </a:defRPr>
            </a:pPr>
            <a:r>
              <a:rPr lang="he-IL" sz="1875" b="0">
                <a:solidFill>
                  <a:srgbClr val="B7BBC2"/>
                </a:solidFill>
                <a:latin typeface="Arial"/>
                <a:ea typeface="Arial"/>
                <a:cs typeface="Arial"/>
              </a:rPr>
              <a:t>פרויקטי Unity גדולים; גם ארגון כפוף למגבלות.</a:t>
            </a:r>
          </a:p>
          <a:p>
            <a:pPr algn="r" rtl="1">
              <a:lnSpc>
                <a:spcPct val="108000"/>
              </a:lnSpc>
              <a:buNone/>
              <a:defRPr sz="1875" b="0">
                <a:solidFill>
                  <a:srgbClr val="B7BBC2"/>
                </a:solidFill>
                <a:latin typeface="Arial"/>
                <a:ea typeface="Arial"/>
                <a:cs typeface="Arial"/>
              </a:defRPr>
            </a:pPr>
            <a:r>
              <a:rPr lang="he-IL" sz="1875" b="0">
                <a:solidFill>
                  <a:srgbClr val="B7BBC2"/>
                </a:solidFill>
                <a:latin typeface="Arial"/>
                <a:ea typeface="Arial"/>
                <a:cs typeface="Arial"/>
              </a:rPr>
              <a:t>משתמשים ב־gitignore וב־LFS לפי הצורך.</a:t>
            </a:r>
          </a:p>
        </p:txBody>
      </p:sp>
    </p:spTree>
    <p:extLst>
      <p:ext uri="{BB962C8B-B14F-4D97-AF65-F5344CB8AC3E}">
        <p14:creationId xmlns:p14="http://schemas.microsoft.com/office/powerpoint/2010/main" val="2119327627"/>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2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2" name="text-293">
            <a:extLst>
              <a:ext uri="{FF2B5EF4-FFF2-40B4-BE49-F238E27FC236}">
                <a16:creationId xmlns:a16="http://schemas.microsoft.com/office/drawing/2014/main" id="{6BB3D388-A889-43D4-BBC5-A765CD7CA552}"/>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פתיחת ארגון</a:t>
            </a:r>
          </a:p>
        </p:txBody>
      </p:sp>
      <p:sp>
        <p:nvSpPr>
          <p:cNvPr id="2" name="text-294">
            <a:extLst>
              <a:ext uri="{FF2B5EF4-FFF2-40B4-BE49-F238E27FC236}">
                <a16:creationId xmlns:a16="http://schemas.microsoft.com/office/drawing/2014/main" id="{3B84B780-F470-4C57-BB7E-992344B5B1BB}"/>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19</a:t>
            </a:r>
          </a:p>
        </p:txBody>
      </p:sp>
      <p:pic>
        <p:nvPicPr>
          <p:cNvPr id="3" name="image-295">
            <a:extLst>
              <a:ext uri="{FF2B5EF4-FFF2-40B4-BE49-F238E27FC236}">
                <a16:creationId xmlns:a16="http://schemas.microsoft.com/office/drawing/2014/main" id="{4F3B2FBA-68AB-4CF7-82C4-95422708EC6F}"/>
              </a:ext>
            </a:extLst>
          </p:cNvPr>
          <p:cNvPicPr>
            <a:picLocks noChangeAspect="1"/>
          </p:cNvPicPr>
          <p:nvPr/>
        </p:nvPicPr>
        <p:blipFill>
          <a:blip r:embed="rId3"/>
          <a:stretch/>
        </p:blipFill>
        <p:spPr>
          <a:xfrm>
            <a:off x="457200" y="1362075"/>
            <a:ext cx="5810250" cy="4095750"/>
          </a:xfrm>
          <a:prstGeom prst="rect">
            <a:avLst/>
          </a:prstGeom>
        </p:spPr>
      </p:pic>
      <p:sp>
        <p:nvSpPr>
          <p:cNvPr id="4" name="text-296">
            <a:extLst>
              <a:ext uri="{FF2B5EF4-FFF2-40B4-BE49-F238E27FC236}">
                <a16:creationId xmlns:a16="http://schemas.microsoft.com/office/drawing/2014/main" id="{50B8A33F-E873-414D-8FF7-6236695849A4}"/>
              </a:ext>
            </a:extLst>
          </p:cNvPr>
          <p:cNvSpPr>
            <a:spLocks noGrp="1"/>
          </p:cNvSpPr>
          <p:nvPr/>
        </p:nvSpPr>
        <p:spPr>
          <a:xfrm>
            <a:off x="6419850" y="1762125"/>
            <a:ext cx="2266950" cy="523875"/>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בתפריט הפלוס</a:t>
            </a:r>
          </a:p>
        </p:txBody>
      </p:sp>
      <p:sp>
        <p:nvSpPr>
          <p:cNvPr id="5" name="text-297">
            <a:extLst>
              <a:ext uri="{FF2B5EF4-FFF2-40B4-BE49-F238E27FC236}">
                <a16:creationId xmlns:a16="http://schemas.microsoft.com/office/drawing/2014/main" id="{06005746-64DE-4078-B019-1AD3EF70042A}"/>
              </a:ext>
            </a:extLst>
          </p:cNvPr>
          <p:cNvSpPr>
            <a:spLocks noGrp="1"/>
          </p:cNvSpPr>
          <p:nvPr/>
        </p:nvSpPr>
        <p:spPr>
          <a:xfrm>
            <a:off x="6362700" y="3381375"/>
            <a:ext cx="2324100" cy="952500"/>
          </a:xfrm>
          <a:prstGeom prst="rect">
            <a:avLst/>
          </a:prstGeom>
          <a:noFill/>
          <a:ln w="0">
            <a:noFill/>
          </a:ln>
        </p:spPr>
        <p:txBody>
          <a:bodyPr wrap="none" lIns="0" tIns="0" rIns="0" bIns="0" anchor="t">
            <a:noAutofit/>
          </a:bodyPr>
          <a:lstStyle>
            <a:defPPr algn="l">
              <a:defRPr sz="2250" b="0">
                <a:solidFill>
                  <a:srgbClr val="88FF88"/>
                </a:solidFill>
                <a:latin typeface="Consolas"/>
                <a:ea typeface="Consolas"/>
                <a:cs typeface="Consolas"/>
              </a:defRPr>
            </a:defPPr>
            <a:lvl1pPr algn="l">
              <a:defRPr sz="2250" b="0">
                <a:solidFill>
                  <a:srgbClr val="88FF88"/>
                </a:solidFill>
                <a:latin typeface="Consolas"/>
                <a:ea typeface="Consolas"/>
                <a:cs typeface="Consolas"/>
              </a:defRPr>
            </a:lvl1pPr>
            <a:lvl2pPr algn="l">
              <a:defRPr sz="2250" b="0">
                <a:solidFill>
                  <a:srgbClr val="88FF88"/>
                </a:solidFill>
                <a:latin typeface="Consolas"/>
                <a:ea typeface="Consolas"/>
                <a:cs typeface="Consolas"/>
              </a:defRPr>
            </a:lvl2pPr>
            <a:lvl3pPr algn="l">
              <a:defRPr sz="2250" b="0">
                <a:solidFill>
                  <a:srgbClr val="88FF88"/>
                </a:solidFill>
                <a:latin typeface="Consolas"/>
                <a:ea typeface="Consolas"/>
                <a:cs typeface="Consolas"/>
              </a:defRPr>
            </a:lvl3pPr>
            <a:lvl4pPr algn="l">
              <a:defRPr sz="2250" b="0">
                <a:solidFill>
                  <a:srgbClr val="88FF88"/>
                </a:solidFill>
                <a:latin typeface="Consolas"/>
                <a:ea typeface="Consolas"/>
                <a:cs typeface="Consolas"/>
              </a:defRPr>
            </a:lvl4pPr>
            <a:lvl5pPr algn="l">
              <a:defRPr sz="2250" b="0">
                <a:solidFill>
                  <a:srgbClr val="88FF88"/>
                </a:solidFill>
                <a:latin typeface="Consolas"/>
                <a:ea typeface="Consolas"/>
                <a:cs typeface="Consolas"/>
              </a:defRPr>
            </a:lvl5pPr>
            <a:lvl6pPr algn="l">
              <a:defRPr sz="2250" b="0">
                <a:solidFill>
                  <a:srgbClr val="88FF88"/>
                </a:solidFill>
                <a:latin typeface="Consolas"/>
                <a:ea typeface="Consolas"/>
                <a:cs typeface="Consolas"/>
              </a:defRPr>
            </a:lvl6pPr>
            <a:lvl7pPr algn="l">
              <a:defRPr sz="2250" b="0">
                <a:solidFill>
                  <a:srgbClr val="88FF88"/>
                </a:solidFill>
                <a:latin typeface="Consolas"/>
                <a:ea typeface="Consolas"/>
                <a:cs typeface="Consolas"/>
              </a:defRPr>
            </a:lvl7pPr>
            <a:lvl8pPr algn="l">
              <a:defRPr sz="2250" b="0">
                <a:solidFill>
                  <a:srgbClr val="88FF88"/>
                </a:solidFill>
                <a:latin typeface="Consolas"/>
                <a:ea typeface="Consolas"/>
                <a:cs typeface="Consolas"/>
              </a:defRPr>
            </a:lvl8pPr>
            <a:lvl9pPr algn="l">
              <a:defRPr sz="2250" b="0">
                <a:solidFill>
                  <a:srgbClr val="88FF88"/>
                </a:solidFill>
                <a:latin typeface="Consolas"/>
                <a:ea typeface="Consolas"/>
                <a:cs typeface="Consolas"/>
              </a:defRPr>
            </a:lvl9pPr>
          </a:lstStyle>
          <a:p>
            <a:pPr algn="l" rtl="0">
              <a:lnSpc>
                <a:spcPct val="108000"/>
              </a:lnSpc>
              <a:buNone/>
              <a:defRPr sz="2250" b="0">
                <a:solidFill>
                  <a:srgbClr val="88FF88"/>
                </a:solidFill>
                <a:latin typeface="Consolas"/>
                <a:ea typeface="Consolas"/>
                <a:cs typeface="Consolas"/>
              </a:defRPr>
            </a:pPr>
            <a:r>
              <a:rPr lang="en-US" sz="2250" b="0">
                <a:solidFill>
                  <a:srgbClr val="88FF88"/>
                </a:solidFill>
                <a:latin typeface="Consolas"/>
                <a:ea typeface="Consolas"/>
                <a:cs typeface="Consolas"/>
              </a:rPr>
              <a:t>New</a:t>
            </a:r>
          </a:p>
          <a:p>
            <a:pPr algn="l" rtl="0">
              <a:lnSpc>
                <a:spcPct val="108000"/>
              </a:lnSpc>
              <a:buNone/>
              <a:defRPr sz="2250" b="0">
                <a:solidFill>
                  <a:srgbClr val="88FF88"/>
                </a:solidFill>
                <a:latin typeface="Consolas"/>
                <a:ea typeface="Consolas"/>
                <a:cs typeface="Consolas"/>
              </a:defRPr>
            </a:pPr>
            <a:r>
              <a:rPr lang="en-US" sz="2250" b="0">
                <a:solidFill>
                  <a:srgbClr val="88FF88"/>
                </a:solidFill>
                <a:latin typeface="Consolas"/>
                <a:ea typeface="Consolas"/>
                <a:cs typeface="Consolas"/>
              </a:rPr>
              <a:t>organization</a:t>
            </a:r>
          </a:p>
        </p:txBody>
      </p:sp>
      <p:sp>
        <p:nvSpPr>
          <p:cNvPr id="6" name="shape-298">
            <a:extLst>
              <a:ext uri="{FF2B5EF4-FFF2-40B4-BE49-F238E27FC236}">
                <a16:creationId xmlns:a16="http://schemas.microsoft.com/office/drawing/2014/main" id="{A3C71D25-8869-4652-BF0B-3F733254BDB6}"/>
              </a:ext>
            </a:extLst>
          </p:cNvPr>
          <p:cNvSpPr>
            <a:spLocks noGrp="1"/>
          </p:cNvSpPr>
          <p:nvPr/>
        </p:nvSpPr>
        <p:spPr>
          <a:xfrm>
            <a:off x="2774950" y="1441450"/>
            <a:ext cx="889000" cy="555625"/>
          </a:xfrm>
          <a:prstGeom prst="rect">
            <a:avLst/>
          </a:prstGeom>
          <a:noFill/>
          <a:ln w="38100">
            <a:solidFill>
              <a:srgbClr val="88FF88"/>
            </a:solidFill>
          </a:ln>
        </p:spPr>
      </p:sp>
      <p:sp>
        <p:nvSpPr>
          <p:cNvPr id="7" name="shape-299">
            <a:extLst>
              <a:ext uri="{FF2B5EF4-FFF2-40B4-BE49-F238E27FC236}">
                <a16:creationId xmlns:a16="http://schemas.microsoft.com/office/drawing/2014/main" id="{FA4462C4-4D60-45D0-ADC1-2C23615D5077}"/>
              </a:ext>
            </a:extLst>
          </p:cNvPr>
          <p:cNvSpPr>
            <a:spLocks noGrp="1"/>
          </p:cNvSpPr>
          <p:nvPr/>
        </p:nvSpPr>
        <p:spPr>
          <a:xfrm>
            <a:off x="742950" y="4632325"/>
            <a:ext cx="2778125" cy="595313"/>
          </a:xfrm>
          <a:prstGeom prst="rect">
            <a:avLst/>
          </a:prstGeom>
          <a:noFill/>
          <a:ln w="38100">
            <a:solidFill>
              <a:srgbClr val="88FF88"/>
            </a:solidFill>
          </a:ln>
        </p:spPr>
      </p:sp>
      <p:sp>
        <p:nvSpPr>
          <p:cNvPr id="8" name="line-300">
            <a:extLst>
              <a:ext uri="{FF2B5EF4-FFF2-40B4-BE49-F238E27FC236}">
                <a16:creationId xmlns:a16="http://schemas.microsoft.com/office/drawing/2014/main" id="{F419CD82-0184-4813-B44D-6F7A8418BC84}"/>
              </a:ext>
            </a:extLst>
          </p:cNvPr>
          <p:cNvSpPr>
            <a:spLocks noGrp="1"/>
          </p:cNvSpPr>
          <p:nvPr/>
        </p:nvSpPr>
        <p:spPr>
          <a:xfrm>
            <a:off x="3544888" y="4695825"/>
            <a:ext cx="3160713" cy="246063"/>
          </a:xfrm>
          <a:custGeom>
            <a:avLst/>
            <a:gdLst/>
            <a:ahLst/>
            <a:cxnLst/>
            <a:rect l="0" t="0" r="0" b="0"/>
            <a:pathLst>
              <a:path w="3160713" h="246063">
                <a:moveTo>
                  <a:pt x="3160713" y="0"/>
                </a:moveTo>
                <a:lnTo>
                  <a:pt x="0" y="246063"/>
                </a:lnTo>
              </a:path>
            </a:pathLst>
          </a:custGeom>
          <a:noFill/>
          <a:ln w="38100">
            <a:solidFill>
              <a:srgbClr val="88FF88"/>
            </a:solidFill>
          </a:ln>
        </p:spPr>
      </p:sp>
      <p:sp>
        <p:nvSpPr>
          <p:cNvPr id="9" name="line-301">
            <a:extLst>
              <a:ext uri="{FF2B5EF4-FFF2-40B4-BE49-F238E27FC236}">
                <a16:creationId xmlns:a16="http://schemas.microsoft.com/office/drawing/2014/main" id="{AC8CDF5A-808C-4812-8C19-F7121643FB78}"/>
              </a:ext>
            </a:extLst>
          </p:cNvPr>
          <p:cNvSpPr>
            <a:spLocks noGrp="1"/>
          </p:cNvSpPr>
          <p:nvPr/>
        </p:nvSpPr>
        <p:spPr>
          <a:xfrm>
            <a:off x="3544888" y="4874761"/>
            <a:ext cx="92513" cy="67126"/>
          </a:xfrm>
          <a:custGeom>
            <a:avLst/>
            <a:gdLst/>
            <a:ahLst/>
            <a:cxnLst/>
            <a:rect l="0" t="0" r="0" b="0"/>
            <a:pathLst>
              <a:path w="92513" h="67126">
                <a:moveTo>
                  <a:pt x="0" y="67126"/>
                </a:moveTo>
                <a:lnTo>
                  <a:pt x="92513" y="0"/>
                </a:lnTo>
              </a:path>
            </a:pathLst>
          </a:custGeom>
          <a:noFill/>
          <a:ln w="38100">
            <a:solidFill>
              <a:srgbClr val="88FF88"/>
            </a:solidFill>
          </a:ln>
        </p:spPr>
      </p:sp>
      <p:sp>
        <p:nvSpPr>
          <p:cNvPr id="10" name="line-302">
            <a:extLst>
              <a:ext uri="{FF2B5EF4-FFF2-40B4-BE49-F238E27FC236}">
                <a16:creationId xmlns:a16="http://schemas.microsoft.com/office/drawing/2014/main" id="{2FBC65F4-B181-49CF-AE57-1F160A020373}"/>
              </a:ext>
            </a:extLst>
          </p:cNvPr>
          <p:cNvSpPr>
            <a:spLocks noGrp="1"/>
          </p:cNvSpPr>
          <p:nvPr/>
        </p:nvSpPr>
        <p:spPr>
          <a:xfrm>
            <a:off x="3544888" y="4941888"/>
            <a:ext cx="101787" cy="52000"/>
          </a:xfrm>
          <a:custGeom>
            <a:avLst/>
            <a:gdLst/>
            <a:ahLst/>
            <a:cxnLst/>
            <a:rect l="0" t="0" r="0" b="0"/>
            <a:pathLst>
              <a:path w="101787" h="52000">
                <a:moveTo>
                  <a:pt x="0" y="0"/>
                </a:moveTo>
                <a:lnTo>
                  <a:pt x="101787" y="52000"/>
                </a:lnTo>
              </a:path>
            </a:pathLst>
          </a:custGeom>
          <a:noFill/>
          <a:ln w="38100">
            <a:solidFill>
              <a:srgbClr val="88FF88"/>
            </a:solidFill>
          </a:ln>
        </p:spPr>
      </p:sp>
      <p:sp>
        <p:nvSpPr>
          <p:cNvPr id="11" name="text-303">
            <a:extLst>
              <a:ext uri="{FF2B5EF4-FFF2-40B4-BE49-F238E27FC236}">
                <a16:creationId xmlns:a16="http://schemas.microsoft.com/office/drawing/2014/main" id="{CAC8B4AC-1543-4E62-BCC7-292243898EBC}"/>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175" b="0">
                <a:solidFill>
                  <a:srgbClr val="F7F7F7"/>
                </a:solidFill>
                <a:latin typeface="Arial"/>
                <a:ea typeface="Arial"/>
                <a:cs typeface="Arial"/>
              </a:defRPr>
            </a:defPPr>
            <a:lvl1pPr algn="r">
              <a:defRPr sz="2175" b="0">
                <a:solidFill>
                  <a:srgbClr val="F7F7F7"/>
                </a:solidFill>
                <a:latin typeface="Arial"/>
                <a:ea typeface="Arial"/>
                <a:cs typeface="Arial"/>
              </a:defRPr>
            </a:lvl1pPr>
            <a:lvl2pPr algn="r">
              <a:defRPr sz="2175" b="0">
                <a:solidFill>
                  <a:srgbClr val="F7F7F7"/>
                </a:solidFill>
                <a:latin typeface="Arial"/>
                <a:ea typeface="Arial"/>
                <a:cs typeface="Arial"/>
              </a:defRPr>
            </a:lvl2pPr>
            <a:lvl3pPr algn="r">
              <a:defRPr sz="2175" b="0">
                <a:solidFill>
                  <a:srgbClr val="F7F7F7"/>
                </a:solidFill>
                <a:latin typeface="Arial"/>
                <a:ea typeface="Arial"/>
                <a:cs typeface="Arial"/>
              </a:defRPr>
            </a:lvl3pPr>
            <a:lvl4pPr algn="r">
              <a:defRPr sz="2175" b="0">
                <a:solidFill>
                  <a:srgbClr val="F7F7F7"/>
                </a:solidFill>
                <a:latin typeface="Arial"/>
                <a:ea typeface="Arial"/>
                <a:cs typeface="Arial"/>
              </a:defRPr>
            </a:lvl4pPr>
            <a:lvl5pPr algn="r">
              <a:defRPr sz="2175" b="0">
                <a:solidFill>
                  <a:srgbClr val="F7F7F7"/>
                </a:solidFill>
                <a:latin typeface="Arial"/>
                <a:ea typeface="Arial"/>
                <a:cs typeface="Arial"/>
              </a:defRPr>
            </a:lvl5pPr>
            <a:lvl6pPr algn="r">
              <a:defRPr sz="2175" b="0">
                <a:solidFill>
                  <a:srgbClr val="F7F7F7"/>
                </a:solidFill>
                <a:latin typeface="Arial"/>
                <a:ea typeface="Arial"/>
                <a:cs typeface="Arial"/>
              </a:defRPr>
            </a:lvl6pPr>
            <a:lvl7pPr algn="r">
              <a:defRPr sz="2175" b="0">
                <a:solidFill>
                  <a:srgbClr val="F7F7F7"/>
                </a:solidFill>
                <a:latin typeface="Arial"/>
                <a:ea typeface="Arial"/>
                <a:cs typeface="Arial"/>
              </a:defRPr>
            </a:lvl7pPr>
            <a:lvl8pPr algn="r">
              <a:defRPr sz="2175" b="0">
                <a:solidFill>
                  <a:srgbClr val="F7F7F7"/>
                </a:solidFill>
                <a:latin typeface="Arial"/>
                <a:ea typeface="Arial"/>
                <a:cs typeface="Arial"/>
              </a:defRPr>
            </a:lvl8pPr>
            <a:lvl9pPr algn="r">
              <a:defRPr sz="2175" b="0">
                <a:solidFill>
                  <a:srgbClr val="F7F7F7"/>
                </a:solidFill>
                <a:latin typeface="Arial"/>
                <a:ea typeface="Arial"/>
                <a:cs typeface="Arial"/>
              </a:defRPr>
            </a:lvl9pPr>
          </a:lstStyle>
          <a:p>
            <a:pPr algn="r" rtl="1">
              <a:lnSpc>
                <a:spcPct val="108000"/>
              </a:lnSpc>
              <a:buNone/>
              <a:defRPr sz="2175" b="0">
                <a:solidFill>
                  <a:srgbClr val="F7F7F7"/>
                </a:solidFill>
                <a:latin typeface="Arial"/>
                <a:ea typeface="Arial"/>
                <a:cs typeface="Arial"/>
              </a:defRPr>
            </a:pPr>
            <a:r>
              <a:rPr lang="he-IL" sz="2175" b="0">
                <a:solidFill>
                  <a:srgbClr val="F7F7F7"/>
                </a:solidFill>
                <a:latin typeface="Arial"/>
                <a:ea typeface="Arial"/>
                <a:cs typeface="Arial"/>
              </a:rPr>
              <a:t>שם מקורי לצוות: ראשי תיבות, או רעיונות מבינה מלאכותית.</a:t>
            </a:r>
          </a:p>
        </p:txBody>
      </p:sp>
    </p:spTree>
    <p:extLst>
      <p:ext uri="{BB962C8B-B14F-4D97-AF65-F5344CB8AC3E}">
        <p14:creationId xmlns:p14="http://schemas.microsoft.com/office/powerpoint/2010/main" val="306516387"/>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1" name="text-304">
            <a:extLst>
              <a:ext uri="{FF2B5EF4-FFF2-40B4-BE49-F238E27FC236}">
                <a16:creationId xmlns:a16="http://schemas.microsoft.com/office/drawing/2014/main" id="{070ABF35-93B0-4334-9AAA-EAF0C228DE33}"/>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הזמנת חברי הצוות</a:t>
            </a:r>
          </a:p>
        </p:txBody>
      </p:sp>
      <p:sp>
        <p:nvSpPr>
          <p:cNvPr id="2" name="text-305">
            <a:extLst>
              <a:ext uri="{FF2B5EF4-FFF2-40B4-BE49-F238E27FC236}">
                <a16:creationId xmlns:a16="http://schemas.microsoft.com/office/drawing/2014/main" id="{AE7BA342-CCC2-4709-819D-43282DF05873}"/>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20</a:t>
            </a:r>
          </a:p>
        </p:txBody>
      </p:sp>
      <p:pic>
        <p:nvPicPr>
          <p:cNvPr id="3" name="image-306">
            <a:extLst>
              <a:ext uri="{FF2B5EF4-FFF2-40B4-BE49-F238E27FC236}">
                <a16:creationId xmlns:a16="http://schemas.microsoft.com/office/drawing/2014/main" id="{42309A8E-47BB-4E32-B59F-F07607199615}"/>
              </a:ext>
            </a:extLst>
          </p:cNvPr>
          <p:cNvPicPr>
            <a:picLocks noChangeAspect="1"/>
          </p:cNvPicPr>
          <p:nvPr/>
        </p:nvPicPr>
        <p:blipFill>
          <a:blip r:embed="rId3"/>
          <a:stretch/>
        </p:blipFill>
        <p:spPr>
          <a:xfrm>
            <a:off x="457200" y="1570428"/>
            <a:ext cx="8229600" cy="1240643"/>
          </a:xfrm>
          <a:prstGeom prst="rect">
            <a:avLst/>
          </a:prstGeom>
        </p:spPr>
      </p:pic>
      <p:sp>
        <p:nvSpPr>
          <p:cNvPr id="4" name="shape-307">
            <a:extLst>
              <a:ext uri="{FF2B5EF4-FFF2-40B4-BE49-F238E27FC236}">
                <a16:creationId xmlns:a16="http://schemas.microsoft.com/office/drawing/2014/main" id="{971FFD35-0CD5-4DEE-BC82-E4231212C97B}"/>
              </a:ext>
            </a:extLst>
          </p:cNvPr>
          <p:cNvSpPr>
            <a:spLocks noGrp="1"/>
          </p:cNvSpPr>
          <p:nvPr/>
        </p:nvSpPr>
        <p:spPr>
          <a:xfrm>
            <a:off x="7332431" y="2180411"/>
            <a:ext cx="878789" cy="423886"/>
          </a:xfrm>
          <a:prstGeom prst="rect">
            <a:avLst/>
          </a:prstGeom>
          <a:noFill/>
          <a:ln w="38100">
            <a:solidFill>
              <a:srgbClr val="88FF88"/>
            </a:solidFill>
          </a:ln>
        </p:spPr>
      </p:sp>
      <p:sp>
        <p:nvSpPr>
          <p:cNvPr id="5" name="shape-308">
            <a:extLst>
              <a:ext uri="{FF2B5EF4-FFF2-40B4-BE49-F238E27FC236}">
                <a16:creationId xmlns:a16="http://schemas.microsoft.com/office/drawing/2014/main" id="{A55B9CBF-9CEA-4256-899F-A1F67CE6090C}"/>
              </a:ext>
            </a:extLst>
          </p:cNvPr>
          <p:cNvSpPr>
            <a:spLocks noGrp="1"/>
          </p:cNvSpPr>
          <p:nvPr/>
        </p:nvSpPr>
        <p:spPr>
          <a:xfrm>
            <a:off x="6343650" y="3476625"/>
            <a:ext cx="2076450" cy="762000"/>
          </a:xfrm>
          <a:prstGeom prst="rect">
            <a:avLst/>
          </a:prstGeom>
          <a:solidFill>
            <a:srgbClr val="25282B"/>
          </a:solidFill>
          <a:ln w="19050">
            <a:solidFill>
              <a:srgbClr val="42AFFA"/>
            </a:solidFill>
          </a:ln>
        </p:spPr>
      </p:sp>
      <p:sp>
        <p:nvSpPr>
          <p:cNvPr id="6" name="text-309">
            <a:extLst>
              <a:ext uri="{FF2B5EF4-FFF2-40B4-BE49-F238E27FC236}">
                <a16:creationId xmlns:a16="http://schemas.microsoft.com/office/drawing/2014/main" id="{6FEBA306-56C1-4165-824F-715D047E724A}"/>
              </a:ext>
            </a:extLst>
          </p:cNvPr>
          <p:cNvSpPr>
            <a:spLocks noGrp="1"/>
          </p:cNvSpPr>
          <p:nvPr/>
        </p:nvSpPr>
        <p:spPr>
          <a:xfrm>
            <a:off x="6477000" y="3657600"/>
            <a:ext cx="1809750" cy="609600"/>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0">
              <a:lnSpc>
                <a:spcPct val="108000"/>
              </a:lnSpc>
              <a:buNone/>
              <a:defRPr sz="2625" b="0">
                <a:solidFill>
                  <a:srgbClr val="F7F7F7"/>
                </a:solidFill>
                <a:latin typeface="Arial"/>
                <a:ea typeface="Arial"/>
                <a:cs typeface="Arial"/>
              </a:defRPr>
            </a:pPr>
            <a:r>
              <a:rPr lang="en-US" sz="2625" b="0">
                <a:solidFill>
                  <a:srgbClr val="F7F7F7"/>
                </a:solidFill>
                <a:latin typeface="Arial"/>
                <a:ea typeface="Arial"/>
                <a:cs typeface="Arial"/>
              </a:rPr>
              <a:t>People</a:t>
            </a:r>
          </a:p>
        </p:txBody>
      </p:sp>
      <p:sp>
        <p:nvSpPr>
          <p:cNvPr id="7" name="shape-310">
            <a:extLst>
              <a:ext uri="{FF2B5EF4-FFF2-40B4-BE49-F238E27FC236}">
                <a16:creationId xmlns:a16="http://schemas.microsoft.com/office/drawing/2014/main" id="{B4C73E30-64D0-4DF3-AEA3-E373A541641C}"/>
              </a:ext>
            </a:extLst>
          </p:cNvPr>
          <p:cNvSpPr>
            <a:spLocks noGrp="1"/>
          </p:cNvSpPr>
          <p:nvPr/>
        </p:nvSpPr>
        <p:spPr>
          <a:xfrm>
            <a:off x="3714750" y="3476625"/>
            <a:ext cx="1905000" cy="762000"/>
          </a:xfrm>
          <a:prstGeom prst="rect">
            <a:avLst/>
          </a:prstGeom>
          <a:solidFill>
            <a:srgbClr val="25282B"/>
          </a:solidFill>
          <a:ln w="19050">
            <a:solidFill>
              <a:srgbClr val="88FF88"/>
            </a:solidFill>
          </a:ln>
        </p:spPr>
      </p:sp>
      <p:sp>
        <p:nvSpPr>
          <p:cNvPr id="8" name="text-311">
            <a:extLst>
              <a:ext uri="{FF2B5EF4-FFF2-40B4-BE49-F238E27FC236}">
                <a16:creationId xmlns:a16="http://schemas.microsoft.com/office/drawing/2014/main" id="{523036FE-6A8C-4C6D-8810-15259CD58013}"/>
              </a:ext>
            </a:extLst>
          </p:cNvPr>
          <p:cNvSpPr>
            <a:spLocks noGrp="1"/>
          </p:cNvSpPr>
          <p:nvPr/>
        </p:nvSpPr>
        <p:spPr>
          <a:xfrm>
            <a:off x="3848100" y="3657600"/>
            <a:ext cx="1638300" cy="609600"/>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0">
              <a:lnSpc>
                <a:spcPct val="108000"/>
              </a:lnSpc>
              <a:buNone/>
              <a:defRPr sz="2625" b="0">
                <a:solidFill>
                  <a:srgbClr val="F7F7F7"/>
                </a:solidFill>
                <a:latin typeface="Arial"/>
                <a:ea typeface="Arial"/>
                <a:cs typeface="Arial"/>
              </a:defRPr>
            </a:pPr>
            <a:r>
              <a:rPr lang="en-US" sz="2625" b="0">
                <a:solidFill>
                  <a:srgbClr val="F7F7F7"/>
                </a:solidFill>
                <a:latin typeface="Arial"/>
                <a:ea typeface="Arial"/>
                <a:cs typeface="Arial"/>
              </a:rPr>
              <a:t>Invite</a:t>
            </a:r>
          </a:p>
        </p:txBody>
      </p:sp>
      <p:sp>
        <p:nvSpPr>
          <p:cNvPr id="9" name="shape-312">
            <a:extLst>
              <a:ext uri="{FF2B5EF4-FFF2-40B4-BE49-F238E27FC236}">
                <a16:creationId xmlns:a16="http://schemas.microsoft.com/office/drawing/2014/main" id="{3D0B60CC-9593-4C5B-AA16-A29A0DF588F7}"/>
              </a:ext>
            </a:extLst>
          </p:cNvPr>
          <p:cNvSpPr>
            <a:spLocks noGrp="1"/>
          </p:cNvSpPr>
          <p:nvPr/>
        </p:nvSpPr>
        <p:spPr>
          <a:xfrm>
            <a:off x="723900" y="3476625"/>
            <a:ext cx="2238375" cy="762000"/>
          </a:xfrm>
          <a:prstGeom prst="rect">
            <a:avLst/>
          </a:prstGeom>
          <a:solidFill>
            <a:srgbClr val="25282B"/>
          </a:solidFill>
          <a:ln w="19050">
            <a:solidFill>
              <a:srgbClr val="88FF88"/>
            </a:solidFill>
          </a:ln>
        </p:spPr>
      </p:sp>
      <p:sp>
        <p:nvSpPr>
          <p:cNvPr id="10" name="text-313">
            <a:extLst>
              <a:ext uri="{FF2B5EF4-FFF2-40B4-BE49-F238E27FC236}">
                <a16:creationId xmlns:a16="http://schemas.microsoft.com/office/drawing/2014/main" id="{30B73380-7BEF-4BE7-AA71-A08F25D832B6}"/>
              </a:ext>
            </a:extLst>
          </p:cNvPr>
          <p:cNvSpPr>
            <a:spLocks noGrp="1"/>
          </p:cNvSpPr>
          <p:nvPr/>
        </p:nvSpPr>
        <p:spPr>
          <a:xfrm>
            <a:off x="857250" y="3686175"/>
            <a:ext cx="1971675" cy="609600"/>
          </a:xfrm>
          <a:prstGeom prst="rect">
            <a:avLst/>
          </a:prstGeom>
          <a:noFill/>
          <a:ln w="0">
            <a:noFill/>
          </a:ln>
        </p:spPr>
        <p:txBody>
          <a:bodyPr wrap="square" lIns="0" tIns="0" rIns="0" bIns="0" anchor="t">
            <a:noAutofit/>
          </a:bodyPr>
          <a:lstStyle>
            <a:defPPr algn="ctr">
              <a:defRPr sz="2250" b="0">
                <a:solidFill>
                  <a:srgbClr val="F7F7F7"/>
                </a:solidFill>
                <a:latin typeface="Arial"/>
                <a:ea typeface="Arial"/>
                <a:cs typeface="Arial"/>
              </a:defRPr>
            </a:defPPr>
            <a:lvl1pPr algn="ctr">
              <a:defRPr sz="2250" b="0">
                <a:solidFill>
                  <a:srgbClr val="F7F7F7"/>
                </a:solidFill>
                <a:latin typeface="Arial"/>
                <a:ea typeface="Arial"/>
                <a:cs typeface="Arial"/>
              </a:defRPr>
            </a:lvl1pPr>
            <a:lvl2pPr algn="ctr">
              <a:defRPr sz="2250" b="0">
                <a:solidFill>
                  <a:srgbClr val="F7F7F7"/>
                </a:solidFill>
                <a:latin typeface="Arial"/>
                <a:ea typeface="Arial"/>
                <a:cs typeface="Arial"/>
              </a:defRPr>
            </a:lvl2pPr>
            <a:lvl3pPr algn="ctr">
              <a:defRPr sz="2250" b="0">
                <a:solidFill>
                  <a:srgbClr val="F7F7F7"/>
                </a:solidFill>
                <a:latin typeface="Arial"/>
                <a:ea typeface="Arial"/>
                <a:cs typeface="Arial"/>
              </a:defRPr>
            </a:lvl3pPr>
            <a:lvl4pPr algn="ctr">
              <a:defRPr sz="2250" b="0">
                <a:solidFill>
                  <a:srgbClr val="F7F7F7"/>
                </a:solidFill>
                <a:latin typeface="Arial"/>
                <a:ea typeface="Arial"/>
                <a:cs typeface="Arial"/>
              </a:defRPr>
            </a:lvl4pPr>
            <a:lvl5pPr algn="ctr">
              <a:defRPr sz="2250" b="0">
                <a:solidFill>
                  <a:srgbClr val="F7F7F7"/>
                </a:solidFill>
                <a:latin typeface="Arial"/>
                <a:ea typeface="Arial"/>
                <a:cs typeface="Arial"/>
              </a:defRPr>
            </a:lvl5pPr>
            <a:lvl6pPr algn="ctr">
              <a:defRPr sz="2250" b="0">
                <a:solidFill>
                  <a:srgbClr val="F7F7F7"/>
                </a:solidFill>
                <a:latin typeface="Arial"/>
                <a:ea typeface="Arial"/>
                <a:cs typeface="Arial"/>
              </a:defRPr>
            </a:lvl6pPr>
            <a:lvl7pPr algn="ctr">
              <a:defRPr sz="2250" b="0">
                <a:solidFill>
                  <a:srgbClr val="F7F7F7"/>
                </a:solidFill>
                <a:latin typeface="Arial"/>
                <a:ea typeface="Arial"/>
                <a:cs typeface="Arial"/>
              </a:defRPr>
            </a:lvl7pPr>
            <a:lvl8pPr algn="ctr">
              <a:defRPr sz="2250" b="0">
                <a:solidFill>
                  <a:srgbClr val="F7F7F7"/>
                </a:solidFill>
                <a:latin typeface="Arial"/>
                <a:ea typeface="Arial"/>
                <a:cs typeface="Arial"/>
              </a:defRPr>
            </a:lvl8pPr>
            <a:lvl9pPr algn="ctr">
              <a:defRPr sz="2250" b="0">
                <a:solidFill>
                  <a:srgbClr val="F7F7F7"/>
                </a:solidFill>
                <a:latin typeface="Arial"/>
                <a:ea typeface="Arial"/>
                <a:cs typeface="Arial"/>
              </a:defRPr>
            </a:lvl9pPr>
          </a:lstStyle>
          <a:p>
            <a:pPr algn="ct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כל חברי הצוות</a:t>
            </a:r>
          </a:p>
        </p:txBody>
      </p:sp>
      <p:sp>
        <p:nvSpPr>
          <p:cNvPr id="11" name="line-314">
            <a:extLst>
              <a:ext uri="{FF2B5EF4-FFF2-40B4-BE49-F238E27FC236}">
                <a16:creationId xmlns:a16="http://schemas.microsoft.com/office/drawing/2014/main" id="{2EF5EBB8-C6A5-481D-949E-9B377AF93018}"/>
              </a:ext>
            </a:extLst>
          </p:cNvPr>
          <p:cNvSpPr>
            <a:spLocks noGrp="1"/>
          </p:cNvSpPr>
          <p:nvPr/>
        </p:nvSpPr>
        <p:spPr>
          <a:xfrm>
            <a:off x="7715250" y="2819400"/>
            <a:ext cx="9525" cy="466725"/>
          </a:xfrm>
          <a:custGeom>
            <a:avLst/>
            <a:gdLst/>
            <a:ahLst/>
            <a:cxnLst/>
            <a:rect l="0" t="0" r="0" b="0"/>
            <a:pathLst>
              <a:path w="9525" h="466725">
                <a:moveTo>
                  <a:pt x="0" y="0"/>
                </a:moveTo>
                <a:lnTo>
                  <a:pt x="0" y="466725"/>
                </a:lnTo>
              </a:path>
            </a:pathLst>
          </a:custGeom>
          <a:noFill/>
          <a:ln w="38100">
            <a:solidFill>
              <a:srgbClr val="42AFFA"/>
            </a:solidFill>
          </a:ln>
        </p:spPr>
      </p:sp>
      <p:sp>
        <p:nvSpPr>
          <p:cNvPr id="12" name="line-315">
            <a:extLst>
              <a:ext uri="{FF2B5EF4-FFF2-40B4-BE49-F238E27FC236}">
                <a16:creationId xmlns:a16="http://schemas.microsoft.com/office/drawing/2014/main" id="{5C6AF4C1-3FD3-4BBB-AD78-E7CFBB47195B}"/>
              </a:ext>
            </a:extLst>
          </p:cNvPr>
          <p:cNvSpPr>
            <a:spLocks noGrp="1"/>
          </p:cNvSpPr>
          <p:nvPr/>
        </p:nvSpPr>
        <p:spPr>
          <a:xfrm>
            <a:off x="7655507" y="3188681"/>
            <a:ext cx="59743" cy="97444"/>
          </a:xfrm>
          <a:custGeom>
            <a:avLst/>
            <a:gdLst/>
            <a:ahLst/>
            <a:cxnLst/>
            <a:rect l="0" t="0" r="0" b="0"/>
            <a:pathLst>
              <a:path w="59743" h="97444">
                <a:moveTo>
                  <a:pt x="59743" y="97444"/>
                </a:moveTo>
                <a:lnTo>
                  <a:pt x="0" y="0"/>
                </a:lnTo>
              </a:path>
            </a:pathLst>
          </a:custGeom>
          <a:noFill/>
          <a:ln w="38100">
            <a:solidFill>
              <a:srgbClr val="42AFFA"/>
            </a:solidFill>
          </a:ln>
        </p:spPr>
      </p:sp>
      <p:sp>
        <p:nvSpPr>
          <p:cNvPr id="13" name="line-316">
            <a:extLst>
              <a:ext uri="{FF2B5EF4-FFF2-40B4-BE49-F238E27FC236}">
                <a16:creationId xmlns:a16="http://schemas.microsoft.com/office/drawing/2014/main" id="{E9F4D948-C436-4F96-9457-EC08CC0682F4}"/>
              </a:ext>
            </a:extLst>
          </p:cNvPr>
          <p:cNvSpPr>
            <a:spLocks noGrp="1"/>
          </p:cNvSpPr>
          <p:nvPr/>
        </p:nvSpPr>
        <p:spPr>
          <a:xfrm>
            <a:off x="7715250" y="3188681"/>
            <a:ext cx="59743" cy="97444"/>
          </a:xfrm>
          <a:custGeom>
            <a:avLst/>
            <a:gdLst/>
            <a:ahLst/>
            <a:cxnLst/>
            <a:rect l="0" t="0" r="0" b="0"/>
            <a:pathLst>
              <a:path w="59743" h="97444">
                <a:moveTo>
                  <a:pt x="0" y="97444"/>
                </a:moveTo>
                <a:lnTo>
                  <a:pt x="59743" y="0"/>
                </a:lnTo>
              </a:path>
            </a:pathLst>
          </a:custGeom>
          <a:noFill/>
          <a:ln w="38100">
            <a:solidFill>
              <a:srgbClr val="42AFFA"/>
            </a:solidFill>
          </a:ln>
        </p:spPr>
      </p:sp>
      <p:sp>
        <p:nvSpPr>
          <p:cNvPr id="14" name="line-317">
            <a:extLst>
              <a:ext uri="{FF2B5EF4-FFF2-40B4-BE49-F238E27FC236}">
                <a16:creationId xmlns:a16="http://schemas.microsoft.com/office/drawing/2014/main" id="{A06DEBAF-99F8-49E4-BB9B-81FE335C8F67}"/>
              </a:ext>
            </a:extLst>
          </p:cNvPr>
          <p:cNvSpPr>
            <a:spLocks noGrp="1"/>
          </p:cNvSpPr>
          <p:nvPr/>
        </p:nvSpPr>
        <p:spPr>
          <a:xfrm>
            <a:off x="5762625" y="3857625"/>
            <a:ext cx="428625" cy="9525"/>
          </a:xfrm>
          <a:custGeom>
            <a:avLst/>
            <a:gdLst/>
            <a:ahLst/>
            <a:cxnLst/>
            <a:rect l="0" t="0" r="0" b="0"/>
            <a:pathLst>
              <a:path w="428625" h="9525">
                <a:moveTo>
                  <a:pt x="428625" y="0"/>
                </a:moveTo>
                <a:lnTo>
                  <a:pt x="0" y="0"/>
                </a:lnTo>
              </a:path>
            </a:pathLst>
          </a:custGeom>
          <a:noFill/>
          <a:ln w="38100">
            <a:solidFill>
              <a:srgbClr val="88FF88"/>
            </a:solidFill>
          </a:ln>
        </p:spPr>
      </p:sp>
      <p:sp>
        <p:nvSpPr>
          <p:cNvPr id="15" name="line-318">
            <a:extLst>
              <a:ext uri="{FF2B5EF4-FFF2-40B4-BE49-F238E27FC236}">
                <a16:creationId xmlns:a16="http://schemas.microsoft.com/office/drawing/2014/main" id="{289E33D7-A773-4645-AA2E-CBFCA4C1FDDA}"/>
              </a:ext>
            </a:extLst>
          </p:cNvPr>
          <p:cNvSpPr>
            <a:spLocks noGrp="1"/>
          </p:cNvSpPr>
          <p:nvPr/>
        </p:nvSpPr>
        <p:spPr>
          <a:xfrm>
            <a:off x="5762625" y="3797882"/>
            <a:ext cx="97444" cy="59743"/>
          </a:xfrm>
          <a:custGeom>
            <a:avLst/>
            <a:gdLst/>
            <a:ahLst/>
            <a:cxnLst/>
            <a:rect l="0" t="0" r="0" b="0"/>
            <a:pathLst>
              <a:path w="97444" h="59743">
                <a:moveTo>
                  <a:pt x="0" y="59743"/>
                </a:moveTo>
                <a:lnTo>
                  <a:pt x="97444" y="0"/>
                </a:lnTo>
              </a:path>
            </a:pathLst>
          </a:custGeom>
          <a:noFill/>
          <a:ln w="38100">
            <a:solidFill>
              <a:srgbClr val="88FF88"/>
            </a:solidFill>
          </a:ln>
        </p:spPr>
      </p:sp>
      <p:sp>
        <p:nvSpPr>
          <p:cNvPr id="16" name="line-319">
            <a:extLst>
              <a:ext uri="{FF2B5EF4-FFF2-40B4-BE49-F238E27FC236}">
                <a16:creationId xmlns:a16="http://schemas.microsoft.com/office/drawing/2014/main" id="{EB7560A2-0DA5-4F83-9EC6-28E551F56A67}"/>
              </a:ext>
            </a:extLst>
          </p:cNvPr>
          <p:cNvSpPr>
            <a:spLocks noGrp="1"/>
          </p:cNvSpPr>
          <p:nvPr/>
        </p:nvSpPr>
        <p:spPr>
          <a:xfrm>
            <a:off x="5762625" y="3857625"/>
            <a:ext cx="97444" cy="59743"/>
          </a:xfrm>
          <a:custGeom>
            <a:avLst/>
            <a:gdLst/>
            <a:ahLst/>
            <a:cxnLst/>
            <a:rect l="0" t="0" r="0" b="0"/>
            <a:pathLst>
              <a:path w="97444" h="59743">
                <a:moveTo>
                  <a:pt x="0" y="0"/>
                </a:moveTo>
                <a:lnTo>
                  <a:pt x="97444" y="59743"/>
                </a:lnTo>
              </a:path>
            </a:pathLst>
          </a:custGeom>
          <a:noFill/>
          <a:ln w="38100">
            <a:solidFill>
              <a:srgbClr val="88FF88"/>
            </a:solidFill>
          </a:ln>
        </p:spPr>
      </p:sp>
      <p:sp>
        <p:nvSpPr>
          <p:cNvPr id="17" name="line-320">
            <a:extLst>
              <a:ext uri="{FF2B5EF4-FFF2-40B4-BE49-F238E27FC236}">
                <a16:creationId xmlns:a16="http://schemas.microsoft.com/office/drawing/2014/main" id="{F1E65265-DA24-4620-92CF-4D4CAA7A35DC}"/>
              </a:ext>
            </a:extLst>
          </p:cNvPr>
          <p:cNvSpPr>
            <a:spLocks noGrp="1"/>
          </p:cNvSpPr>
          <p:nvPr/>
        </p:nvSpPr>
        <p:spPr>
          <a:xfrm>
            <a:off x="3114675" y="3857625"/>
            <a:ext cx="457200" cy="9525"/>
          </a:xfrm>
          <a:custGeom>
            <a:avLst/>
            <a:gdLst/>
            <a:ahLst/>
            <a:cxnLst/>
            <a:rect l="0" t="0" r="0" b="0"/>
            <a:pathLst>
              <a:path w="457200" h="9525">
                <a:moveTo>
                  <a:pt x="457200" y="0"/>
                </a:moveTo>
                <a:lnTo>
                  <a:pt x="0" y="0"/>
                </a:lnTo>
              </a:path>
            </a:pathLst>
          </a:custGeom>
          <a:noFill/>
          <a:ln w="38100">
            <a:solidFill>
              <a:srgbClr val="88FF88"/>
            </a:solidFill>
          </a:ln>
        </p:spPr>
      </p:sp>
      <p:sp>
        <p:nvSpPr>
          <p:cNvPr id="18" name="line-321">
            <a:extLst>
              <a:ext uri="{FF2B5EF4-FFF2-40B4-BE49-F238E27FC236}">
                <a16:creationId xmlns:a16="http://schemas.microsoft.com/office/drawing/2014/main" id="{0A1DB892-5846-43DD-A08A-FF91ED56CC1C}"/>
              </a:ext>
            </a:extLst>
          </p:cNvPr>
          <p:cNvSpPr>
            <a:spLocks noGrp="1"/>
          </p:cNvSpPr>
          <p:nvPr/>
        </p:nvSpPr>
        <p:spPr>
          <a:xfrm>
            <a:off x="3114675" y="3797882"/>
            <a:ext cx="97444" cy="59743"/>
          </a:xfrm>
          <a:custGeom>
            <a:avLst/>
            <a:gdLst/>
            <a:ahLst/>
            <a:cxnLst/>
            <a:rect l="0" t="0" r="0" b="0"/>
            <a:pathLst>
              <a:path w="97444" h="59743">
                <a:moveTo>
                  <a:pt x="0" y="59743"/>
                </a:moveTo>
                <a:lnTo>
                  <a:pt x="97444" y="0"/>
                </a:lnTo>
              </a:path>
            </a:pathLst>
          </a:custGeom>
          <a:noFill/>
          <a:ln w="38100">
            <a:solidFill>
              <a:srgbClr val="88FF88"/>
            </a:solidFill>
          </a:ln>
        </p:spPr>
      </p:sp>
      <p:sp>
        <p:nvSpPr>
          <p:cNvPr id="19" name="line-322">
            <a:extLst>
              <a:ext uri="{FF2B5EF4-FFF2-40B4-BE49-F238E27FC236}">
                <a16:creationId xmlns:a16="http://schemas.microsoft.com/office/drawing/2014/main" id="{849D1441-98B9-4E3B-B439-A1B7C0D9D5D3}"/>
              </a:ext>
            </a:extLst>
          </p:cNvPr>
          <p:cNvSpPr>
            <a:spLocks noGrp="1"/>
          </p:cNvSpPr>
          <p:nvPr/>
        </p:nvSpPr>
        <p:spPr>
          <a:xfrm>
            <a:off x="3114675" y="3857625"/>
            <a:ext cx="97444" cy="59743"/>
          </a:xfrm>
          <a:custGeom>
            <a:avLst/>
            <a:gdLst/>
            <a:ahLst/>
            <a:cxnLst/>
            <a:rect l="0" t="0" r="0" b="0"/>
            <a:pathLst>
              <a:path w="97444" h="59743">
                <a:moveTo>
                  <a:pt x="0" y="0"/>
                </a:moveTo>
                <a:lnTo>
                  <a:pt x="97444" y="59743"/>
                </a:lnTo>
              </a:path>
            </a:pathLst>
          </a:custGeom>
          <a:noFill/>
          <a:ln w="38100">
            <a:solidFill>
              <a:srgbClr val="88FF88"/>
            </a:solidFill>
          </a:ln>
        </p:spPr>
      </p:sp>
      <p:sp>
        <p:nvSpPr>
          <p:cNvPr id="20" name="text-323">
            <a:extLst>
              <a:ext uri="{FF2B5EF4-FFF2-40B4-BE49-F238E27FC236}">
                <a16:creationId xmlns:a16="http://schemas.microsoft.com/office/drawing/2014/main" id="{8702B0C0-FA7C-41F5-9B50-B50BE1F013E7}"/>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250" b="0">
                <a:solidFill>
                  <a:srgbClr val="F7F7F7"/>
                </a:solidFill>
                <a:latin typeface="Arial"/>
                <a:ea typeface="Arial"/>
                <a:cs typeface="Arial"/>
              </a:defRPr>
            </a:defPPr>
            <a:lvl1pPr algn="r">
              <a:defRPr sz="2250" b="0">
                <a:solidFill>
                  <a:srgbClr val="F7F7F7"/>
                </a:solidFill>
                <a:latin typeface="Arial"/>
                <a:ea typeface="Arial"/>
                <a:cs typeface="Arial"/>
              </a:defRPr>
            </a:lvl1pPr>
            <a:lvl2pPr algn="r">
              <a:defRPr sz="2250" b="0">
                <a:solidFill>
                  <a:srgbClr val="F7F7F7"/>
                </a:solidFill>
                <a:latin typeface="Arial"/>
                <a:ea typeface="Arial"/>
                <a:cs typeface="Arial"/>
              </a:defRPr>
            </a:lvl2pPr>
            <a:lvl3pPr algn="r">
              <a:defRPr sz="2250" b="0">
                <a:solidFill>
                  <a:srgbClr val="F7F7F7"/>
                </a:solidFill>
                <a:latin typeface="Arial"/>
                <a:ea typeface="Arial"/>
                <a:cs typeface="Arial"/>
              </a:defRPr>
            </a:lvl3pPr>
            <a:lvl4pPr algn="r">
              <a:defRPr sz="2250" b="0">
                <a:solidFill>
                  <a:srgbClr val="F7F7F7"/>
                </a:solidFill>
                <a:latin typeface="Arial"/>
                <a:ea typeface="Arial"/>
                <a:cs typeface="Arial"/>
              </a:defRPr>
            </a:lvl4pPr>
            <a:lvl5pPr algn="r">
              <a:defRPr sz="2250" b="0">
                <a:solidFill>
                  <a:srgbClr val="F7F7F7"/>
                </a:solidFill>
                <a:latin typeface="Arial"/>
                <a:ea typeface="Arial"/>
                <a:cs typeface="Arial"/>
              </a:defRPr>
            </a:lvl5pPr>
            <a:lvl6pPr algn="r">
              <a:defRPr sz="2250" b="0">
                <a:solidFill>
                  <a:srgbClr val="F7F7F7"/>
                </a:solidFill>
                <a:latin typeface="Arial"/>
                <a:ea typeface="Arial"/>
                <a:cs typeface="Arial"/>
              </a:defRPr>
            </a:lvl6pPr>
            <a:lvl7pPr algn="r">
              <a:defRPr sz="2250" b="0">
                <a:solidFill>
                  <a:srgbClr val="F7F7F7"/>
                </a:solidFill>
                <a:latin typeface="Arial"/>
                <a:ea typeface="Arial"/>
                <a:cs typeface="Arial"/>
              </a:defRPr>
            </a:lvl7pPr>
            <a:lvl8pPr algn="r">
              <a:defRPr sz="2250" b="0">
                <a:solidFill>
                  <a:srgbClr val="F7F7F7"/>
                </a:solidFill>
                <a:latin typeface="Arial"/>
                <a:ea typeface="Arial"/>
                <a:cs typeface="Arial"/>
              </a:defRPr>
            </a:lvl8pPr>
            <a:lvl9pPr algn="r">
              <a:defRPr sz="2250" b="0">
                <a:solidFill>
                  <a:srgbClr val="F7F7F7"/>
                </a:solidFill>
                <a:latin typeface="Arial"/>
                <a:ea typeface="Arial"/>
                <a:cs typeface="Arial"/>
              </a:defRPr>
            </a:lvl9pPr>
          </a:lstStyle>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בעל הארגון מזמין כל חבר וחברה מהחשבון האישי שלהם.</a:t>
            </a:r>
          </a:p>
        </p:txBody>
      </p:sp>
    </p:spTree>
    <p:extLst>
      <p:ext uri="{BB962C8B-B14F-4D97-AF65-F5344CB8AC3E}">
        <p14:creationId xmlns:p14="http://schemas.microsoft.com/office/powerpoint/2010/main" val="1204429399"/>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2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2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200"/>
                                        <p:tgtEl>
                                          <p:spTgt spid="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2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200"/>
                                        <p:tgtEl>
                                          <p:spTgt spid="18"/>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20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fade">
                                      <p:cBhvr>
                                        <p:cTn id="53" dur="200"/>
                                        <p:tgtEl>
                                          <p:spTgt spid="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6" name="text-324">
            <a:extLst>
              <a:ext uri="{FF2B5EF4-FFF2-40B4-BE49-F238E27FC236}">
                <a16:creationId xmlns:a16="http://schemas.microsoft.com/office/drawing/2014/main" id="{5392C3A5-9312-4621-BBDD-9F13C1B16423}"/>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חברות ציבורית בארגון</a:t>
            </a:r>
          </a:p>
        </p:txBody>
      </p:sp>
      <p:sp>
        <p:nvSpPr>
          <p:cNvPr id="2" name="text-325">
            <a:extLst>
              <a:ext uri="{FF2B5EF4-FFF2-40B4-BE49-F238E27FC236}">
                <a16:creationId xmlns:a16="http://schemas.microsoft.com/office/drawing/2014/main" id="{AC60C3F5-8790-43F2-A7A0-92AC0037DA1D}"/>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21</a:t>
            </a:r>
          </a:p>
        </p:txBody>
      </p:sp>
      <p:pic>
        <p:nvPicPr>
          <p:cNvPr id="3" name="image-326">
            <a:extLst>
              <a:ext uri="{FF2B5EF4-FFF2-40B4-BE49-F238E27FC236}">
                <a16:creationId xmlns:a16="http://schemas.microsoft.com/office/drawing/2014/main" id="{C5B23B94-6F44-4286-BE60-D911EB70C12C}"/>
              </a:ext>
            </a:extLst>
          </p:cNvPr>
          <p:cNvPicPr>
            <a:picLocks noChangeAspect="1"/>
          </p:cNvPicPr>
          <p:nvPr/>
        </p:nvPicPr>
        <p:blipFill>
          <a:blip r:embed="rId3"/>
          <a:stretch/>
        </p:blipFill>
        <p:spPr>
          <a:xfrm>
            <a:off x="457200" y="1707416"/>
            <a:ext cx="8229600" cy="1557218"/>
          </a:xfrm>
          <a:prstGeom prst="rect">
            <a:avLst/>
          </a:prstGeom>
        </p:spPr>
      </p:pic>
      <p:sp>
        <p:nvSpPr>
          <p:cNvPr id="4" name="shape-327">
            <a:extLst>
              <a:ext uri="{FF2B5EF4-FFF2-40B4-BE49-F238E27FC236}">
                <a16:creationId xmlns:a16="http://schemas.microsoft.com/office/drawing/2014/main" id="{D15E9F0A-1E8A-4CA2-B8EE-A70B07B343B4}"/>
              </a:ext>
            </a:extLst>
          </p:cNvPr>
          <p:cNvSpPr>
            <a:spLocks noGrp="1"/>
          </p:cNvSpPr>
          <p:nvPr/>
        </p:nvSpPr>
        <p:spPr>
          <a:xfrm>
            <a:off x="6025732" y="2545160"/>
            <a:ext cx="965869" cy="374521"/>
          </a:xfrm>
          <a:prstGeom prst="rect">
            <a:avLst/>
          </a:prstGeom>
          <a:noFill/>
          <a:ln w="38100">
            <a:solidFill>
              <a:srgbClr val="88FF88"/>
            </a:solidFill>
          </a:ln>
        </p:spPr>
      </p:sp>
      <p:sp>
        <p:nvSpPr>
          <p:cNvPr id="5" name="text-328">
            <a:extLst>
              <a:ext uri="{FF2B5EF4-FFF2-40B4-BE49-F238E27FC236}">
                <a16:creationId xmlns:a16="http://schemas.microsoft.com/office/drawing/2014/main" id="{E532B7F6-B3AF-4F02-BCAA-363BA0B32284}"/>
              </a:ext>
            </a:extLst>
          </p:cNvPr>
          <p:cNvSpPr>
            <a:spLocks noGrp="1"/>
          </p:cNvSpPr>
          <p:nvPr/>
        </p:nvSpPr>
        <p:spPr>
          <a:xfrm>
            <a:off x="6191250" y="3648075"/>
            <a:ext cx="2457450" cy="885825"/>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פותחים את התפריט</a:t>
            </a:r>
          </a:p>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ובוחרים</a:t>
            </a:r>
          </a:p>
        </p:txBody>
      </p:sp>
      <p:sp>
        <p:nvSpPr>
          <p:cNvPr id="6" name="shape-329">
            <a:extLst>
              <a:ext uri="{FF2B5EF4-FFF2-40B4-BE49-F238E27FC236}">
                <a16:creationId xmlns:a16="http://schemas.microsoft.com/office/drawing/2014/main" id="{6CBEEC32-14DF-4DFF-8374-423E94BAFD4B}"/>
              </a:ext>
            </a:extLst>
          </p:cNvPr>
          <p:cNvSpPr>
            <a:spLocks noGrp="1"/>
          </p:cNvSpPr>
          <p:nvPr/>
        </p:nvSpPr>
        <p:spPr>
          <a:xfrm>
            <a:off x="3352800" y="3886200"/>
            <a:ext cx="2400300" cy="838200"/>
          </a:xfrm>
          <a:prstGeom prst="rect">
            <a:avLst/>
          </a:prstGeom>
          <a:solidFill>
            <a:srgbClr val="25282B"/>
          </a:solidFill>
          <a:ln w="19050">
            <a:solidFill>
              <a:srgbClr val="88FF88"/>
            </a:solidFill>
          </a:ln>
        </p:spPr>
      </p:sp>
      <p:sp>
        <p:nvSpPr>
          <p:cNvPr id="7" name="text-330">
            <a:extLst>
              <a:ext uri="{FF2B5EF4-FFF2-40B4-BE49-F238E27FC236}">
                <a16:creationId xmlns:a16="http://schemas.microsoft.com/office/drawing/2014/main" id="{CCD4CE26-FA11-49C4-93FD-725E63426D1A}"/>
              </a:ext>
            </a:extLst>
          </p:cNvPr>
          <p:cNvSpPr>
            <a:spLocks noGrp="1"/>
          </p:cNvSpPr>
          <p:nvPr/>
        </p:nvSpPr>
        <p:spPr>
          <a:xfrm>
            <a:off x="3486150" y="4048125"/>
            <a:ext cx="2133600" cy="685800"/>
          </a:xfrm>
          <a:prstGeom prst="rect">
            <a:avLst/>
          </a:prstGeom>
          <a:noFill/>
          <a:ln w="0">
            <a:noFill/>
          </a:ln>
        </p:spPr>
        <p:txBody>
          <a:bodyPr wrap="square" lIns="0" tIns="0" rIns="0" bIns="0" anchor="t">
            <a:noAutofit/>
          </a:bodyPr>
          <a:lstStyle>
            <a:defPPr algn="ctr">
              <a:defRPr sz="3375" b="0">
                <a:solidFill>
                  <a:srgbClr val="F7F7F7"/>
                </a:solidFill>
                <a:latin typeface="Arial"/>
                <a:ea typeface="Arial"/>
                <a:cs typeface="Arial"/>
              </a:defRPr>
            </a:defPPr>
            <a:lvl1pPr algn="ctr">
              <a:defRPr sz="3375" b="0">
                <a:solidFill>
                  <a:srgbClr val="F7F7F7"/>
                </a:solidFill>
                <a:latin typeface="Arial"/>
                <a:ea typeface="Arial"/>
                <a:cs typeface="Arial"/>
              </a:defRPr>
            </a:lvl1pPr>
            <a:lvl2pPr algn="ctr">
              <a:defRPr sz="3375" b="0">
                <a:solidFill>
                  <a:srgbClr val="F7F7F7"/>
                </a:solidFill>
                <a:latin typeface="Arial"/>
                <a:ea typeface="Arial"/>
                <a:cs typeface="Arial"/>
              </a:defRPr>
            </a:lvl2pPr>
            <a:lvl3pPr algn="ctr">
              <a:defRPr sz="3375" b="0">
                <a:solidFill>
                  <a:srgbClr val="F7F7F7"/>
                </a:solidFill>
                <a:latin typeface="Arial"/>
                <a:ea typeface="Arial"/>
                <a:cs typeface="Arial"/>
              </a:defRPr>
            </a:lvl3pPr>
            <a:lvl4pPr algn="ctr">
              <a:defRPr sz="3375" b="0">
                <a:solidFill>
                  <a:srgbClr val="F7F7F7"/>
                </a:solidFill>
                <a:latin typeface="Arial"/>
                <a:ea typeface="Arial"/>
                <a:cs typeface="Arial"/>
              </a:defRPr>
            </a:lvl4pPr>
            <a:lvl5pPr algn="ctr">
              <a:defRPr sz="3375" b="0">
                <a:solidFill>
                  <a:srgbClr val="F7F7F7"/>
                </a:solidFill>
                <a:latin typeface="Arial"/>
                <a:ea typeface="Arial"/>
                <a:cs typeface="Arial"/>
              </a:defRPr>
            </a:lvl5pPr>
            <a:lvl6pPr algn="ctr">
              <a:defRPr sz="3375" b="0">
                <a:solidFill>
                  <a:srgbClr val="F7F7F7"/>
                </a:solidFill>
                <a:latin typeface="Arial"/>
                <a:ea typeface="Arial"/>
                <a:cs typeface="Arial"/>
              </a:defRPr>
            </a:lvl6pPr>
            <a:lvl7pPr algn="ctr">
              <a:defRPr sz="3375" b="0">
                <a:solidFill>
                  <a:srgbClr val="F7F7F7"/>
                </a:solidFill>
                <a:latin typeface="Arial"/>
                <a:ea typeface="Arial"/>
                <a:cs typeface="Arial"/>
              </a:defRPr>
            </a:lvl7pPr>
            <a:lvl8pPr algn="ctr">
              <a:defRPr sz="3375" b="0">
                <a:solidFill>
                  <a:srgbClr val="F7F7F7"/>
                </a:solidFill>
                <a:latin typeface="Arial"/>
                <a:ea typeface="Arial"/>
                <a:cs typeface="Arial"/>
              </a:defRPr>
            </a:lvl8pPr>
            <a:lvl9pPr algn="ctr">
              <a:defRPr sz="3375" b="0">
                <a:solidFill>
                  <a:srgbClr val="F7F7F7"/>
                </a:solidFill>
                <a:latin typeface="Arial"/>
                <a:ea typeface="Arial"/>
                <a:cs typeface="Arial"/>
              </a:defRPr>
            </a:lvl9pPr>
          </a:lstStyle>
          <a:p>
            <a:pPr algn="ctr" rtl="0">
              <a:lnSpc>
                <a:spcPct val="108000"/>
              </a:lnSpc>
              <a:buNone/>
              <a:defRPr sz="3375" b="0">
                <a:solidFill>
                  <a:srgbClr val="F7F7F7"/>
                </a:solidFill>
                <a:latin typeface="Arial"/>
                <a:ea typeface="Arial"/>
                <a:cs typeface="Arial"/>
              </a:defRPr>
            </a:pPr>
            <a:r>
              <a:rPr lang="en-US" sz="3375" b="0">
                <a:solidFill>
                  <a:srgbClr val="F7F7F7"/>
                </a:solidFill>
                <a:latin typeface="Arial"/>
                <a:ea typeface="Arial"/>
                <a:cs typeface="Arial"/>
              </a:rPr>
              <a:t>Public</a:t>
            </a:r>
          </a:p>
        </p:txBody>
      </p:sp>
      <p:sp>
        <p:nvSpPr>
          <p:cNvPr id="8" name="line-331">
            <a:extLst>
              <a:ext uri="{FF2B5EF4-FFF2-40B4-BE49-F238E27FC236}">
                <a16:creationId xmlns:a16="http://schemas.microsoft.com/office/drawing/2014/main" id="{1B50AF14-E4AE-48A1-B853-4341B108285F}"/>
              </a:ext>
            </a:extLst>
          </p:cNvPr>
          <p:cNvSpPr>
            <a:spLocks noGrp="1"/>
          </p:cNvSpPr>
          <p:nvPr/>
        </p:nvSpPr>
        <p:spPr>
          <a:xfrm>
            <a:off x="6515100" y="3305175"/>
            <a:ext cx="9525" cy="238125"/>
          </a:xfrm>
          <a:custGeom>
            <a:avLst/>
            <a:gdLst/>
            <a:ahLst/>
            <a:cxnLst/>
            <a:rect l="0" t="0" r="0" b="0"/>
            <a:pathLst>
              <a:path w="9525" h="238125">
                <a:moveTo>
                  <a:pt x="0" y="0"/>
                </a:moveTo>
                <a:lnTo>
                  <a:pt x="0" y="238125"/>
                </a:lnTo>
              </a:path>
            </a:pathLst>
          </a:custGeom>
          <a:noFill/>
          <a:ln w="38100">
            <a:solidFill>
              <a:srgbClr val="88FF88"/>
            </a:solidFill>
          </a:ln>
        </p:spPr>
      </p:sp>
      <p:sp>
        <p:nvSpPr>
          <p:cNvPr id="9" name="line-332">
            <a:extLst>
              <a:ext uri="{FF2B5EF4-FFF2-40B4-BE49-F238E27FC236}">
                <a16:creationId xmlns:a16="http://schemas.microsoft.com/office/drawing/2014/main" id="{623ED8FA-FEE2-49AA-A8F4-B1205E14CE89}"/>
              </a:ext>
            </a:extLst>
          </p:cNvPr>
          <p:cNvSpPr>
            <a:spLocks noGrp="1"/>
          </p:cNvSpPr>
          <p:nvPr/>
        </p:nvSpPr>
        <p:spPr>
          <a:xfrm>
            <a:off x="6455357" y="3445856"/>
            <a:ext cx="59743" cy="97444"/>
          </a:xfrm>
          <a:custGeom>
            <a:avLst/>
            <a:gdLst/>
            <a:ahLst/>
            <a:cxnLst/>
            <a:rect l="0" t="0" r="0" b="0"/>
            <a:pathLst>
              <a:path w="59743" h="97444">
                <a:moveTo>
                  <a:pt x="59743" y="97444"/>
                </a:moveTo>
                <a:lnTo>
                  <a:pt x="0" y="0"/>
                </a:lnTo>
              </a:path>
            </a:pathLst>
          </a:custGeom>
          <a:noFill/>
          <a:ln w="38100">
            <a:solidFill>
              <a:srgbClr val="88FF88"/>
            </a:solidFill>
          </a:ln>
        </p:spPr>
      </p:sp>
      <p:sp>
        <p:nvSpPr>
          <p:cNvPr id="10" name="line-333">
            <a:extLst>
              <a:ext uri="{FF2B5EF4-FFF2-40B4-BE49-F238E27FC236}">
                <a16:creationId xmlns:a16="http://schemas.microsoft.com/office/drawing/2014/main" id="{70B8A081-B8DE-4219-9648-617F2D978271}"/>
              </a:ext>
            </a:extLst>
          </p:cNvPr>
          <p:cNvSpPr>
            <a:spLocks noGrp="1"/>
          </p:cNvSpPr>
          <p:nvPr/>
        </p:nvSpPr>
        <p:spPr>
          <a:xfrm>
            <a:off x="6515100" y="3445856"/>
            <a:ext cx="59743" cy="97444"/>
          </a:xfrm>
          <a:custGeom>
            <a:avLst/>
            <a:gdLst/>
            <a:ahLst/>
            <a:cxnLst/>
            <a:rect l="0" t="0" r="0" b="0"/>
            <a:pathLst>
              <a:path w="59743" h="97444">
                <a:moveTo>
                  <a:pt x="0" y="97444"/>
                </a:moveTo>
                <a:lnTo>
                  <a:pt x="59743" y="0"/>
                </a:lnTo>
              </a:path>
            </a:pathLst>
          </a:custGeom>
          <a:noFill/>
          <a:ln w="38100">
            <a:solidFill>
              <a:srgbClr val="88FF88"/>
            </a:solidFill>
          </a:ln>
        </p:spPr>
      </p:sp>
      <p:sp>
        <p:nvSpPr>
          <p:cNvPr id="11" name="line-334">
            <a:extLst>
              <a:ext uri="{FF2B5EF4-FFF2-40B4-BE49-F238E27FC236}">
                <a16:creationId xmlns:a16="http://schemas.microsoft.com/office/drawing/2014/main" id="{06995610-84C5-42BD-8DC2-26F906097A1D}"/>
              </a:ext>
            </a:extLst>
          </p:cNvPr>
          <p:cNvSpPr>
            <a:spLocks noGrp="1"/>
          </p:cNvSpPr>
          <p:nvPr/>
        </p:nvSpPr>
        <p:spPr>
          <a:xfrm>
            <a:off x="5915025" y="4305300"/>
            <a:ext cx="209550" cy="9525"/>
          </a:xfrm>
          <a:custGeom>
            <a:avLst/>
            <a:gdLst/>
            <a:ahLst/>
            <a:cxnLst/>
            <a:rect l="0" t="0" r="0" b="0"/>
            <a:pathLst>
              <a:path w="209550" h="9525">
                <a:moveTo>
                  <a:pt x="209550" y="0"/>
                </a:moveTo>
                <a:lnTo>
                  <a:pt x="0" y="0"/>
                </a:lnTo>
              </a:path>
            </a:pathLst>
          </a:custGeom>
          <a:noFill/>
          <a:ln w="38100">
            <a:solidFill>
              <a:srgbClr val="88FF88"/>
            </a:solidFill>
          </a:ln>
        </p:spPr>
      </p:sp>
      <p:sp>
        <p:nvSpPr>
          <p:cNvPr id="12" name="line-335">
            <a:extLst>
              <a:ext uri="{FF2B5EF4-FFF2-40B4-BE49-F238E27FC236}">
                <a16:creationId xmlns:a16="http://schemas.microsoft.com/office/drawing/2014/main" id="{D90840CD-AE9F-48E0-8FAC-5B7CA8536159}"/>
              </a:ext>
            </a:extLst>
          </p:cNvPr>
          <p:cNvSpPr>
            <a:spLocks noGrp="1"/>
          </p:cNvSpPr>
          <p:nvPr/>
        </p:nvSpPr>
        <p:spPr>
          <a:xfrm>
            <a:off x="5915025" y="4245557"/>
            <a:ext cx="97444" cy="59743"/>
          </a:xfrm>
          <a:custGeom>
            <a:avLst/>
            <a:gdLst/>
            <a:ahLst/>
            <a:cxnLst/>
            <a:rect l="0" t="0" r="0" b="0"/>
            <a:pathLst>
              <a:path w="97444" h="59743">
                <a:moveTo>
                  <a:pt x="0" y="59743"/>
                </a:moveTo>
                <a:lnTo>
                  <a:pt x="97444" y="0"/>
                </a:lnTo>
              </a:path>
            </a:pathLst>
          </a:custGeom>
          <a:noFill/>
          <a:ln w="38100">
            <a:solidFill>
              <a:srgbClr val="88FF88"/>
            </a:solidFill>
          </a:ln>
        </p:spPr>
      </p:sp>
      <p:sp>
        <p:nvSpPr>
          <p:cNvPr id="13" name="line-336">
            <a:extLst>
              <a:ext uri="{FF2B5EF4-FFF2-40B4-BE49-F238E27FC236}">
                <a16:creationId xmlns:a16="http://schemas.microsoft.com/office/drawing/2014/main" id="{D95C905E-52C2-48F8-AEF4-C34646233797}"/>
              </a:ext>
            </a:extLst>
          </p:cNvPr>
          <p:cNvSpPr>
            <a:spLocks noGrp="1"/>
          </p:cNvSpPr>
          <p:nvPr/>
        </p:nvSpPr>
        <p:spPr>
          <a:xfrm>
            <a:off x="5915025" y="4305300"/>
            <a:ext cx="97444" cy="59743"/>
          </a:xfrm>
          <a:custGeom>
            <a:avLst/>
            <a:gdLst/>
            <a:ahLst/>
            <a:cxnLst/>
            <a:rect l="0" t="0" r="0" b="0"/>
            <a:pathLst>
              <a:path w="97444" h="59743">
                <a:moveTo>
                  <a:pt x="0" y="0"/>
                </a:moveTo>
                <a:lnTo>
                  <a:pt x="97444" y="59743"/>
                </a:lnTo>
              </a:path>
            </a:pathLst>
          </a:custGeom>
          <a:noFill/>
          <a:ln w="38100">
            <a:solidFill>
              <a:srgbClr val="88FF88"/>
            </a:solidFill>
          </a:ln>
        </p:spPr>
      </p:sp>
      <p:sp>
        <p:nvSpPr>
          <p:cNvPr id="14" name="text-337">
            <a:extLst>
              <a:ext uri="{FF2B5EF4-FFF2-40B4-BE49-F238E27FC236}">
                <a16:creationId xmlns:a16="http://schemas.microsoft.com/office/drawing/2014/main" id="{B7EE61C8-9605-4C43-9F4F-C9398276E0BC}"/>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250" b="0">
                <a:solidFill>
                  <a:srgbClr val="F7F7F7"/>
                </a:solidFill>
                <a:latin typeface="Arial"/>
                <a:ea typeface="Arial"/>
                <a:cs typeface="Arial"/>
              </a:defRPr>
            </a:defPPr>
            <a:lvl1pPr algn="r">
              <a:defRPr sz="2250" b="0">
                <a:solidFill>
                  <a:srgbClr val="F7F7F7"/>
                </a:solidFill>
                <a:latin typeface="Arial"/>
                <a:ea typeface="Arial"/>
                <a:cs typeface="Arial"/>
              </a:defRPr>
            </a:lvl1pPr>
            <a:lvl2pPr algn="r">
              <a:defRPr sz="2250" b="0">
                <a:solidFill>
                  <a:srgbClr val="F7F7F7"/>
                </a:solidFill>
                <a:latin typeface="Arial"/>
                <a:ea typeface="Arial"/>
                <a:cs typeface="Arial"/>
              </a:defRPr>
            </a:lvl2pPr>
            <a:lvl3pPr algn="r">
              <a:defRPr sz="2250" b="0">
                <a:solidFill>
                  <a:srgbClr val="F7F7F7"/>
                </a:solidFill>
                <a:latin typeface="Arial"/>
                <a:ea typeface="Arial"/>
                <a:cs typeface="Arial"/>
              </a:defRPr>
            </a:lvl3pPr>
            <a:lvl4pPr algn="r">
              <a:defRPr sz="2250" b="0">
                <a:solidFill>
                  <a:srgbClr val="F7F7F7"/>
                </a:solidFill>
                <a:latin typeface="Arial"/>
                <a:ea typeface="Arial"/>
                <a:cs typeface="Arial"/>
              </a:defRPr>
            </a:lvl4pPr>
            <a:lvl5pPr algn="r">
              <a:defRPr sz="2250" b="0">
                <a:solidFill>
                  <a:srgbClr val="F7F7F7"/>
                </a:solidFill>
                <a:latin typeface="Arial"/>
                <a:ea typeface="Arial"/>
                <a:cs typeface="Arial"/>
              </a:defRPr>
            </a:lvl5pPr>
            <a:lvl6pPr algn="r">
              <a:defRPr sz="2250" b="0">
                <a:solidFill>
                  <a:srgbClr val="F7F7F7"/>
                </a:solidFill>
                <a:latin typeface="Arial"/>
                <a:ea typeface="Arial"/>
                <a:cs typeface="Arial"/>
              </a:defRPr>
            </a:lvl6pPr>
            <a:lvl7pPr algn="r">
              <a:defRPr sz="2250" b="0">
                <a:solidFill>
                  <a:srgbClr val="F7F7F7"/>
                </a:solidFill>
                <a:latin typeface="Arial"/>
                <a:ea typeface="Arial"/>
                <a:cs typeface="Arial"/>
              </a:defRPr>
            </a:lvl7pPr>
            <a:lvl8pPr algn="r">
              <a:defRPr sz="2250" b="0">
                <a:solidFill>
                  <a:srgbClr val="F7F7F7"/>
                </a:solidFill>
                <a:latin typeface="Arial"/>
                <a:ea typeface="Arial"/>
                <a:cs typeface="Arial"/>
              </a:defRPr>
            </a:lvl8pPr>
            <a:lvl9pPr algn="r">
              <a:defRPr sz="2250" b="0">
                <a:solidFill>
                  <a:srgbClr val="F7F7F7"/>
                </a:solidFill>
                <a:latin typeface="Arial"/>
                <a:ea typeface="Arial"/>
                <a:cs typeface="Arial"/>
              </a:defRPr>
            </a:lvl9pPr>
          </a:lstStyle>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כל אחד מסמן את החברות שלו כציבורית.</a:t>
            </a:r>
          </a:p>
        </p:txBody>
      </p:sp>
      <p:sp>
        <p:nvSpPr>
          <p:cNvPr id="15" name="text-338">
            <a:hlinkClick r:id="rId4"/>
            <a:extLst>
              <a:ext uri="{FF2B5EF4-FFF2-40B4-BE49-F238E27FC236}">
                <a16:creationId xmlns:a16="http://schemas.microsoft.com/office/drawing/2014/main" id="{659EEEE1-5692-4D81-9C65-F20DC7F1E76F}"/>
              </a:ext>
            </a:extLst>
          </p:cNvPr>
          <p:cNvSpPr>
            <a:spLocks noGrp="1"/>
          </p:cNvSpPr>
          <p:nvPr/>
        </p:nvSpPr>
        <p:spPr>
          <a:xfrm>
            <a:off x="514350" y="5981700"/>
            <a:ext cx="8115300" cy="285750"/>
          </a:xfrm>
          <a:prstGeom prst="rect">
            <a:avLst/>
          </a:prstGeom>
          <a:noFill/>
          <a:ln w="0">
            <a:noFill/>
          </a:ln>
        </p:spPr>
        <p:txBody>
          <a:bodyPr wrap="square" lIns="0" tIns="0" rIns="0" bIns="0" anchor="t">
            <a:noAutofit/>
          </a:bodyPr>
          <a:lstStyle>
            <a:defPPr algn="r">
              <a:defRPr sz="1725" b="0">
                <a:solidFill>
                  <a:srgbClr val="42AFFA"/>
                </a:solidFill>
                <a:latin typeface="Arial"/>
                <a:ea typeface="Arial"/>
                <a:cs typeface="Arial"/>
              </a:defRPr>
            </a:defPPr>
            <a:lvl1pPr algn="r">
              <a:defRPr sz="1725" b="0">
                <a:solidFill>
                  <a:srgbClr val="42AFFA"/>
                </a:solidFill>
                <a:latin typeface="Arial"/>
                <a:ea typeface="Arial"/>
                <a:cs typeface="Arial"/>
              </a:defRPr>
            </a:lvl1pPr>
            <a:lvl2pPr algn="r">
              <a:defRPr sz="1725" b="0">
                <a:solidFill>
                  <a:srgbClr val="42AFFA"/>
                </a:solidFill>
                <a:latin typeface="Arial"/>
                <a:ea typeface="Arial"/>
                <a:cs typeface="Arial"/>
              </a:defRPr>
            </a:lvl2pPr>
            <a:lvl3pPr algn="r">
              <a:defRPr sz="1725" b="0">
                <a:solidFill>
                  <a:srgbClr val="42AFFA"/>
                </a:solidFill>
                <a:latin typeface="Arial"/>
                <a:ea typeface="Arial"/>
                <a:cs typeface="Arial"/>
              </a:defRPr>
            </a:lvl3pPr>
            <a:lvl4pPr algn="r">
              <a:defRPr sz="1725" b="0">
                <a:solidFill>
                  <a:srgbClr val="42AFFA"/>
                </a:solidFill>
                <a:latin typeface="Arial"/>
                <a:ea typeface="Arial"/>
                <a:cs typeface="Arial"/>
              </a:defRPr>
            </a:lvl4pPr>
            <a:lvl5pPr algn="r">
              <a:defRPr sz="1725" b="0">
                <a:solidFill>
                  <a:srgbClr val="42AFFA"/>
                </a:solidFill>
                <a:latin typeface="Arial"/>
                <a:ea typeface="Arial"/>
                <a:cs typeface="Arial"/>
              </a:defRPr>
            </a:lvl5pPr>
            <a:lvl6pPr algn="r">
              <a:defRPr sz="1725" b="0">
                <a:solidFill>
                  <a:srgbClr val="42AFFA"/>
                </a:solidFill>
                <a:latin typeface="Arial"/>
                <a:ea typeface="Arial"/>
                <a:cs typeface="Arial"/>
              </a:defRPr>
            </a:lvl6pPr>
            <a:lvl7pPr algn="r">
              <a:defRPr sz="1725" b="0">
                <a:solidFill>
                  <a:srgbClr val="42AFFA"/>
                </a:solidFill>
                <a:latin typeface="Arial"/>
                <a:ea typeface="Arial"/>
                <a:cs typeface="Arial"/>
              </a:defRPr>
            </a:lvl7pPr>
            <a:lvl8pPr algn="r">
              <a:defRPr sz="1725" b="0">
                <a:solidFill>
                  <a:srgbClr val="42AFFA"/>
                </a:solidFill>
                <a:latin typeface="Arial"/>
                <a:ea typeface="Arial"/>
                <a:cs typeface="Arial"/>
              </a:defRPr>
            </a:lvl8pPr>
            <a:lvl9pPr algn="r">
              <a:defRPr sz="1725" b="0">
                <a:solidFill>
                  <a:srgbClr val="42AFFA"/>
                </a:solidFill>
                <a:latin typeface="Arial"/>
                <a:ea typeface="Arial"/>
                <a:cs typeface="Arial"/>
              </a:defRPr>
            </a:lvl9pPr>
          </a:lstStyle>
          <a:p>
            <a:pPr algn="r" rtl="1">
              <a:lnSpc>
                <a:spcPct val="108000"/>
              </a:lnSpc>
              <a:buNone/>
              <a:defRPr sz="1725" b="0">
                <a:solidFill>
                  <a:srgbClr val="42AFFA"/>
                </a:solidFill>
                <a:latin typeface="Arial"/>
                <a:ea typeface="Arial"/>
                <a:cs typeface="Arial"/>
              </a:defRPr>
            </a:pPr>
            <a:r>
              <a:rPr lang="he-IL" sz="1725" b="0">
                <a:solidFill>
                  <a:srgbClr val="42AFFA"/>
                </a:solidFill>
                <a:latin typeface="Arial"/>
                <a:ea typeface="Arial"/>
                <a:cs typeface="Arial"/>
              </a:rPr>
              <a:t>הסבר בגיטהאב</a:t>
            </a:r>
          </a:p>
        </p:txBody>
      </p:sp>
    </p:spTree>
    <p:extLst>
      <p:ext uri="{BB962C8B-B14F-4D97-AF65-F5344CB8AC3E}">
        <p14:creationId xmlns:p14="http://schemas.microsoft.com/office/powerpoint/2010/main" val="107113390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2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0" name="text-339">
            <a:extLst>
              <a:ext uri="{FF2B5EF4-FFF2-40B4-BE49-F238E27FC236}">
                <a16:creationId xmlns:a16="http://schemas.microsoft.com/office/drawing/2014/main" id="{EC79F0A7-50FA-438A-A3BA-498A39428089}"/>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המאגר שייך לארגון</a:t>
            </a:r>
          </a:p>
        </p:txBody>
      </p:sp>
      <p:sp>
        <p:nvSpPr>
          <p:cNvPr id="2" name="text-340">
            <a:extLst>
              <a:ext uri="{FF2B5EF4-FFF2-40B4-BE49-F238E27FC236}">
                <a16:creationId xmlns:a16="http://schemas.microsoft.com/office/drawing/2014/main" id="{7DE3B3A2-4609-4572-AF1E-2EC080D12208}"/>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22</a:t>
            </a:r>
          </a:p>
        </p:txBody>
      </p:sp>
      <p:pic>
        <p:nvPicPr>
          <p:cNvPr id="3" name="image-341">
            <a:extLst>
              <a:ext uri="{FF2B5EF4-FFF2-40B4-BE49-F238E27FC236}">
                <a16:creationId xmlns:a16="http://schemas.microsoft.com/office/drawing/2014/main" id="{53C71318-2F61-4CC9-B1E4-2E840408833D}"/>
              </a:ext>
            </a:extLst>
          </p:cNvPr>
          <p:cNvPicPr>
            <a:picLocks noChangeAspect="1"/>
          </p:cNvPicPr>
          <p:nvPr/>
        </p:nvPicPr>
        <p:blipFill>
          <a:blip r:embed="rId3"/>
          <a:stretch/>
        </p:blipFill>
        <p:spPr>
          <a:xfrm>
            <a:off x="457200" y="1391149"/>
            <a:ext cx="8229600" cy="1637303"/>
          </a:xfrm>
          <a:prstGeom prst="rect">
            <a:avLst/>
          </a:prstGeom>
        </p:spPr>
      </p:pic>
      <p:sp>
        <p:nvSpPr>
          <p:cNvPr id="4" name="shape-342">
            <a:extLst>
              <a:ext uri="{FF2B5EF4-FFF2-40B4-BE49-F238E27FC236}">
                <a16:creationId xmlns:a16="http://schemas.microsoft.com/office/drawing/2014/main" id="{E578DCB2-AAB4-4DF9-86C4-6B1F73EA9153}"/>
              </a:ext>
            </a:extLst>
          </p:cNvPr>
          <p:cNvSpPr>
            <a:spLocks noGrp="1"/>
          </p:cNvSpPr>
          <p:nvPr/>
        </p:nvSpPr>
        <p:spPr>
          <a:xfrm>
            <a:off x="844982" y="2058996"/>
            <a:ext cx="1852737" cy="522429"/>
          </a:xfrm>
          <a:prstGeom prst="rect">
            <a:avLst/>
          </a:prstGeom>
          <a:noFill/>
          <a:ln w="38100">
            <a:solidFill>
              <a:srgbClr val="88FF88"/>
            </a:solidFill>
          </a:ln>
        </p:spPr>
      </p:sp>
      <p:sp>
        <p:nvSpPr>
          <p:cNvPr id="5" name="text-343">
            <a:extLst>
              <a:ext uri="{FF2B5EF4-FFF2-40B4-BE49-F238E27FC236}">
                <a16:creationId xmlns:a16="http://schemas.microsoft.com/office/drawing/2014/main" id="{127063C4-F37D-4388-BB78-E7F902F0F45B}"/>
              </a:ext>
            </a:extLst>
          </p:cNvPr>
          <p:cNvSpPr>
            <a:spLocks noGrp="1"/>
          </p:cNvSpPr>
          <p:nvPr/>
        </p:nvSpPr>
        <p:spPr>
          <a:xfrm>
            <a:off x="4000500" y="3238500"/>
            <a:ext cx="4667250" cy="457200"/>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בוחרים את ארגון הצוות</a:t>
            </a:r>
          </a:p>
        </p:txBody>
      </p:sp>
      <p:sp>
        <p:nvSpPr>
          <p:cNvPr id="6" name="text-344">
            <a:extLst>
              <a:ext uri="{FF2B5EF4-FFF2-40B4-BE49-F238E27FC236}">
                <a16:creationId xmlns:a16="http://schemas.microsoft.com/office/drawing/2014/main" id="{A512E774-7514-433B-B82D-08C01BBF9DE0}"/>
              </a:ext>
            </a:extLst>
          </p:cNvPr>
          <p:cNvSpPr>
            <a:spLocks noGrp="1"/>
          </p:cNvSpPr>
          <p:nvPr/>
        </p:nvSpPr>
        <p:spPr>
          <a:xfrm>
            <a:off x="952500" y="3238500"/>
            <a:ext cx="2476500" cy="457200"/>
          </a:xfrm>
          <a:prstGeom prst="rect">
            <a:avLst/>
          </a:prstGeom>
          <a:noFill/>
          <a:ln w="0">
            <a:noFill/>
          </a:ln>
        </p:spPr>
        <p:txBody>
          <a:bodyPr wrap="none" lIns="0" tIns="0" rIns="0" bIns="0" anchor="t">
            <a:noAutofit/>
          </a:bodyPr>
          <a:lstStyle>
            <a:defPPr algn="l">
              <a:defRPr sz="2550" b="0">
                <a:solidFill>
                  <a:srgbClr val="42AFFA"/>
                </a:solidFill>
                <a:latin typeface="Consolas"/>
                <a:ea typeface="Consolas"/>
                <a:cs typeface="Consolas"/>
              </a:defRPr>
            </a:defPPr>
            <a:lvl1pPr algn="l">
              <a:defRPr sz="2550" b="0">
                <a:solidFill>
                  <a:srgbClr val="42AFFA"/>
                </a:solidFill>
                <a:latin typeface="Consolas"/>
                <a:ea typeface="Consolas"/>
                <a:cs typeface="Consolas"/>
              </a:defRPr>
            </a:lvl1pPr>
            <a:lvl2pPr algn="l">
              <a:defRPr sz="2550" b="0">
                <a:solidFill>
                  <a:srgbClr val="42AFFA"/>
                </a:solidFill>
                <a:latin typeface="Consolas"/>
                <a:ea typeface="Consolas"/>
                <a:cs typeface="Consolas"/>
              </a:defRPr>
            </a:lvl2pPr>
            <a:lvl3pPr algn="l">
              <a:defRPr sz="2550" b="0">
                <a:solidFill>
                  <a:srgbClr val="42AFFA"/>
                </a:solidFill>
                <a:latin typeface="Consolas"/>
                <a:ea typeface="Consolas"/>
                <a:cs typeface="Consolas"/>
              </a:defRPr>
            </a:lvl3pPr>
            <a:lvl4pPr algn="l">
              <a:defRPr sz="2550" b="0">
                <a:solidFill>
                  <a:srgbClr val="42AFFA"/>
                </a:solidFill>
                <a:latin typeface="Consolas"/>
                <a:ea typeface="Consolas"/>
                <a:cs typeface="Consolas"/>
              </a:defRPr>
            </a:lvl4pPr>
            <a:lvl5pPr algn="l">
              <a:defRPr sz="2550" b="0">
                <a:solidFill>
                  <a:srgbClr val="42AFFA"/>
                </a:solidFill>
                <a:latin typeface="Consolas"/>
                <a:ea typeface="Consolas"/>
                <a:cs typeface="Consolas"/>
              </a:defRPr>
            </a:lvl5pPr>
            <a:lvl6pPr algn="l">
              <a:defRPr sz="2550" b="0">
                <a:solidFill>
                  <a:srgbClr val="42AFFA"/>
                </a:solidFill>
                <a:latin typeface="Consolas"/>
                <a:ea typeface="Consolas"/>
                <a:cs typeface="Consolas"/>
              </a:defRPr>
            </a:lvl6pPr>
            <a:lvl7pPr algn="l">
              <a:defRPr sz="2550" b="0">
                <a:solidFill>
                  <a:srgbClr val="42AFFA"/>
                </a:solidFill>
                <a:latin typeface="Consolas"/>
                <a:ea typeface="Consolas"/>
                <a:cs typeface="Consolas"/>
              </a:defRPr>
            </a:lvl7pPr>
            <a:lvl8pPr algn="l">
              <a:defRPr sz="2550" b="0">
                <a:solidFill>
                  <a:srgbClr val="42AFFA"/>
                </a:solidFill>
                <a:latin typeface="Consolas"/>
                <a:ea typeface="Consolas"/>
                <a:cs typeface="Consolas"/>
              </a:defRPr>
            </a:lvl8pPr>
            <a:lvl9pPr algn="l">
              <a:defRPr sz="2550" b="0">
                <a:solidFill>
                  <a:srgbClr val="42AFFA"/>
                </a:solidFill>
                <a:latin typeface="Consolas"/>
                <a:ea typeface="Consolas"/>
                <a:cs typeface="Consolas"/>
              </a:defRPr>
            </a:lvl9pPr>
          </a:lstStyle>
          <a:p>
            <a:pPr algn="l" rtl="0">
              <a:lnSpc>
                <a:spcPct val="108000"/>
              </a:lnSpc>
              <a:buNone/>
              <a:defRPr sz="2550" b="0">
                <a:solidFill>
                  <a:srgbClr val="42AFFA"/>
                </a:solidFill>
                <a:latin typeface="Consolas"/>
                <a:ea typeface="Consolas"/>
                <a:cs typeface="Consolas"/>
              </a:defRPr>
            </a:pPr>
            <a:r>
              <a:rPr lang="en-US" sz="2550" b="0">
                <a:solidFill>
                  <a:srgbClr val="42AFFA"/>
                </a:solidFill>
                <a:latin typeface="Consolas"/>
                <a:ea typeface="Consolas"/>
                <a:cs typeface="Consolas"/>
              </a:rPr>
              <a:t>Owner</a:t>
            </a:r>
          </a:p>
        </p:txBody>
      </p:sp>
      <p:pic>
        <p:nvPicPr>
          <p:cNvPr id="7" name="image-345">
            <a:extLst>
              <a:ext uri="{FF2B5EF4-FFF2-40B4-BE49-F238E27FC236}">
                <a16:creationId xmlns:a16="http://schemas.microsoft.com/office/drawing/2014/main" id="{FAE7DAA5-5979-46E2-A4AE-830BFDF12A3D}"/>
              </a:ext>
            </a:extLst>
          </p:cNvPr>
          <p:cNvPicPr>
            <a:picLocks noChangeAspect="1"/>
          </p:cNvPicPr>
          <p:nvPr/>
        </p:nvPicPr>
        <p:blipFill>
          <a:blip r:embed="rId4"/>
          <a:stretch/>
        </p:blipFill>
        <p:spPr>
          <a:xfrm>
            <a:off x="457200" y="4014866"/>
            <a:ext cx="8229600" cy="809469"/>
          </a:xfrm>
          <a:prstGeom prst="rect">
            <a:avLst/>
          </a:prstGeom>
        </p:spPr>
      </p:pic>
      <p:sp>
        <p:nvSpPr>
          <p:cNvPr id="8" name="text-346">
            <a:extLst>
              <a:ext uri="{FF2B5EF4-FFF2-40B4-BE49-F238E27FC236}">
                <a16:creationId xmlns:a16="http://schemas.microsoft.com/office/drawing/2014/main" id="{433E47A4-6392-4E26-84A1-1F7F31FB41D6}"/>
              </a:ext>
            </a:extLst>
          </p:cNvPr>
          <p:cNvSpPr>
            <a:spLocks noGrp="1"/>
          </p:cNvSpPr>
          <p:nvPr/>
        </p:nvSpPr>
        <p:spPr>
          <a:xfrm>
            <a:off x="514350" y="5010150"/>
            <a:ext cx="8115300" cy="428625"/>
          </a:xfrm>
          <a:prstGeom prst="rect">
            <a:avLst/>
          </a:prstGeom>
          <a:noFill/>
          <a:ln w="0">
            <a:noFill/>
          </a:ln>
        </p:spPr>
        <p:txBody>
          <a:bodyPr wrap="square" lIns="0" tIns="0" rIns="0" bIns="0" anchor="t">
            <a:noAutofit/>
          </a:bodyPr>
          <a:lstStyle>
            <a:defPPr algn="r">
              <a:defRPr sz="2250" b="0">
                <a:solidFill>
                  <a:srgbClr val="F7F7F7"/>
                </a:solidFill>
                <a:latin typeface="Arial"/>
                <a:ea typeface="Arial"/>
                <a:cs typeface="Arial"/>
              </a:defRPr>
            </a:defPPr>
            <a:lvl1pPr algn="r">
              <a:defRPr sz="2250" b="0">
                <a:solidFill>
                  <a:srgbClr val="F7F7F7"/>
                </a:solidFill>
                <a:latin typeface="Arial"/>
                <a:ea typeface="Arial"/>
                <a:cs typeface="Arial"/>
              </a:defRPr>
            </a:lvl1pPr>
            <a:lvl2pPr algn="r">
              <a:defRPr sz="2250" b="0">
                <a:solidFill>
                  <a:srgbClr val="F7F7F7"/>
                </a:solidFill>
                <a:latin typeface="Arial"/>
                <a:ea typeface="Arial"/>
                <a:cs typeface="Arial"/>
              </a:defRPr>
            </a:lvl2pPr>
            <a:lvl3pPr algn="r">
              <a:defRPr sz="2250" b="0">
                <a:solidFill>
                  <a:srgbClr val="F7F7F7"/>
                </a:solidFill>
                <a:latin typeface="Arial"/>
                <a:ea typeface="Arial"/>
                <a:cs typeface="Arial"/>
              </a:defRPr>
            </a:lvl3pPr>
            <a:lvl4pPr algn="r">
              <a:defRPr sz="2250" b="0">
                <a:solidFill>
                  <a:srgbClr val="F7F7F7"/>
                </a:solidFill>
                <a:latin typeface="Arial"/>
                <a:ea typeface="Arial"/>
                <a:cs typeface="Arial"/>
              </a:defRPr>
            </a:lvl4pPr>
            <a:lvl5pPr algn="r">
              <a:defRPr sz="2250" b="0">
                <a:solidFill>
                  <a:srgbClr val="F7F7F7"/>
                </a:solidFill>
                <a:latin typeface="Arial"/>
                <a:ea typeface="Arial"/>
                <a:cs typeface="Arial"/>
              </a:defRPr>
            </a:lvl5pPr>
            <a:lvl6pPr algn="r">
              <a:defRPr sz="2250" b="0">
                <a:solidFill>
                  <a:srgbClr val="F7F7F7"/>
                </a:solidFill>
                <a:latin typeface="Arial"/>
                <a:ea typeface="Arial"/>
                <a:cs typeface="Arial"/>
              </a:defRPr>
            </a:lvl6pPr>
            <a:lvl7pPr algn="r">
              <a:defRPr sz="2250" b="0">
                <a:solidFill>
                  <a:srgbClr val="F7F7F7"/>
                </a:solidFill>
                <a:latin typeface="Arial"/>
                <a:ea typeface="Arial"/>
                <a:cs typeface="Arial"/>
              </a:defRPr>
            </a:lvl7pPr>
            <a:lvl8pPr algn="r">
              <a:defRPr sz="2250" b="0">
                <a:solidFill>
                  <a:srgbClr val="F7F7F7"/>
                </a:solidFill>
                <a:latin typeface="Arial"/>
                <a:ea typeface="Arial"/>
                <a:cs typeface="Arial"/>
              </a:defRPr>
            </a:lvl8pPr>
            <a:lvl9pPr algn="r">
              <a:defRPr sz="2250" b="0">
                <a:solidFill>
                  <a:srgbClr val="F7F7F7"/>
                </a:solidFill>
                <a:latin typeface="Arial"/>
                <a:ea typeface="Arial"/>
                <a:cs typeface="Arial"/>
              </a:defRPr>
            </a:lvl9pPr>
          </a:lstStyle>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שייכתם בטעות לחשבון הפרטי?</a:t>
            </a:r>
          </a:p>
        </p:txBody>
      </p:sp>
      <p:sp>
        <p:nvSpPr>
          <p:cNvPr id="9" name="text-347">
            <a:extLst>
              <a:ext uri="{FF2B5EF4-FFF2-40B4-BE49-F238E27FC236}">
                <a16:creationId xmlns:a16="http://schemas.microsoft.com/office/drawing/2014/main" id="{632FA2B1-5E73-456C-ABBC-3CE82D1AACE7}"/>
              </a:ext>
            </a:extLst>
          </p:cNvPr>
          <p:cNvSpPr>
            <a:spLocks noGrp="1"/>
          </p:cNvSpPr>
          <p:nvPr/>
        </p:nvSpPr>
        <p:spPr>
          <a:xfrm>
            <a:off x="1476375" y="5553075"/>
            <a:ext cx="7096125" cy="457200"/>
          </a:xfrm>
          <a:prstGeom prst="rect">
            <a:avLst/>
          </a:prstGeom>
          <a:noFill/>
          <a:ln w="0">
            <a:noFill/>
          </a:ln>
        </p:spPr>
        <p:txBody>
          <a:bodyPr wrap="none" lIns="0" tIns="0" rIns="0" bIns="0" anchor="t">
            <a:noAutofit/>
          </a:bodyPr>
          <a:lstStyle>
            <a:defPPr algn="l">
              <a:defRPr sz="2250" b="0">
                <a:solidFill>
                  <a:srgbClr val="42AFFA"/>
                </a:solidFill>
                <a:latin typeface="Consolas"/>
                <a:ea typeface="Consolas"/>
                <a:cs typeface="Consolas"/>
              </a:defRPr>
            </a:defPPr>
            <a:lvl1pPr algn="l">
              <a:defRPr sz="2250" b="0">
                <a:solidFill>
                  <a:srgbClr val="42AFFA"/>
                </a:solidFill>
                <a:latin typeface="Consolas"/>
                <a:ea typeface="Consolas"/>
                <a:cs typeface="Consolas"/>
              </a:defRPr>
            </a:lvl1pPr>
            <a:lvl2pPr algn="l">
              <a:defRPr sz="2250" b="0">
                <a:solidFill>
                  <a:srgbClr val="42AFFA"/>
                </a:solidFill>
                <a:latin typeface="Consolas"/>
                <a:ea typeface="Consolas"/>
                <a:cs typeface="Consolas"/>
              </a:defRPr>
            </a:lvl2pPr>
            <a:lvl3pPr algn="l">
              <a:defRPr sz="2250" b="0">
                <a:solidFill>
                  <a:srgbClr val="42AFFA"/>
                </a:solidFill>
                <a:latin typeface="Consolas"/>
                <a:ea typeface="Consolas"/>
                <a:cs typeface="Consolas"/>
              </a:defRPr>
            </a:lvl3pPr>
            <a:lvl4pPr algn="l">
              <a:defRPr sz="2250" b="0">
                <a:solidFill>
                  <a:srgbClr val="42AFFA"/>
                </a:solidFill>
                <a:latin typeface="Consolas"/>
                <a:ea typeface="Consolas"/>
                <a:cs typeface="Consolas"/>
              </a:defRPr>
            </a:lvl4pPr>
            <a:lvl5pPr algn="l">
              <a:defRPr sz="2250" b="0">
                <a:solidFill>
                  <a:srgbClr val="42AFFA"/>
                </a:solidFill>
                <a:latin typeface="Consolas"/>
                <a:ea typeface="Consolas"/>
                <a:cs typeface="Consolas"/>
              </a:defRPr>
            </a:lvl5pPr>
            <a:lvl6pPr algn="l">
              <a:defRPr sz="2250" b="0">
                <a:solidFill>
                  <a:srgbClr val="42AFFA"/>
                </a:solidFill>
                <a:latin typeface="Consolas"/>
                <a:ea typeface="Consolas"/>
                <a:cs typeface="Consolas"/>
              </a:defRPr>
            </a:lvl6pPr>
            <a:lvl7pPr algn="l">
              <a:defRPr sz="2250" b="0">
                <a:solidFill>
                  <a:srgbClr val="42AFFA"/>
                </a:solidFill>
                <a:latin typeface="Consolas"/>
                <a:ea typeface="Consolas"/>
                <a:cs typeface="Consolas"/>
              </a:defRPr>
            </a:lvl7pPr>
            <a:lvl8pPr algn="l">
              <a:defRPr sz="2250" b="0">
                <a:solidFill>
                  <a:srgbClr val="42AFFA"/>
                </a:solidFill>
                <a:latin typeface="Consolas"/>
                <a:ea typeface="Consolas"/>
                <a:cs typeface="Consolas"/>
              </a:defRPr>
            </a:lvl8pPr>
            <a:lvl9pPr algn="l">
              <a:defRPr sz="2250" b="0">
                <a:solidFill>
                  <a:srgbClr val="42AFFA"/>
                </a:solidFill>
                <a:latin typeface="Consolas"/>
                <a:ea typeface="Consolas"/>
                <a:cs typeface="Consolas"/>
              </a:defRPr>
            </a:lvl9pPr>
          </a:lstStyle>
          <a:p>
            <a:pPr algn="l" rtl="0">
              <a:lnSpc>
                <a:spcPct val="108000"/>
              </a:lnSpc>
              <a:buNone/>
              <a:defRPr sz="2250" b="0">
                <a:solidFill>
                  <a:srgbClr val="42AFFA"/>
                </a:solidFill>
                <a:latin typeface="Consolas"/>
                <a:ea typeface="Consolas"/>
                <a:cs typeface="Consolas"/>
              </a:defRPr>
            </a:pPr>
            <a:r>
              <a:rPr lang="en-US" sz="2250" b="0">
                <a:solidFill>
                  <a:srgbClr val="42AFFA"/>
                </a:solidFill>
                <a:latin typeface="Consolas"/>
                <a:ea typeface="Consolas"/>
                <a:cs typeface="Consolas"/>
              </a:rPr>
              <a:t>Settings → Transfer ownership</a:t>
            </a:r>
          </a:p>
        </p:txBody>
      </p:sp>
    </p:spTree>
    <p:extLst>
      <p:ext uri="{BB962C8B-B14F-4D97-AF65-F5344CB8AC3E}">
        <p14:creationId xmlns:p14="http://schemas.microsoft.com/office/powerpoint/2010/main" val="163543779"/>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3" name="text-348">
            <a:extLst>
              <a:ext uri="{FF2B5EF4-FFF2-40B4-BE49-F238E27FC236}">
                <a16:creationId xmlns:a16="http://schemas.microsoft.com/office/drawing/2014/main" id="{E2CFED96-134F-492F-A926-3C21C85359D9}"/>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מה נשאר מחוץ למאגר?</a:t>
            </a:r>
          </a:p>
        </p:txBody>
      </p:sp>
      <p:sp>
        <p:nvSpPr>
          <p:cNvPr id="2" name="text-349">
            <a:extLst>
              <a:ext uri="{FF2B5EF4-FFF2-40B4-BE49-F238E27FC236}">
                <a16:creationId xmlns:a16="http://schemas.microsoft.com/office/drawing/2014/main" id="{D9D96D22-AFDE-4AD7-BC31-22477F6885F7}"/>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23</a:t>
            </a:r>
          </a:p>
        </p:txBody>
      </p:sp>
      <p:sp>
        <p:nvSpPr>
          <p:cNvPr id="3" name="text-350">
            <a:extLst>
              <a:ext uri="{FF2B5EF4-FFF2-40B4-BE49-F238E27FC236}">
                <a16:creationId xmlns:a16="http://schemas.microsoft.com/office/drawing/2014/main" id="{B5B407DE-DA14-4B7F-A747-3CCF2A9F56DD}"/>
              </a:ext>
            </a:extLst>
          </p:cNvPr>
          <p:cNvSpPr>
            <a:spLocks noGrp="1"/>
          </p:cNvSpPr>
          <p:nvPr/>
        </p:nvSpPr>
        <p:spPr>
          <a:xfrm>
            <a:off x="866775" y="1543050"/>
            <a:ext cx="2667000" cy="438150"/>
          </a:xfrm>
          <a:prstGeom prst="rect">
            <a:avLst/>
          </a:prstGeom>
          <a:noFill/>
          <a:ln w="0">
            <a:noFill/>
          </a:ln>
        </p:spPr>
        <p:txBody>
          <a:bodyPr wrap="none" lIns="0" tIns="0" rIns="0" bIns="0" anchor="t">
            <a:noAutofit/>
          </a:bodyPr>
          <a:lstStyle>
            <a:defPPr algn="l">
              <a:defRPr sz="2700" b="0">
                <a:solidFill>
                  <a:srgbClr val="B7BBC2"/>
                </a:solidFill>
                <a:latin typeface="Consolas"/>
                <a:ea typeface="Consolas"/>
                <a:cs typeface="Consolas"/>
              </a:defRPr>
            </a:defPPr>
            <a:lvl1pPr algn="l">
              <a:defRPr sz="2700" b="0">
                <a:solidFill>
                  <a:srgbClr val="B7BBC2"/>
                </a:solidFill>
                <a:latin typeface="Consolas"/>
                <a:ea typeface="Consolas"/>
                <a:cs typeface="Consolas"/>
              </a:defRPr>
            </a:lvl1pPr>
            <a:lvl2pPr algn="l">
              <a:defRPr sz="2700" b="0">
                <a:solidFill>
                  <a:srgbClr val="B7BBC2"/>
                </a:solidFill>
                <a:latin typeface="Consolas"/>
                <a:ea typeface="Consolas"/>
                <a:cs typeface="Consolas"/>
              </a:defRPr>
            </a:lvl2pPr>
            <a:lvl3pPr algn="l">
              <a:defRPr sz="2700" b="0">
                <a:solidFill>
                  <a:srgbClr val="B7BBC2"/>
                </a:solidFill>
                <a:latin typeface="Consolas"/>
                <a:ea typeface="Consolas"/>
                <a:cs typeface="Consolas"/>
              </a:defRPr>
            </a:lvl3pPr>
            <a:lvl4pPr algn="l">
              <a:defRPr sz="2700" b="0">
                <a:solidFill>
                  <a:srgbClr val="B7BBC2"/>
                </a:solidFill>
                <a:latin typeface="Consolas"/>
                <a:ea typeface="Consolas"/>
                <a:cs typeface="Consolas"/>
              </a:defRPr>
            </a:lvl4pPr>
            <a:lvl5pPr algn="l">
              <a:defRPr sz="2700" b="0">
                <a:solidFill>
                  <a:srgbClr val="B7BBC2"/>
                </a:solidFill>
                <a:latin typeface="Consolas"/>
                <a:ea typeface="Consolas"/>
                <a:cs typeface="Consolas"/>
              </a:defRPr>
            </a:lvl5pPr>
            <a:lvl6pPr algn="l">
              <a:defRPr sz="2700" b="0">
                <a:solidFill>
                  <a:srgbClr val="B7BBC2"/>
                </a:solidFill>
                <a:latin typeface="Consolas"/>
                <a:ea typeface="Consolas"/>
                <a:cs typeface="Consolas"/>
              </a:defRPr>
            </a:lvl6pPr>
            <a:lvl7pPr algn="l">
              <a:defRPr sz="2700" b="0">
                <a:solidFill>
                  <a:srgbClr val="B7BBC2"/>
                </a:solidFill>
                <a:latin typeface="Consolas"/>
                <a:ea typeface="Consolas"/>
                <a:cs typeface="Consolas"/>
              </a:defRPr>
            </a:lvl7pPr>
            <a:lvl8pPr algn="l">
              <a:defRPr sz="2700" b="0">
                <a:solidFill>
                  <a:srgbClr val="B7BBC2"/>
                </a:solidFill>
                <a:latin typeface="Consolas"/>
                <a:ea typeface="Consolas"/>
                <a:cs typeface="Consolas"/>
              </a:defRPr>
            </a:lvl8pPr>
            <a:lvl9pPr algn="l">
              <a:defRPr sz="2700" b="0">
                <a:solidFill>
                  <a:srgbClr val="B7BBC2"/>
                </a:solidFill>
                <a:latin typeface="Consolas"/>
                <a:ea typeface="Consolas"/>
                <a:cs typeface="Consolas"/>
              </a:defRPr>
            </a:lvl9pPr>
          </a:lstStyle>
          <a:p>
            <a:pPr algn="l" rtl="0">
              <a:lnSpc>
                <a:spcPct val="108000"/>
              </a:lnSpc>
              <a:buNone/>
              <a:defRPr sz="2700" b="0">
                <a:solidFill>
                  <a:srgbClr val="B7BBC2"/>
                </a:solidFill>
                <a:latin typeface="Consolas"/>
                <a:ea typeface="Consolas"/>
                <a:cs typeface="Consolas"/>
              </a:defRPr>
            </a:pPr>
            <a:r>
              <a:rPr lang="en-US" sz="2700" b="0">
                <a:solidFill>
                  <a:srgbClr val="B7BBC2"/>
                </a:solidFill>
                <a:latin typeface="Consolas"/>
                <a:ea typeface="Consolas"/>
                <a:cs typeface="Consolas"/>
              </a:rPr>
              <a:t>Library</a:t>
            </a:r>
          </a:p>
        </p:txBody>
      </p:sp>
      <p:sp>
        <p:nvSpPr>
          <p:cNvPr id="4" name="line-351">
            <a:extLst>
              <a:ext uri="{FF2B5EF4-FFF2-40B4-BE49-F238E27FC236}">
                <a16:creationId xmlns:a16="http://schemas.microsoft.com/office/drawing/2014/main" id="{95739915-4DE6-485B-9E05-618B02A1E740}"/>
              </a:ext>
            </a:extLst>
          </p:cNvPr>
          <p:cNvSpPr>
            <a:spLocks noGrp="1"/>
          </p:cNvSpPr>
          <p:nvPr/>
        </p:nvSpPr>
        <p:spPr>
          <a:xfrm>
            <a:off x="3762375" y="1628775"/>
            <a:ext cx="228600" cy="228600"/>
          </a:xfrm>
          <a:custGeom>
            <a:avLst/>
            <a:gdLst/>
            <a:ahLst/>
            <a:cxnLst/>
            <a:rect l="0" t="0" r="0" b="0"/>
            <a:pathLst>
              <a:path w="228600" h="228600">
                <a:moveTo>
                  <a:pt x="0" y="0"/>
                </a:moveTo>
                <a:lnTo>
                  <a:pt x="228600" y="228600"/>
                </a:lnTo>
              </a:path>
            </a:pathLst>
          </a:custGeom>
          <a:noFill/>
          <a:ln w="47625">
            <a:solidFill>
              <a:srgbClr val="FF7777"/>
            </a:solidFill>
          </a:ln>
        </p:spPr>
      </p:sp>
      <p:sp>
        <p:nvSpPr>
          <p:cNvPr id="5" name="line-352">
            <a:extLst>
              <a:ext uri="{FF2B5EF4-FFF2-40B4-BE49-F238E27FC236}">
                <a16:creationId xmlns:a16="http://schemas.microsoft.com/office/drawing/2014/main" id="{B4A64064-98BC-4274-BABC-C92AC130E077}"/>
              </a:ext>
            </a:extLst>
          </p:cNvPr>
          <p:cNvSpPr>
            <a:spLocks noGrp="1"/>
          </p:cNvSpPr>
          <p:nvPr/>
        </p:nvSpPr>
        <p:spPr>
          <a:xfrm>
            <a:off x="3762375" y="1628775"/>
            <a:ext cx="228600" cy="228600"/>
          </a:xfrm>
          <a:custGeom>
            <a:avLst/>
            <a:gdLst/>
            <a:ahLst/>
            <a:cxnLst/>
            <a:rect l="0" t="0" r="0" b="0"/>
            <a:pathLst>
              <a:path w="228600" h="228600">
                <a:moveTo>
                  <a:pt x="228600" y="0"/>
                </a:moveTo>
                <a:lnTo>
                  <a:pt x="0" y="228600"/>
                </a:lnTo>
              </a:path>
            </a:pathLst>
          </a:custGeom>
          <a:noFill/>
          <a:ln w="47625">
            <a:solidFill>
              <a:srgbClr val="FF7777"/>
            </a:solidFill>
          </a:ln>
        </p:spPr>
      </p:sp>
      <p:sp>
        <p:nvSpPr>
          <p:cNvPr id="6" name="text-353">
            <a:extLst>
              <a:ext uri="{FF2B5EF4-FFF2-40B4-BE49-F238E27FC236}">
                <a16:creationId xmlns:a16="http://schemas.microsoft.com/office/drawing/2014/main" id="{E5BBC343-4FD1-401C-8E90-E5E2DF2C2CD8}"/>
              </a:ext>
            </a:extLst>
          </p:cNvPr>
          <p:cNvSpPr>
            <a:spLocks noGrp="1"/>
          </p:cNvSpPr>
          <p:nvPr/>
        </p:nvSpPr>
        <p:spPr>
          <a:xfrm>
            <a:off x="866775" y="2190750"/>
            <a:ext cx="2667000" cy="438150"/>
          </a:xfrm>
          <a:prstGeom prst="rect">
            <a:avLst/>
          </a:prstGeom>
          <a:noFill/>
          <a:ln w="0">
            <a:noFill/>
          </a:ln>
        </p:spPr>
        <p:txBody>
          <a:bodyPr wrap="none" lIns="0" tIns="0" rIns="0" bIns="0" anchor="t">
            <a:noAutofit/>
          </a:bodyPr>
          <a:lstStyle>
            <a:defPPr algn="l">
              <a:defRPr sz="2700" b="0">
                <a:solidFill>
                  <a:srgbClr val="B7BBC2"/>
                </a:solidFill>
                <a:latin typeface="Consolas"/>
                <a:ea typeface="Consolas"/>
                <a:cs typeface="Consolas"/>
              </a:defRPr>
            </a:defPPr>
            <a:lvl1pPr algn="l">
              <a:defRPr sz="2700" b="0">
                <a:solidFill>
                  <a:srgbClr val="B7BBC2"/>
                </a:solidFill>
                <a:latin typeface="Consolas"/>
                <a:ea typeface="Consolas"/>
                <a:cs typeface="Consolas"/>
              </a:defRPr>
            </a:lvl1pPr>
            <a:lvl2pPr algn="l">
              <a:defRPr sz="2700" b="0">
                <a:solidFill>
                  <a:srgbClr val="B7BBC2"/>
                </a:solidFill>
                <a:latin typeface="Consolas"/>
                <a:ea typeface="Consolas"/>
                <a:cs typeface="Consolas"/>
              </a:defRPr>
            </a:lvl2pPr>
            <a:lvl3pPr algn="l">
              <a:defRPr sz="2700" b="0">
                <a:solidFill>
                  <a:srgbClr val="B7BBC2"/>
                </a:solidFill>
                <a:latin typeface="Consolas"/>
                <a:ea typeface="Consolas"/>
                <a:cs typeface="Consolas"/>
              </a:defRPr>
            </a:lvl3pPr>
            <a:lvl4pPr algn="l">
              <a:defRPr sz="2700" b="0">
                <a:solidFill>
                  <a:srgbClr val="B7BBC2"/>
                </a:solidFill>
                <a:latin typeface="Consolas"/>
                <a:ea typeface="Consolas"/>
                <a:cs typeface="Consolas"/>
              </a:defRPr>
            </a:lvl4pPr>
            <a:lvl5pPr algn="l">
              <a:defRPr sz="2700" b="0">
                <a:solidFill>
                  <a:srgbClr val="B7BBC2"/>
                </a:solidFill>
                <a:latin typeface="Consolas"/>
                <a:ea typeface="Consolas"/>
                <a:cs typeface="Consolas"/>
              </a:defRPr>
            </a:lvl5pPr>
            <a:lvl6pPr algn="l">
              <a:defRPr sz="2700" b="0">
                <a:solidFill>
                  <a:srgbClr val="B7BBC2"/>
                </a:solidFill>
                <a:latin typeface="Consolas"/>
                <a:ea typeface="Consolas"/>
                <a:cs typeface="Consolas"/>
              </a:defRPr>
            </a:lvl6pPr>
            <a:lvl7pPr algn="l">
              <a:defRPr sz="2700" b="0">
                <a:solidFill>
                  <a:srgbClr val="B7BBC2"/>
                </a:solidFill>
                <a:latin typeface="Consolas"/>
                <a:ea typeface="Consolas"/>
                <a:cs typeface="Consolas"/>
              </a:defRPr>
            </a:lvl7pPr>
            <a:lvl8pPr algn="l">
              <a:defRPr sz="2700" b="0">
                <a:solidFill>
                  <a:srgbClr val="B7BBC2"/>
                </a:solidFill>
                <a:latin typeface="Consolas"/>
                <a:ea typeface="Consolas"/>
                <a:cs typeface="Consolas"/>
              </a:defRPr>
            </a:lvl8pPr>
            <a:lvl9pPr algn="l">
              <a:defRPr sz="2700" b="0">
                <a:solidFill>
                  <a:srgbClr val="B7BBC2"/>
                </a:solidFill>
                <a:latin typeface="Consolas"/>
                <a:ea typeface="Consolas"/>
                <a:cs typeface="Consolas"/>
              </a:defRPr>
            </a:lvl9pPr>
          </a:lstStyle>
          <a:p>
            <a:pPr algn="l" rtl="0">
              <a:lnSpc>
                <a:spcPct val="108000"/>
              </a:lnSpc>
              <a:buNone/>
              <a:defRPr sz="2700" b="0">
                <a:solidFill>
                  <a:srgbClr val="B7BBC2"/>
                </a:solidFill>
                <a:latin typeface="Consolas"/>
                <a:ea typeface="Consolas"/>
                <a:cs typeface="Consolas"/>
              </a:defRPr>
            </a:pPr>
            <a:r>
              <a:rPr lang="en-US" sz="2700" b="0">
                <a:solidFill>
                  <a:srgbClr val="B7BBC2"/>
                </a:solidFill>
                <a:latin typeface="Consolas"/>
                <a:ea typeface="Consolas"/>
                <a:cs typeface="Consolas"/>
              </a:rPr>
              <a:t>Temp</a:t>
            </a:r>
          </a:p>
        </p:txBody>
      </p:sp>
      <p:sp>
        <p:nvSpPr>
          <p:cNvPr id="7" name="line-354">
            <a:extLst>
              <a:ext uri="{FF2B5EF4-FFF2-40B4-BE49-F238E27FC236}">
                <a16:creationId xmlns:a16="http://schemas.microsoft.com/office/drawing/2014/main" id="{E2F75EBF-6C89-43A2-A3F6-9EF714D3DF93}"/>
              </a:ext>
            </a:extLst>
          </p:cNvPr>
          <p:cNvSpPr>
            <a:spLocks noGrp="1"/>
          </p:cNvSpPr>
          <p:nvPr/>
        </p:nvSpPr>
        <p:spPr>
          <a:xfrm>
            <a:off x="3762375" y="2276475"/>
            <a:ext cx="228600" cy="228600"/>
          </a:xfrm>
          <a:custGeom>
            <a:avLst/>
            <a:gdLst/>
            <a:ahLst/>
            <a:cxnLst/>
            <a:rect l="0" t="0" r="0" b="0"/>
            <a:pathLst>
              <a:path w="228600" h="228600">
                <a:moveTo>
                  <a:pt x="0" y="0"/>
                </a:moveTo>
                <a:lnTo>
                  <a:pt x="228600" y="228600"/>
                </a:lnTo>
              </a:path>
            </a:pathLst>
          </a:custGeom>
          <a:noFill/>
          <a:ln w="47625">
            <a:solidFill>
              <a:srgbClr val="FF7777"/>
            </a:solidFill>
          </a:ln>
        </p:spPr>
      </p:sp>
      <p:sp>
        <p:nvSpPr>
          <p:cNvPr id="8" name="line-355">
            <a:extLst>
              <a:ext uri="{FF2B5EF4-FFF2-40B4-BE49-F238E27FC236}">
                <a16:creationId xmlns:a16="http://schemas.microsoft.com/office/drawing/2014/main" id="{DEC8C966-D025-439B-BFFB-E401F08ED240}"/>
              </a:ext>
            </a:extLst>
          </p:cNvPr>
          <p:cNvSpPr>
            <a:spLocks noGrp="1"/>
          </p:cNvSpPr>
          <p:nvPr/>
        </p:nvSpPr>
        <p:spPr>
          <a:xfrm>
            <a:off x="3762375" y="2276475"/>
            <a:ext cx="228600" cy="228600"/>
          </a:xfrm>
          <a:custGeom>
            <a:avLst/>
            <a:gdLst/>
            <a:ahLst/>
            <a:cxnLst/>
            <a:rect l="0" t="0" r="0" b="0"/>
            <a:pathLst>
              <a:path w="228600" h="228600">
                <a:moveTo>
                  <a:pt x="228600" y="0"/>
                </a:moveTo>
                <a:lnTo>
                  <a:pt x="0" y="228600"/>
                </a:lnTo>
              </a:path>
            </a:pathLst>
          </a:custGeom>
          <a:noFill/>
          <a:ln w="47625">
            <a:solidFill>
              <a:srgbClr val="FF7777"/>
            </a:solidFill>
          </a:ln>
        </p:spPr>
      </p:sp>
      <p:sp>
        <p:nvSpPr>
          <p:cNvPr id="9" name="text-356">
            <a:extLst>
              <a:ext uri="{FF2B5EF4-FFF2-40B4-BE49-F238E27FC236}">
                <a16:creationId xmlns:a16="http://schemas.microsoft.com/office/drawing/2014/main" id="{78270FF3-6055-4CD0-80CE-72A0CCAD78BE}"/>
              </a:ext>
            </a:extLst>
          </p:cNvPr>
          <p:cNvSpPr>
            <a:spLocks noGrp="1"/>
          </p:cNvSpPr>
          <p:nvPr/>
        </p:nvSpPr>
        <p:spPr>
          <a:xfrm>
            <a:off x="866775" y="2838450"/>
            <a:ext cx="2667000" cy="438150"/>
          </a:xfrm>
          <a:prstGeom prst="rect">
            <a:avLst/>
          </a:prstGeom>
          <a:noFill/>
          <a:ln w="0">
            <a:noFill/>
          </a:ln>
        </p:spPr>
        <p:txBody>
          <a:bodyPr wrap="none" lIns="0" tIns="0" rIns="0" bIns="0" anchor="t">
            <a:noAutofit/>
          </a:bodyPr>
          <a:lstStyle>
            <a:defPPr algn="l">
              <a:defRPr sz="2700" b="0">
                <a:solidFill>
                  <a:srgbClr val="B7BBC2"/>
                </a:solidFill>
                <a:latin typeface="Consolas"/>
                <a:ea typeface="Consolas"/>
                <a:cs typeface="Consolas"/>
              </a:defRPr>
            </a:defPPr>
            <a:lvl1pPr algn="l">
              <a:defRPr sz="2700" b="0">
                <a:solidFill>
                  <a:srgbClr val="B7BBC2"/>
                </a:solidFill>
                <a:latin typeface="Consolas"/>
                <a:ea typeface="Consolas"/>
                <a:cs typeface="Consolas"/>
              </a:defRPr>
            </a:lvl1pPr>
            <a:lvl2pPr algn="l">
              <a:defRPr sz="2700" b="0">
                <a:solidFill>
                  <a:srgbClr val="B7BBC2"/>
                </a:solidFill>
                <a:latin typeface="Consolas"/>
                <a:ea typeface="Consolas"/>
                <a:cs typeface="Consolas"/>
              </a:defRPr>
            </a:lvl2pPr>
            <a:lvl3pPr algn="l">
              <a:defRPr sz="2700" b="0">
                <a:solidFill>
                  <a:srgbClr val="B7BBC2"/>
                </a:solidFill>
                <a:latin typeface="Consolas"/>
                <a:ea typeface="Consolas"/>
                <a:cs typeface="Consolas"/>
              </a:defRPr>
            </a:lvl3pPr>
            <a:lvl4pPr algn="l">
              <a:defRPr sz="2700" b="0">
                <a:solidFill>
                  <a:srgbClr val="B7BBC2"/>
                </a:solidFill>
                <a:latin typeface="Consolas"/>
                <a:ea typeface="Consolas"/>
                <a:cs typeface="Consolas"/>
              </a:defRPr>
            </a:lvl4pPr>
            <a:lvl5pPr algn="l">
              <a:defRPr sz="2700" b="0">
                <a:solidFill>
                  <a:srgbClr val="B7BBC2"/>
                </a:solidFill>
                <a:latin typeface="Consolas"/>
                <a:ea typeface="Consolas"/>
                <a:cs typeface="Consolas"/>
              </a:defRPr>
            </a:lvl5pPr>
            <a:lvl6pPr algn="l">
              <a:defRPr sz="2700" b="0">
                <a:solidFill>
                  <a:srgbClr val="B7BBC2"/>
                </a:solidFill>
                <a:latin typeface="Consolas"/>
                <a:ea typeface="Consolas"/>
                <a:cs typeface="Consolas"/>
              </a:defRPr>
            </a:lvl6pPr>
            <a:lvl7pPr algn="l">
              <a:defRPr sz="2700" b="0">
                <a:solidFill>
                  <a:srgbClr val="B7BBC2"/>
                </a:solidFill>
                <a:latin typeface="Consolas"/>
                <a:ea typeface="Consolas"/>
                <a:cs typeface="Consolas"/>
              </a:defRPr>
            </a:lvl7pPr>
            <a:lvl8pPr algn="l">
              <a:defRPr sz="2700" b="0">
                <a:solidFill>
                  <a:srgbClr val="B7BBC2"/>
                </a:solidFill>
                <a:latin typeface="Consolas"/>
                <a:ea typeface="Consolas"/>
                <a:cs typeface="Consolas"/>
              </a:defRPr>
            </a:lvl8pPr>
            <a:lvl9pPr algn="l">
              <a:defRPr sz="2700" b="0">
                <a:solidFill>
                  <a:srgbClr val="B7BBC2"/>
                </a:solidFill>
                <a:latin typeface="Consolas"/>
                <a:ea typeface="Consolas"/>
                <a:cs typeface="Consolas"/>
              </a:defRPr>
            </a:lvl9pPr>
          </a:lstStyle>
          <a:p>
            <a:pPr algn="l" rtl="0">
              <a:lnSpc>
                <a:spcPct val="108000"/>
              </a:lnSpc>
              <a:buNone/>
              <a:defRPr sz="2700" b="0">
                <a:solidFill>
                  <a:srgbClr val="B7BBC2"/>
                </a:solidFill>
                <a:latin typeface="Consolas"/>
                <a:ea typeface="Consolas"/>
                <a:cs typeface="Consolas"/>
              </a:defRPr>
            </a:pPr>
            <a:r>
              <a:rPr lang="en-US" sz="2700" b="0">
                <a:solidFill>
                  <a:srgbClr val="B7BBC2"/>
                </a:solidFill>
                <a:latin typeface="Consolas"/>
                <a:ea typeface="Consolas"/>
                <a:cs typeface="Consolas"/>
              </a:rPr>
              <a:t>Logs</a:t>
            </a:r>
          </a:p>
        </p:txBody>
      </p:sp>
      <p:sp>
        <p:nvSpPr>
          <p:cNvPr id="10" name="line-357">
            <a:extLst>
              <a:ext uri="{FF2B5EF4-FFF2-40B4-BE49-F238E27FC236}">
                <a16:creationId xmlns:a16="http://schemas.microsoft.com/office/drawing/2014/main" id="{B54737AB-65B2-4542-AF3F-499379AFFC71}"/>
              </a:ext>
            </a:extLst>
          </p:cNvPr>
          <p:cNvSpPr>
            <a:spLocks noGrp="1"/>
          </p:cNvSpPr>
          <p:nvPr/>
        </p:nvSpPr>
        <p:spPr>
          <a:xfrm>
            <a:off x="3762375" y="2924175"/>
            <a:ext cx="228600" cy="228600"/>
          </a:xfrm>
          <a:custGeom>
            <a:avLst/>
            <a:gdLst/>
            <a:ahLst/>
            <a:cxnLst/>
            <a:rect l="0" t="0" r="0" b="0"/>
            <a:pathLst>
              <a:path w="228600" h="228600">
                <a:moveTo>
                  <a:pt x="0" y="0"/>
                </a:moveTo>
                <a:lnTo>
                  <a:pt x="228600" y="228600"/>
                </a:lnTo>
              </a:path>
            </a:pathLst>
          </a:custGeom>
          <a:noFill/>
          <a:ln w="47625">
            <a:solidFill>
              <a:srgbClr val="FF7777"/>
            </a:solidFill>
          </a:ln>
        </p:spPr>
      </p:sp>
      <p:sp>
        <p:nvSpPr>
          <p:cNvPr id="11" name="line-358">
            <a:extLst>
              <a:ext uri="{FF2B5EF4-FFF2-40B4-BE49-F238E27FC236}">
                <a16:creationId xmlns:a16="http://schemas.microsoft.com/office/drawing/2014/main" id="{B7DDD22E-4F14-4D61-B966-871600FAA315}"/>
              </a:ext>
            </a:extLst>
          </p:cNvPr>
          <p:cNvSpPr>
            <a:spLocks noGrp="1"/>
          </p:cNvSpPr>
          <p:nvPr/>
        </p:nvSpPr>
        <p:spPr>
          <a:xfrm>
            <a:off x="3762375" y="2924175"/>
            <a:ext cx="228600" cy="228600"/>
          </a:xfrm>
          <a:custGeom>
            <a:avLst/>
            <a:gdLst/>
            <a:ahLst/>
            <a:cxnLst/>
            <a:rect l="0" t="0" r="0" b="0"/>
            <a:pathLst>
              <a:path w="228600" h="228600">
                <a:moveTo>
                  <a:pt x="228600" y="0"/>
                </a:moveTo>
                <a:lnTo>
                  <a:pt x="0" y="228600"/>
                </a:lnTo>
              </a:path>
            </a:pathLst>
          </a:custGeom>
          <a:noFill/>
          <a:ln w="47625">
            <a:solidFill>
              <a:srgbClr val="FF7777"/>
            </a:solidFill>
          </a:ln>
        </p:spPr>
      </p:sp>
      <p:sp>
        <p:nvSpPr>
          <p:cNvPr id="12" name="text-359">
            <a:extLst>
              <a:ext uri="{FF2B5EF4-FFF2-40B4-BE49-F238E27FC236}">
                <a16:creationId xmlns:a16="http://schemas.microsoft.com/office/drawing/2014/main" id="{892B0A10-D875-4ADD-8907-E964CE6650C8}"/>
              </a:ext>
            </a:extLst>
          </p:cNvPr>
          <p:cNvSpPr>
            <a:spLocks noGrp="1"/>
          </p:cNvSpPr>
          <p:nvPr/>
        </p:nvSpPr>
        <p:spPr>
          <a:xfrm>
            <a:off x="866775" y="3486150"/>
            <a:ext cx="2667000" cy="438150"/>
          </a:xfrm>
          <a:prstGeom prst="rect">
            <a:avLst/>
          </a:prstGeom>
          <a:noFill/>
          <a:ln w="0">
            <a:noFill/>
          </a:ln>
        </p:spPr>
        <p:txBody>
          <a:bodyPr wrap="none" lIns="0" tIns="0" rIns="0" bIns="0" anchor="t">
            <a:noAutofit/>
          </a:bodyPr>
          <a:lstStyle>
            <a:defPPr algn="l">
              <a:defRPr sz="2700" b="0">
                <a:solidFill>
                  <a:srgbClr val="B7BBC2"/>
                </a:solidFill>
                <a:latin typeface="Consolas"/>
                <a:ea typeface="Consolas"/>
                <a:cs typeface="Consolas"/>
              </a:defRPr>
            </a:defPPr>
            <a:lvl1pPr algn="l">
              <a:defRPr sz="2700" b="0">
                <a:solidFill>
                  <a:srgbClr val="B7BBC2"/>
                </a:solidFill>
                <a:latin typeface="Consolas"/>
                <a:ea typeface="Consolas"/>
                <a:cs typeface="Consolas"/>
              </a:defRPr>
            </a:lvl1pPr>
            <a:lvl2pPr algn="l">
              <a:defRPr sz="2700" b="0">
                <a:solidFill>
                  <a:srgbClr val="B7BBC2"/>
                </a:solidFill>
                <a:latin typeface="Consolas"/>
                <a:ea typeface="Consolas"/>
                <a:cs typeface="Consolas"/>
              </a:defRPr>
            </a:lvl2pPr>
            <a:lvl3pPr algn="l">
              <a:defRPr sz="2700" b="0">
                <a:solidFill>
                  <a:srgbClr val="B7BBC2"/>
                </a:solidFill>
                <a:latin typeface="Consolas"/>
                <a:ea typeface="Consolas"/>
                <a:cs typeface="Consolas"/>
              </a:defRPr>
            </a:lvl3pPr>
            <a:lvl4pPr algn="l">
              <a:defRPr sz="2700" b="0">
                <a:solidFill>
                  <a:srgbClr val="B7BBC2"/>
                </a:solidFill>
                <a:latin typeface="Consolas"/>
                <a:ea typeface="Consolas"/>
                <a:cs typeface="Consolas"/>
              </a:defRPr>
            </a:lvl4pPr>
            <a:lvl5pPr algn="l">
              <a:defRPr sz="2700" b="0">
                <a:solidFill>
                  <a:srgbClr val="B7BBC2"/>
                </a:solidFill>
                <a:latin typeface="Consolas"/>
                <a:ea typeface="Consolas"/>
                <a:cs typeface="Consolas"/>
              </a:defRPr>
            </a:lvl5pPr>
            <a:lvl6pPr algn="l">
              <a:defRPr sz="2700" b="0">
                <a:solidFill>
                  <a:srgbClr val="B7BBC2"/>
                </a:solidFill>
                <a:latin typeface="Consolas"/>
                <a:ea typeface="Consolas"/>
                <a:cs typeface="Consolas"/>
              </a:defRPr>
            </a:lvl6pPr>
            <a:lvl7pPr algn="l">
              <a:defRPr sz="2700" b="0">
                <a:solidFill>
                  <a:srgbClr val="B7BBC2"/>
                </a:solidFill>
                <a:latin typeface="Consolas"/>
                <a:ea typeface="Consolas"/>
                <a:cs typeface="Consolas"/>
              </a:defRPr>
            </a:lvl7pPr>
            <a:lvl8pPr algn="l">
              <a:defRPr sz="2700" b="0">
                <a:solidFill>
                  <a:srgbClr val="B7BBC2"/>
                </a:solidFill>
                <a:latin typeface="Consolas"/>
                <a:ea typeface="Consolas"/>
                <a:cs typeface="Consolas"/>
              </a:defRPr>
            </a:lvl8pPr>
            <a:lvl9pPr algn="l">
              <a:defRPr sz="2700" b="0">
                <a:solidFill>
                  <a:srgbClr val="B7BBC2"/>
                </a:solidFill>
                <a:latin typeface="Consolas"/>
                <a:ea typeface="Consolas"/>
                <a:cs typeface="Consolas"/>
              </a:defRPr>
            </a:lvl9pPr>
          </a:lstStyle>
          <a:p>
            <a:pPr algn="l" rtl="0">
              <a:lnSpc>
                <a:spcPct val="108000"/>
              </a:lnSpc>
              <a:buNone/>
              <a:defRPr sz="2700" b="0">
                <a:solidFill>
                  <a:srgbClr val="B7BBC2"/>
                </a:solidFill>
                <a:latin typeface="Consolas"/>
                <a:ea typeface="Consolas"/>
                <a:cs typeface="Consolas"/>
              </a:defRPr>
            </a:pPr>
            <a:r>
              <a:rPr lang="en-US" sz="2700" b="0">
                <a:solidFill>
                  <a:srgbClr val="B7BBC2"/>
                </a:solidFill>
                <a:latin typeface="Consolas"/>
                <a:ea typeface="Consolas"/>
                <a:cs typeface="Consolas"/>
              </a:rPr>
              <a:t>obj</a:t>
            </a:r>
          </a:p>
        </p:txBody>
      </p:sp>
      <p:sp>
        <p:nvSpPr>
          <p:cNvPr id="13" name="line-360">
            <a:extLst>
              <a:ext uri="{FF2B5EF4-FFF2-40B4-BE49-F238E27FC236}">
                <a16:creationId xmlns:a16="http://schemas.microsoft.com/office/drawing/2014/main" id="{E7B51D13-725C-446B-8D00-652C5BEADCF8}"/>
              </a:ext>
            </a:extLst>
          </p:cNvPr>
          <p:cNvSpPr>
            <a:spLocks noGrp="1"/>
          </p:cNvSpPr>
          <p:nvPr/>
        </p:nvSpPr>
        <p:spPr>
          <a:xfrm>
            <a:off x="3762375" y="3571875"/>
            <a:ext cx="228600" cy="228600"/>
          </a:xfrm>
          <a:custGeom>
            <a:avLst/>
            <a:gdLst/>
            <a:ahLst/>
            <a:cxnLst/>
            <a:rect l="0" t="0" r="0" b="0"/>
            <a:pathLst>
              <a:path w="228600" h="228600">
                <a:moveTo>
                  <a:pt x="0" y="0"/>
                </a:moveTo>
                <a:lnTo>
                  <a:pt x="228600" y="228600"/>
                </a:lnTo>
              </a:path>
            </a:pathLst>
          </a:custGeom>
          <a:noFill/>
          <a:ln w="47625">
            <a:solidFill>
              <a:srgbClr val="FF7777"/>
            </a:solidFill>
          </a:ln>
        </p:spPr>
      </p:sp>
      <p:sp>
        <p:nvSpPr>
          <p:cNvPr id="14" name="line-361">
            <a:extLst>
              <a:ext uri="{FF2B5EF4-FFF2-40B4-BE49-F238E27FC236}">
                <a16:creationId xmlns:a16="http://schemas.microsoft.com/office/drawing/2014/main" id="{0C6CF9F6-A636-496F-ABCA-86AFC2126006}"/>
              </a:ext>
            </a:extLst>
          </p:cNvPr>
          <p:cNvSpPr>
            <a:spLocks noGrp="1"/>
          </p:cNvSpPr>
          <p:nvPr/>
        </p:nvSpPr>
        <p:spPr>
          <a:xfrm>
            <a:off x="3762375" y="3571875"/>
            <a:ext cx="228600" cy="228600"/>
          </a:xfrm>
          <a:custGeom>
            <a:avLst/>
            <a:gdLst/>
            <a:ahLst/>
            <a:cxnLst/>
            <a:rect l="0" t="0" r="0" b="0"/>
            <a:pathLst>
              <a:path w="228600" h="228600">
                <a:moveTo>
                  <a:pt x="228600" y="0"/>
                </a:moveTo>
                <a:lnTo>
                  <a:pt x="0" y="228600"/>
                </a:lnTo>
              </a:path>
            </a:pathLst>
          </a:custGeom>
          <a:noFill/>
          <a:ln w="47625">
            <a:solidFill>
              <a:srgbClr val="FF7777"/>
            </a:solidFill>
          </a:ln>
        </p:spPr>
      </p:sp>
      <p:sp>
        <p:nvSpPr>
          <p:cNvPr id="15" name="text-362">
            <a:extLst>
              <a:ext uri="{FF2B5EF4-FFF2-40B4-BE49-F238E27FC236}">
                <a16:creationId xmlns:a16="http://schemas.microsoft.com/office/drawing/2014/main" id="{A0A0AB46-12DA-4225-AC1D-218B19D9B3ED}"/>
              </a:ext>
            </a:extLst>
          </p:cNvPr>
          <p:cNvSpPr>
            <a:spLocks noGrp="1"/>
          </p:cNvSpPr>
          <p:nvPr/>
        </p:nvSpPr>
        <p:spPr>
          <a:xfrm>
            <a:off x="866775" y="4133850"/>
            <a:ext cx="2667000" cy="438150"/>
          </a:xfrm>
          <a:prstGeom prst="rect">
            <a:avLst/>
          </a:prstGeom>
          <a:noFill/>
          <a:ln w="0">
            <a:noFill/>
          </a:ln>
        </p:spPr>
        <p:txBody>
          <a:bodyPr wrap="none" lIns="0" tIns="0" rIns="0" bIns="0" anchor="t">
            <a:noAutofit/>
          </a:bodyPr>
          <a:lstStyle>
            <a:defPPr algn="l">
              <a:defRPr sz="2700" b="0">
                <a:solidFill>
                  <a:srgbClr val="B7BBC2"/>
                </a:solidFill>
                <a:latin typeface="Consolas"/>
                <a:ea typeface="Consolas"/>
                <a:cs typeface="Consolas"/>
              </a:defRPr>
            </a:defPPr>
            <a:lvl1pPr algn="l">
              <a:defRPr sz="2700" b="0">
                <a:solidFill>
                  <a:srgbClr val="B7BBC2"/>
                </a:solidFill>
                <a:latin typeface="Consolas"/>
                <a:ea typeface="Consolas"/>
                <a:cs typeface="Consolas"/>
              </a:defRPr>
            </a:lvl1pPr>
            <a:lvl2pPr algn="l">
              <a:defRPr sz="2700" b="0">
                <a:solidFill>
                  <a:srgbClr val="B7BBC2"/>
                </a:solidFill>
                <a:latin typeface="Consolas"/>
                <a:ea typeface="Consolas"/>
                <a:cs typeface="Consolas"/>
              </a:defRPr>
            </a:lvl2pPr>
            <a:lvl3pPr algn="l">
              <a:defRPr sz="2700" b="0">
                <a:solidFill>
                  <a:srgbClr val="B7BBC2"/>
                </a:solidFill>
                <a:latin typeface="Consolas"/>
                <a:ea typeface="Consolas"/>
                <a:cs typeface="Consolas"/>
              </a:defRPr>
            </a:lvl3pPr>
            <a:lvl4pPr algn="l">
              <a:defRPr sz="2700" b="0">
                <a:solidFill>
                  <a:srgbClr val="B7BBC2"/>
                </a:solidFill>
                <a:latin typeface="Consolas"/>
                <a:ea typeface="Consolas"/>
                <a:cs typeface="Consolas"/>
              </a:defRPr>
            </a:lvl4pPr>
            <a:lvl5pPr algn="l">
              <a:defRPr sz="2700" b="0">
                <a:solidFill>
                  <a:srgbClr val="B7BBC2"/>
                </a:solidFill>
                <a:latin typeface="Consolas"/>
                <a:ea typeface="Consolas"/>
                <a:cs typeface="Consolas"/>
              </a:defRPr>
            </a:lvl5pPr>
            <a:lvl6pPr algn="l">
              <a:defRPr sz="2700" b="0">
                <a:solidFill>
                  <a:srgbClr val="B7BBC2"/>
                </a:solidFill>
                <a:latin typeface="Consolas"/>
                <a:ea typeface="Consolas"/>
                <a:cs typeface="Consolas"/>
              </a:defRPr>
            </a:lvl6pPr>
            <a:lvl7pPr algn="l">
              <a:defRPr sz="2700" b="0">
                <a:solidFill>
                  <a:srgbClr val="B7BBC2"/>
                </a:solidFill>
                <a:latin typeface="Consolas"/>
                <a:ea typeface="Consolas"/>
                <a:cs typeface="Consolas"/>
              </a:defRPr>
            </a:lvl7pPr>
            <a:lvl8pPr algn="l">
              <a:defRPr sz="2700" b="0">
                <a:solidFill>
                  <a:srgbClr val="B7BBC2"/>
                </a:solidFill>
                <a:latin typeface="Consolas"/>
                <a:ea typeface="Consolas"/>
                <a:cs typeface="Consolas"/>
              </a:defRPr>
            </a:lvl8pPr>
            <a:lvl9pPr algn="l">
              <a:defRPr sz="2700" b="0">
                <a:solidFill>
                  <a:srgbClr val="B7BBC2"/>
                </a:solidFill>
                <a:latin typeface="Consolas"/>
                <a:ea typeface="Consolas"/>
                <a:cs typeface="Consolas"/>
              </a:defRPr>
            </a:lvl9pPr>
          </a:lstStyle>
          <a:p>
            <a:pPr algn="l" rtl="0">
              <a:lnSpc>
                <a:spcPct val="108000"/>
              </a:lnSpc>
              <a:buNone/>
              <a:defRPr sz="2700" b="0">
                <a:solidFill>
                  <a:srgbClr val="B7BBC2"/>
                </a:solidFill>
                <a:latin typeface="Consolas"/>
                <a:ea typeface="Consolas"/>
                <a:cs typeface="Consolas"/>
              </a:defRPr>
            </a:pPr>
            <a:r>
              <a:rPr lang="en-US" sz="2700" b="0">
                <a:solidFill>
                  <a:srgbClr val="B7BBC2"/>
                </a:solidFill>
                <a:latin typeface="Consolas"/>
                <a:ea typeface="Consolas"/>
                <a:cs typeface="Consolas"/>
              </a:rPr>
              <a:t>Builds</a:t>
            </a:r>
          </a:p>
        </p:txBody>
      </p:sp>
      <p:sp>
        <p:nvSpPr>
          <p:cNvPr id="16" name="line-363">
            <a:extLst>
              <a:ext uri="{FF2B5EF4-FFF2-40B4-BE49-F238E27FC236}">
                <a16:creationId xmlns:a16="http://schemas.microsoft.com/office/drawing/2014/main" id="{83CAF9D2-2583-4DDB-A852-2BCC5630C1C9}"/>
              </a:ext>
            </a:extLst>
          </p:cNvPr>
          <p:cNvSpPr>
            <a:spLocks noGrp="1"/>
          </p:cNvSpPr>
          <p:nvPr/>
        </p:nvSpPr>
        <p:spPr>
          <a:xfrm>
            <a:off x="3762375" y="4219575"/>
            <a:ext cx="228600" cy="228600"/>
          </a:xfrm>
          <a:custGeom>
            <a:avLst/>
            <a:gdLst/>
            <a:ahLst/>
            <a:cxnLst/>
            <a:rect l="0" t="0" r="0" b="0"/>
            <a:pathLst>
              <a:path w="228600" h="228600">
                <a:moveTo>
                  <a:pt x="0" y="0"/>
                </a:moveTo>
                <a:lnTo>
                  <a:pt x="228600" y="228600"/>
                </a:lnTo>
              </a:path>
            </a:pathLst>
          </a:custGeom>
          <a:noFill/>
          <a:ln w="47625">
            <a:solidFill>
              <a:srgbClr val="FF7777"/>
            </a:solidFill>
          </a:ln>
        </p:spPr>
      </p:sp>
      <p:sp>
        <p:nvSpPr>
          <p:cNvPr id="17" name="line-364">
            <a:extLst>
              <a:ext uri="{FF2B5EF4-FFF2-40B4-BE49-F238E27FC236}">
                <a16:creationId xmlns:a16="http://schemas.microsoft.com/office/drawing/2014/main" id="{AC85954C-2E18-450F-A262-88883FBC88E4}"/>
              </a:ext>
            </a:extLst>
          </p:cNvPr>
          <p:cNvSpPr>
            <a:spLocks noGrp="1"/>
          </p:cNvSpPr>
          <p:nvPr/>
        </p:nvSpPr>
        <p:spPr>
          <a:xfrm>
            <a:off x="3762375" y="4219575"/>
            <a:ext cx="228600" cy="228600"/>
          </a:xfrm>
          <a:custGeom>
            <a:avLst/>
            <a:gdLst/>
            <a:ahLst/>
            <a:cxnLst/>
            <a:rect l="0" t="0" r="0" b="0"/>
            <a:pathLst>
              <a:path w="228600" h="228600">
                <a:moveTo>
                  <a:pt x="228600" y="0"/>
                </a:moveTo>
                <a:lnTo>
                  <a:pt x="0" y="228600"/>
                </a:lnTo>
              </a:path>
            </a:pathLst>
          </a:custGeom>
          <a:noFill/>
          <a:ln w="47625">
            <a:solidFill>
              <a:srgbClr val="FF7777"/>
            </a:solidFill>
          </a:ln>
        </p:spPr>
      </p:sp>
      <p:sp>
        <p:nvSpPr>
          <p:cNvPr id="18" name="text-365">
            <a:extLst>
              <a:ext uri="{FF2B5EF4-FFF2-40B4-BE49-F238E27FC236}">
                <a16:creationId xmlns:a16="http://schemas.microsoft.com/office/drawing/2014/main" id="{E216D5BB-A43F-4766-BB56-D92EC55C1665}"/>
              </a:ext>
            </a:extLst>
          </p:cNvPr>
          <p:cNvSpPr>
            <a:spLocks noGrp="1"/>
          </p:cNvSpPr>
          <p:nvPr/>
        </p:nvSpPr>
        <p:spPr>
          <a:xfrm>
            <a:off x="4962525" y="1638300"/>
            <a:ext cx="3571875" cy="590550"/>
          </a:xfrm>
          <a:prstGeom prst="rect">
            <a:avLst/>
          </a:prstGeom>
          <a:noFill/>
          <a:ln w="0">
            <a:noFill/>
          </a:ln>
        </p:spPr>
        <p:txBody>
          <a:bodyPr wrap="none" lIns="0" tIns="0" rIns="0" bIns="0" anchor="t">
            <a:noAutofit/>
          </a:bodyPr>
          <a:lstStyle>
            <a:defPPr algn="l">
              <a:defRPr sz="3600" b="0">
                <a:solidFill>
                  <a:srgbClr val="88FF88"/>
                </a:solidFill>
                <a:latin typeface="Consolas"/>
                <a:ea typeface="Consolas"/>
                <a:cs typeface="Consolas"/>
              </a:defRPr>
            </a:defPPr>
            <a:lvl1pPr algn="l">
              <a:defRPr sz="3600" b="0">
                <a:solidFill>
                  <a:srgbClr val="88FF88"/>
                </a:solidFill>
                <a:latin typeface="Consolas"/>
                <a:ea typeface="Consolas"/>
                <a:cs typeface="Consolas"/>
              </a:defRPr>
            </a:lvl1pPr>
            <a:lvl2pPr algn="l">
              <a:defRPr sz="3600" b="0">
                <a:solidFill>
                  <a:srgbClr val="88FF88"/>
                </a:solidFill>
                <a:latin typeface="Consolas"/>
                <a:ea typeface="Consolas"/>
                <a:cs typeface="Consolas"/>
              </a:defRPr>
            </a:lvl2pPr>
            <a:lvl3pPr algn="l">
              <a:defRPr sz="3600" b="0">
                <a:solidFill>
                  <a:srgbClr val="88FF88"/>
                </a:solidFill>
                <a:latin typeface="Consolas"/>
                <a:ea typeface="Consolas"/>
                <a:cs typeface="Consolas"/>
              </a:defRPr>
            </a:lvl3pPr>
            <a:lvl4pPr algn="l">
              <a:defRPr sz="3600" b="0">
                <a:solidFill>
                  <a:srgbClr val="88FF88"/>
                </a:solidFill>
                <a:latin typeface="Consolas"/>
                <a:ea typeface="Consolas"/>
                <a:cs typeface="Consolas"/>
              </a:defRPr>
            </a:lvl4pPr>
            <a:lvl5pPr algn="l">
              <a:defRPr sz="3600" b="0">
                <a:solidFill>
                  <a:srgbClr val="88FF88"/>
                </a:solidFill>
                <a:latin typeface="Consolas"/>
                <a:ea typeface="Consolas"/>
                <a:cs typeface="Consolas"/>
              </a:defRPr>
            </a:lvl5pPr>
            <a:lvl6pPr algn="l">
              <a:defRPr sz="3600" b="0">
                <a:solidFill>
                  <a:srgbClr val="88FF88"/>
                </a:solidFill>
                <a:latin typeface="Consolas"/>
                <a:ea typeface="Consolas"/>
                <a:cs typeface="Consolas"/>
              </a:defRPr>
            </a:lvl6pPr>
            <a:lvl7pPr algn="l">
              <a:defRPr sz="3600" b="0">
                <a:solidFill>
                  <a:srgbClr val="88FF88"/>
                </a:solidFill>
                <a:latin typeface="Consolas"/>
                <a:ea typeface="Consolas"/>
                <a:cs typeface="Consolas"/>
              </a:defRPr>
            </a:lvl7pPr>
            <a:lvl8pPr algn="l">
              <a:defRPr sz="3600" b="0">
                <a:solidFill>
                  <a:srgbClr val="88FF88"/>
                </a:solidFill>
                <a:latin typeface="Consolas"/>
                <a:ea typeface="Consolas"/>
                <a:cs typeface="Consolas"/>
              </a:defRPr>
            </a:lvl8pPr>
            <a:lvl9pPr algn="l">
              <a:defRPr sz="3600" b="0">
                <a:solidFill>
                  <a:srgbClr val="88FF88"/>
                </a:solidFill>
                <a:latin typeface="Consolas"/>
                <a:ea typeface="Consolas"/>
                <a:cs typeface="Consolas"/>
              </a:defRPr>
            </a:lvl9pPr>
          </a:lstStyle>
          <a:p>
            <a:pPr algn="l" rtl="0">
              <a:lnSpc>
                <a:spcPct val="108000"/>
              </a:lnSpc>
              <a:buNone/>
              <a:defRPr sz="3600" b="0">
                <a:solidFill>
                  <a:srgbClr val="88FF88"/>
                </a:solidFill>
                <a:latin typeface="Consolas"/>
                <a:ea typeface="Consolas"/>
                <a:cs typeface="Consolas"/>
              </a:defRPr>
            </a:pPr>
            <a:r>
              <a:rPr lang="en-US" sz="3600" b="0">
                <a:solidFill>
                  <a:srgbClr val="88FF88"/>
                </a:solidFill>
                <a:latin typeface="Consolas"/>
                <a:ea typeface="Consolas"/>
                <a:cs typeface="Consolas"/>
              </a:rPr>
              <a:t>.gitignore</a:t>
            </a:r>
          </a:p>
        </p:txBody>
      </p:sp>
      <p:sp>
        <p:nvSpPr>
          <p:cNvPr id="19" name="text-366">
            <a:extLst>
              <a:ext uri="{FF2B5EF4-FFF2-40B4-BE49-F238E27FC236}">
                <a16:creationId xmlns:a16="http://schemas.microsoft.com/office/drawing/2014/main" id="{AA2892E5-DF12-47F8-87BC-D48EEC71370E}"/>
              </a:ext>
            </a:extLst>
          </p:cNvPr>
          <p:cNvSpPr>
            <a:spLocks noGrp="1"/>
          </p:cNvSpPr>
          <p:nvPr/>
        </p:nvSpPr>
        <p:spPr>
          <a:xfrm>
            <a:off x="4705350" y="2571750"/>
            <a:ext cx="3876675" cy="1028700"/>
          </a:xfrm>
          <a:prstGeom prst="rect">
            <a:avLst/>
          </a:prstGeom>
          <a:noFill/>
          <a:ln w="0">
            <a:noFill/>
          </a:ln>
        </p:spPr>
        <p:txBody>
          <a:bodyPr wrap="square" lIns="0" tIns="0" rIns="0" bIns="0" anchor="t">
            <a:noAutofit/>
          </a:bodyPr>
          <a:lstStyle>
            <a:defPPr algn="r">
              <a:defRPr sz="2700" b="0">
                <a:solidFill>
                  <a:srgbClr val="F7F7F7"/>
                </a:solidFill>
                <a:latin typeface="Arial"/>
                <a:ea typeface="Arial"/>
                <a:cs typeface="Arial"/>
              </a:defRPr>
            </a:defPPr>
            <a:lvl1pPr algn="r">
              <a:defRPr sz="2700" b="0">
                <a:solidFill>
                  <a:srgbClr val="F7F7F7"/>
                </a:solidFill>
                <a:latin typeface="Arial"/>
                <a:ea typeface="Arial"/>
                <a:cs typeface="Arial"/>
              </a:defRPr>
            </a:lvl1pPr>
            <a:lvl2pPr algn="r">
              <a:defRPr sz="2700" b="0">
                <a:solidFill>
                  <a:srgbClr val="F7F7F7"/>
                </a:solidFill>
                <a:latin typeface="Arial"/>
                <a:ea typeface="Arial"/>
                <a:cs typeface="Arial"/>
              </a:defRPr>
            </a:lvl2pPr>
            <a:lvl3pPr algn="r">
              <a:defRPr sz="2700" b="0">
                <a:solidFill>
                  <a:srgbClr val="F7F7F7"/>
                </a:solidFill>
                <a:latin typeface="Arial"/>
                <a:ea typeface="Arial"/>
                <a:cs typeface="Arial"/>
              </a:defRPr>
            </a:lvl3pPr>
            <a:lvl4pPr algn="r">
              <a:defRPr sz="2700" b="0">
                <a:solidFill>
                  <a:srgbClr val="F7F7F7"/>
                </a:solidFill>
                <a:latin typeface="Arial"/>
                <a:ea typeface="Arial"/>
                <a:cs typeface="Arial"/>
              </a:defRPr>
            </a:lvl4pPr>
            <a:lvl5pPr algn="r">
              <a:defRPr sz="2700" b="0">
                <a:solidFill>
                  <a:srgbClr val="F7F7F7"/>
                </a:solidFill>
                <a:latin typeface="Arial"/>
                <a:ea typeface="Arial"/>
                <a:cs typeface="Arial"/>
              </a:defRPr>
            </a:lvl5pPr>
            <a:lvl6pPr algn="r">
              <a:defRPr sz="2700" b="0">
                <a:solidFill>
                  <a:srgbClr val="F7F7F7"/>
                </a:solidFill>
                <a:latin typeface="Arial"/>
                <a:ea typeface="Arial"/>
                <a:cs typeface="Arial"/>
              </a:defRPr>
            </a:lvl6pPr>
            <a:lvl7pPr algn="r">
              <a:defRPr sz="2700" b="0">
                <a:solidFill>
                  <a:srgbClr val="F7F7F7"/>
                </a:solidFill>
                <a:latin typeface="Arial"/>
                <a:ea typeface="Arial"/>
                <a:cs typeface="Arial"/>
              </a:defRPr>
            </a:lvl7pPr>
            <a:lvl8pPr algn="r">
              <a:defRPr sz="2700" b="0">
                <a:solidFill>
                  <a:srgbClr val="F7F7F7"/>
                </a:solidFill>
                <a:latin typeface="Arial"/>
                <a:ea typeface="Arial"/>
                <a:cs typeface="Arial"/>
              </a:defRPr>
            </a:lvl8pPr>
            <a:lvl9pPr algn="r">
              <a:defRPr sz="2700" b="0">
                <a:solidFill>
                  <a:srgbClr val="F7F7F7"/>
                </a:solidFill>
                <a:latin typeface="Arial"/>
                <a:ea typeface="Arial"/>
                <a:cs typeface="Arial"/>
              </a:defRPr>
            </a:lvl9pPr>
          </a:lstStyle>
          <a:p>
            <a:pPr algn="r" rtl="1">
              <a:lnSpc>
                <a:spcPct val="108000"/>
              </a:lnSpc>
              <a:buNone/>
              <a:defRPr sz="2700" b="0">
                <a:solidFill>
                  <a:srgbClr val="F7F7F7"/>
                </a:solidFill>
                <a:latin typeface="Arial"/>
                <a:ea typeface="Arial"/>
                <a:cs typeface="Arial"/>
              </a:defRPr>
            </a:pPr>
            <a:r>
              <a:rPr lang="he-IL" sz="2700" b="0">
                <a:solidFill>
                  <a:srgbClr val="F7F7F7"/>
                </a:solidFill>
                <a:latin typeface="Arial"/>
                <a:ea typeface="Arial"/>
                <a:cs typeface="Arial"/>
              </a:rPr>
              <a:t>תיקיות גדולות</a:t>
            </a:r>
          </a:p>
          <a:p>
            <a:pPr algn="r" rtl="1">
              <a:lnSpc>
                <a:spcPct val="108000"/>
              </a:lnSpc>
              <a:buNone/>
              <a:defRPr sz="2700" b="0">
                <a:solidFill>
                  <a:srgbClr val="F7F7F7"/>
                </a:solidFill>
                <a:latin typeface="Arial"/>
                <a:ea typeface="Arial"/>
                <a:cs typeface="Arial"/>
              </a:defRPr>
            </a:pPr>
            <a:r>
              <a:rPr lang="he-IL" sz="2700" b="0">
                <a:solidFill>
                  <a:srgbClr val="F7F7F7"/>
                </a:solidFill>
                <a:latin typeface="Arial"/>
                <a:ea typeface="Arial"/>
                <a:cs typeface="Arial"/>
              </a:rPr>
              <a:t>שנוצרות מחדש</a:t>
            </a:r>
          </a:p>
        </p:txBody>
      </p:sp>
      <p:sp>
        <p:nvSpPr>
          <p:cNvPr id="20" name="text-367">
            <a:extLst>
              <a:ext uri="{FF2B5EF4-FFF2-40B4-BE49-F238E27FC236}">
                <a16:creationId xmlns:a16="http://schemas.microsoft.com/office/drawing/2014/main" id="{6BB0CEDF-C08C-4123-BBEC-23E9BD4A7200}"/>
              </a:ext>
            </a:extLst>
          </p:cNvPr>
          <p:cNvSpPr>
            <a:spLocks noGrp="1"/>
          </p:cNvSpPr>
          <p:nvPr/>
        </p:nvSpPr>
        <p:spPr>
          <a:xfrm>
            <a:off x="4629150" y="4143375"/>
            <a:ext cx="4000500" cy="457200"/>
          </a:xfrm>
          <a:prstGeom prst="rect">
            <a:avLst/>
          </a:prstGeom>
          <a:noFill/>
          <a:ln w="0">
            <a:noFill/>
          </a:ln>
        </p:spPr>
        <p:txBody>
          <a:bodyPr wrap="none" lIns="0" tIns="0" rIns="0" bIns="0" anchor="t">
            <a:noAutofit/>
          </a:bodyPr>
          <a:lstStyle>
            <a:defPPr algn="l">
              <a:defRPr sz="2025" b="0">
                <a:solidFill>
                  <a:srgbClr val="42AFFA"/>
                </a:solidFill>
                <a:latin typeface="Consolas"/>
                <a:ea typeface="Consolas"/>
                <a:cs typeface="Consolas"/>
              </a:defRPr>
            </a:defPPr>
            <a:lvl1pPr algn="l">
              <a:defRPr sz="2025" b="0">
                <a:solidFill>
                  <a:srgbClr val="42AFFA"/>
                </a:solidFill>
                <a:latin typeface="Consolas"/>
                <a:ea typeface="Consolas"/>
                <a:cs typeface="Consolas"/>
              </a:defRPr>
            </a:lvl1pPr>
            <a:lvl2pPr algn="l">
              <a:defRPr sz="2025" b="0">
                <a:solidFill>
                  <a:srgbClr val="42AFFA"/>
                </a:solidFill>
                <a:latin typeface="Consolas"/>
                <a:ea typeface="Consolas"/>
                <a:cs typeface="Consolas"/>
              </a:defRPr>
            </a:lvl2pPr>
            <a:lvl3pPr algn="l">
              <a:defRPr sz="2025" b="0">
                <a:solidFill>
                  <a:srgbClr val="42AFFA"/>
                </a:solidFill>
                <a:latin typeface="Consolas"/>
                <a:ea typeface="Consolas"/>
                <a:cs typeface="Consolas"/>
              </a:defRPr>
            </a:lvl3pPr>
            <a:lvl4pPr algn="l">
              <a:defRPr sz="2025" b="0">
                <a:solidFill>
                  <a:srgbClr val="42AFFA"/>
                </a:solidFill>
                <a:latin typeface="Consolas"/>
                <a:ea typeface="Consolas"/>
                <a:cs typeface="Consolas"/>
              </a:defRPr>
            </a:lvl4pPr>
            <a:lvl5pPr algn="l">
              <a:defRPr sz="2025" b="0">
                <a:solidFill>
                  <a:srgbClr val="42AFFA"/>
                </a:solidFill>
                <a:latin typeface="Consolas"/>
                <a:ea typeface="Consolas"/>
                <a:cs typeface="Consolas"/>
              </a:defRPr>
            </a:lvl5pPr>
            <a:lvl6pPr algn="l">
              <a:defRPr sz="2025" b="0">
                <a:solidFill>
                  <a:srgbClr val="42AFFA"/>
                </a:solidFill>
                <a:latin typeface="Consolas"/>
                <a:ea typeface="Consolas"/>
                <a:cs typeface="Consolas"/>
              </a:defRPr>
            </a:lvl6pPr>
            <a:lvl7pPr algn="l">
              <a:defRPr sz="2025" b="0">
                <a:solidFill>
                  <a:srgbClr val="42AFFA"/>
                </a:solidFill>
                <a:latin typeface="Consolas"/>
                <a:ea typeface="Consolas"/>
                <a:cs typeface="Consolas"/>
              </a:defRPr>
            </a:lvl7pPr>
            <a:lvl8pPr algn="l">
              <a:defRPr sz="2025" b="0">
                <a:solidFill>
                  <a:srgbClr val="42AFFA"/>
                </a:solidFill>
                <a:latin typeface="Consolas"/>
                <a:ea typeface="Consolas"/>
                <a:cs typeface="Consolas"/>
              </a:defRPr>
            </a:lvl8pPr>
            <a:lvl9pPr algn="l">
              <a:defRPr sz="2025" b="0">
                <a:solidFill>
                  <a:srgbClr val="42AFFA"/>
                </a:solidFill>
                <a:latin typeface="Consolas"/>
                <a:ea typeface="Consolas"/>
                <a:cs typeface="Consolas"/>
              </a:defRPr>
            </a:lvl9pPr>
          </a:lstStyle>
          <a:p>
            <a:pPr algn="l" rtl="0">
              <a:lnSpc>
                <a:spcPct val="108000"/>
              </a:lnSpc>
              <a:buNone/>
              <a:defRPr sz="2025" b="0">
                <a:solidFill>
                  <a:srgbClr val="42AFFA"/>
                </a:solidFill>
                <a:latin typeface="Consolas"/>
                <a:ea typeface="Consolas"/>
                <a:cs typeface="Consolas"/>
              </a:defRPr>
            </a:pPr>
            <a:r>
              <a:rPr lang="en-US" sz="2025" b="0">
                <a:solidFill>
                  <a:srgbClr val="42AFFA"/>
                </a:solidFill>
                <a:latin typeface="Consolas"/>
                <a:ea typeface="Consolas"/>
                <a:cs typeface="Consolas"/>
              </a:rPr>
              <a:t>Add .gitignore → Unity</a:t>
            </a:r>
          </a:p>
        </p:txBody>
      </p:sp>
      <p:sp>
        <p:nvSpPr>
          <p:cNvPr id="21" name="text-368">
            <a:hlinkClick r:id="rId3"/>
            <a:extLst>
              <a:ext uri="{FF2B5EF4-FFF2-40B4-BE49-F238E27FC236}">
                <a16:creationId xmlns:a16="http://schemas.microsoft.com/office/drawing/2014/main" id="{3DB395D6-3516-4470-BFDB-1F90FD4F576F}"/>
              </a:ext>
            </a:extLst>
          </p:cNvPr>
          <p:cNvSpPr>
            <a:spLocks noGrp="1"/>
          </p:cNvSpPr>
          <p:nvPr/>
        </p:nvSpPr>
        <p:spPr>
          <a:xfrm>
            <a:off x="4705350" y="4724400"/>
            <a:ext cx="3876675" cy="428625"/>
          </a:xfrm>
          <a:prstGeom prst="rect">
            <a:avLst/>
          </a:prstGeom>
          <a:noFill/>
          <a:ln w="0">
            <a:noFill/>
          </a:ln>
        </p:spPr>
        <p:txBody>
          <a:bodyPr wrap="square" lIns="0" tIns="0" rIns="0" bIns="0" anchor="t">
            <a:noAutofit/>
          </a:bodyPr>
          <a:lstStyle>
            <a:defPPr algn="r">
              <a:defRPr sz="2250" b="0">
                <a:solidFill>
                  <a:srgbClr val="42AFFA"/>
                </a:solidFill>
                <a:latin typeface="Arial"/>
                <a:ea typeface="Arial"/>
                <a:cs typeface="Arial"/>
              </a:defRPr>
            </a:defPPr>
            <a:lvl1pPr algn="r">
              <a:defRPr sz="2250" b="0">
                <a:solidFill>
                  <a:srgbClr val="42AFFA"/>
                </a:solidFill>
                <a:latin typeface="Arial"/>
                <a:ea typeface="Arial"/>
                <a:cs typeface="Arial"/>
              </a:defRPr>
            </a:lvl1pPr>
            <a:lvl2pPr algn="r">
              <a:defRPr sz="2250" b="0">
                <a:solidFill>
                  <a:srgbClr val="42AFFA"/>
                </a:solidFill>
                <a:latin typeface="Arial"/>
                <a:ea typeface="Arial"/>
                <a:cs typeface="Arial"/>
              </a:defRPr>
            </a:lvl2pPr>
            <a:lvl3pPr algn="r">
              <a:defRPr sz="2250" b="0">
                <a:solidFill>
                  <a:srgbClr val="42AFFA"/>
                </a:solidFill>
                <a:latin typeface="Arial"/>
                <a:ea typeface="Arial"/>
                <a:cs typeface="Arial"/>
              </a:defRPr>
            </a:lvl3pPr>
            <a:lvl4pPr algn="r">
              <a:defRPr sz="2250" b="0">
                <a:solidFill>
                  <a:srgbClr val="42AFFA"/>
                </a:solidFill>
                <a:latin typeface="Arial"/>
                <a:ea typeface="Arial"/>
                <a:cs typeface="Arial"/>
              </a:defRPr>
            </a:lvl4pPr>
            <a:lvl5pPr algn="r">
              <a:defRPr sz="2250" b="0">
                <a:solidFill>
                  <a:srgbClr val="42AFFA"/>
                </a:solidFill>
                <a:latin typeface="Arial"/>
                <a:ea typeface="Arial"/>
                <a:cs typeface="Arial"/>
              </a:defRPr>
            </a:lvl5pPr>
            <a:lvl6pPr algn="r">
              <a:defRPr sz="2250" b="0">
                <a:solidFill>
                  <a:srgbClr val="42AFFA"/>
                </a:solidFill>
                <a:latin typeface="Arial"/>
                <a:ea typeface="Arial"/>
                <a:cs typeface="Arial"/>
              </a:defRPr>
            </a:lvl6pPr>
            <a:lvl7pPr algn="r">
              <a:defRPr sz="2250" b="0">
                <a:solidFill>
                  <a:srgbClr val="42AFFA"/>
                </a:solidFill>
                <a:latin typeface="Arial"/>
                <a:ea typeface="Arial"/>
                <a:cs typeface="Arial"/>
              </a:defRPr>
            </a:lvl7pPr>
            <a:lvl8pPr algn="r">
              <a:defRPr sz="2250" b="0">
                <a:solidFill>
                  <a:srgbClr val="42AFFA"/>
                </a:solidFill>
                <a:latin typeface="Arial"/>
                <a:ea typeface="Arial"/>
                <a:cs typeface="Arial"/>
              </a:defRPr>
            </a:lvl8pPr>
            <a:lvl9pPr algn="r">
              <a:defRPr sz="2250" b="0">
                <a:solidFill>
                  <a:srgbClr val="42AFFA"/>
                </a:solidFill>
                <a:latin typeface="Arial"/>
                <a:ea typeface="Arial"/>
                <a:cs typeface="Arial"/>
              </a:defRPr>
            </a:lvl9pPr>
          </a:lstStyle>
          <a:p>
            <a:pPr algn="r" rtl="1">
              <a:lnSpc>
                <a:spcPct val="108000"/>
              </a:lnSpc>
              <a:buNone/>
              <a:defRPr sz="2250" b="0">
                <a:solidFill>
                  <a:srgbClr val="42AFFA"/>
                </a:solidFill>
                <a:latin typeface="Arial"/>
                <a:ea typeface="Arial"/>
                <a:cs typeface="Arial"/>
              </a:defRPr>
            </a:pPr>
            <a:r>
              <a:rPr lang="he-IL" sz="2250" b="0">
                <a:solidFill>
                  <a:srgbClr val="42AFFA"/>
                </a:solidFill>
                <a:latin typeface="Arial"/>
                <a:ea typeface="Arial"/>
                <a:cs typeface="Arial"/>
              </a:rPr>
              <a:t>התבנית של Unity</a:t>
            </a:r>
          </a:p>
        </p:txBody>
      </p:sp>
      <p:sp>
        <p:nvSpPr>
          <p:cNvPr id="22" name="text-369">
            <a:extLst>
              <a:ext uri="{FF2B5EF4-FFF2-40B4-BE49-F238E27FC236}">
                <a16:creationId xmlns:a16="http://schemas.microsoft.com/office/drawing/2014/main" id="{782AD94D-6C0B-42A0-BB1F-A08D7D54764A}"/>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175" b="0">
                <a:solidFill>
                  <a:srgbClr val="F7F7F7"/>
                </a:solidFill>
                <a:latin typeface="Arial"/>
                <a:ea typeface="Arial"/>
                <a:cs typeface="Arial"/>
              </a:defRPr>
            </a:defPPr>
            <a:lvl1pPr algn="r">
              <a:defRPr sz="2175" b="0">
                <a:solidFill>
                  <a:srgbClr val="F7F7F7"/>
                </a:solidFill>
                <a:latin typeface="Arial"/>
                <a:ea typeface="Arial"/>
                <a:cs typeface="Arial"/>
              </a:defRPr>
            </a:lvl1pPr>
            <a:lvl2pPr algn="r">
              <a:defRPr sz="2175" b="0">
                <a:solidFill>
                  <a:srgbClr val="F7F7F7"/>
                </a:solidFill>
                <a:latin typeface="Arial"/>
                <a:ea typeface="Arial"/>
                <a:cs typeface="Arial"/>
              </a:defRPr>
            </a:lvl2pPr>
            <a:lvl3pPr algn="r">
              <a:defRPr sz="2175" b="0">
                <a:solidFill>
                  <a:srgbClr val="F7F7F7"/>
                </a:solidFill>
                <a:latin typeface="Arial"/>
                <a:ea typeface="Arial"/>
                <a:cs typeface="Arial"/>
              </a:defRPr>
            </a:lvl3pPr>
            <a:lvl4pPr algn="r">
              <a:defRPr sz="2175" b="0">
                <a:solidFill>
                  <a:srgbClr val="F7F7F7"/>
                </a:solidFill>
                <a:latin typeface="Arial"/>
                <a:ea typeface="Arial"/>
                <a:cs typeface="Arial"/>
              </a:defRPr>
            </a:lvl4pPr>
            <a:lvl5pPr algn="r">
              <a:defRPr sz="2175" b="0">
                <a:solidFill>
                  <a:srgbClr val="F7F7F7"/>
                </a:solidFill>
                <a:latin typeface="Arial"/>
                <a:ea typeface="Arial"/>
                <a:cs typeface="Arial"/>
              </a:defRPr>
            </a:lvl5pPr>
            <a:lvl6pPr algn="r">
              <a:defRPr sz="2175" b="0">
                <a:solidFill>
                  <a:srgbClr val="F7F7F7"/>
                </a:solidFill>
                <a:latin typeface="Arial"/>
                <a:ea typeface="Arial"/>
                <a:cs typeface="Arial"/>
              </a:defRPr>
            </a:lvl6pPr>
            <a:lvl7pPr algn="r">
              <a:defRPr sz="2175" b="0">
                <a:solidFill>
                  <a:srgbClr val="F7F7F7"/>
                </a:solidFill>
                <a:latin typeface="Arial"/>
                <a:ea typeface="Arial"/>
                <a:cs typeface="Arial"/>
              </a:defRPr>
            </a:lvl7pPr>
            <a:lvl8pPr algn="r">
              <a:defRPr sz="2175" b="0">
                <a:solidFill>
                  <a:srgbClr val="F7F7F7"/>
                </a:solidFill>
                <a:latin typeface="Arial"/>
                <a:ea typeface="Arial"/>
                <a:cs typeface="Arial"/>
              </a:defRPr>
            </a:lvl8pPr>
            <a:lvl9pPr algn="r">
              <a:defRPr sz="2175" b="0">
                <a:solidFill>
                  <a:srgbClr val="F7F7F7"/>
                </a:solidFill>
                <a:latin typeface="Arial"/>
                <a:ea typeface="Arial"/>
                <a:cs typeface="Arial"/>
              </a:defRPr>
            </a:lvl9pPr>
          </a:lstStyle>
          <a:p>
            <a:pPr algn="r" rtl="1">
              <a:lnSpc>
                <a:spcPct val="108000"/>
              </a:lnSpc>
              <a:buNone/>
              <a:defRPr sz="2175" b="0">
                <a:solidFill>
                  <a:srgbClr val="F7F7F7"/>
                </a:solidFill>
                <a:latin typeface="Arial"/>
                <a:ea typeface="Arial"/>
                <a:cs typeface="Arial"/>
              </a:defRPr>
            </a:pPr>
            <a:r>
              <a:rPr lang="he-IL" sz="2175" b="0">
                <a:solidFill>
                  <a:srgbClr val="F7F7F7"/>
                </a:solidFill>
                <a:latin typeface="Arial"/>
                <a:ea typeface="Arial"/>
                <a:cs typeface="Arial"/>
              </a:rPr>
              <a:t>כשיוצרים מאגר, בוחרים את תבנית ההתעלמות של Unity.</a:t>
            </a:r>
          </a:p>
        </p:txBody>
      </p:sp>
    </p:spTree>
    <p:extLst>
      <p:ext uri="{BB962C8B-B14F-4D97-AF65-F5344CB8AC3E}">
        <p14:creationId xmlns:p14="http://schemas.microsoft.com/office/powerpoint/2010/main" val="352986694"/>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2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2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2" grpId="0"/>
      <p:bldP spid="15" grpId="0"/>
      <p:bldP spid="20" grpId="0"/>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1" name="text-370">
            <a:extLst>
              <a:ext uri="{FF2B5EF4-FFF2-40B4-BE49-F238E27FC236}">
                <a16:creationId xmlns:a16="http://schemas.microsoft.com/office/drawing/2014/main" id="{5C64AA29-9CC7-4BDD-ACD8-C08C26EC8579}"/>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קובצי meta נשארים במאגר</a:t>
            </a:r>
          </a:p>
        </p:txBody>
      </p:sp>
      <p:sp>
        <p:nvSpPr>
          <p:cNvPr id="2" name="text-371">
            <a:extLst>
              <a:ext uri="{FF2B5EF4-FFF2-40B4-BE49-F238E27FC236}">
                <a16:creationId xmlns:a16="http://schemas.microsoft.com/office/drawing/2014/main" id="{39FC5735-1A54-4F8C-B91A-2D4F1C912FB2}"/>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24</a:t>
            </a:r>
          </a:p>
        </p:txBody>
      </p:sp>
      <p:sp>
        <p:nvSpPr>
          <p:cNvPr id="3" name="text-372">
            <a:extLst>
              <a:ext uri="{FF2B5EF4-FFF2-40B4-BE49-F238E27FC236}">
                <a16:creationId xmlns:a16="http://schemas.microsoft.com/office/drawing/2014/main" id="{78B7D9FC-10CF-4492-8652-0C95D9E52730}"/>
              </a:ext>
            </a:extLst>
          </p:cNvPr>
          <p:cNvSpPr>
            <a:spLocks noGrp="1"/>
          </p:cNvSpPr>
          <p:nvPr/>
        </p:nvSpPr>
        <p:spPr>
          <a:xfrm>
            <a:off x="666750" y="1819275"/>
            <a:ext cx="2209800" cy="4572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סצנה</a:t>
            </a:r>
          </a:p>
        </p:txBody>
      </p:sp>
      <p:sp>
        <p:nvSpPr>
          <p:cNvPr id="4" name="text-373">
            <a:extLst>
              <a:ext uri="{FF2B5EF4-FFF2-40B4-BE49-F238E27FC236}">
                <a16:creationId xmlns:a16="http://schemas.microsoft.com/office/drawing/2014/main" id="{31741D34-2BDC-4F47-AD3F-9CEB74D360B0}"/>
              </a:ext>
            </a:extLst>
          </p:cNvPr>
          <p:cNvSpPr>
            <a:spLocks noGrp="1"/>
          </p:cNvSpPr>
          <p:nvPr/>
        </p:nvSpPr>
        <p:spPr>
          <a:xfrm>
            <a:off x="3476625" y="1819275"/>
            <a:ext cx="2095500" cy="4572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מטא של הנכס</a:t>
            </a:r>
          </a:p>
        </p:txBody>
      </p:sp>
      <p:sp>
        <p:nvSpPr>
          <p:cNvPr id="5" name="text-374">
            <a:extLst>
              <a:ext uri="{FF2B5EF4-FFF2-40B4-BE49-F238E27FC236}">
                <a16:creationId xmlns:a16="http://schemas.microsoft.com/office/drawing/2014/main" id="{BB9B19D8-3F28-411C-A1A7-EBAB30803D67}"/>
              </a:ext>
            </a:extLst>
          </p:cNvPr>
          <p:cNvSpPr>
            <a:spLocks noGrp="1"/>
          </p:cNvSpPr>
          <p:nvPr/>
        </p:nvSpPr>
        <p:spPr>
          <a:xfrm>
            <a:off x="6191250" y="1819275"/>
            <a:ext cx="2286000" cy="4572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נכס</a:t>
            </a:r>
          </a:p>
        </p:txBody>
      </p:sp>
      <p:sp>
        <p:nvSpPr>
          <p:cNvPr id="6" name="shape-375">
            <a:extLst>
              <a:ext uri="{FF2B5EF4-FFF2-40B4-BE49-F238E27FC236}">
                <a16:creationId xmlns:a16="http://schemas.microsoft.com/office/drawing/2014/main" id="{4507B24C-43D5-4291-BE19-DF1198AD268A}"/>
              </a:ext>
            </a:extLst>
          </p:cNvPr>
          <p:cNvSpPr>
            <a:spLocks noGrp="1"/>
          </p:cNvSpPr>
          <p:nvPr/>
        </p:nvSpPr>
        <p:spPr>
          <a:xfrm>
            <a:off x="666750" y="2533650"/>
            <a:ext cx="2209800" cy="1104900"/>
          </a:xfrm>
          <a:prstGeom prst="rect">
            <a:avLst/>
          </a:prstGeom>
          <a:solidFill>
            <a:srgbClr val="25282B"/>
          </a:solidFill>
          <a:ln w="19050">
            <a:solidFill>
              <a:srgbClr val="8888FF"/>
            </a:solidFill>
          </a:ln>
        </p:spPr>
      </p:sp>
      <p:sp>
        <p:nvSpPr>
          <p:cNvPr id="7" name="text-376">
            <a:extLst>
              <a:ext uri="{FF2B5EF4-FFF2-40B4-BE49-F238E27FC236}">
                <a16:creationId xmlns:a16="http://schemas.microsoft.com/office/drawing/2014/main" id="{E174AE70-60BF-46A3-B6DD-AF7FD43CD51A}"/>
              </a:ext>
            </a:extLst>
          </p:cNvPr>
          <p:cNvSpPr>
            <a:spLocks noGrp="1"/>
          </p:cNvSpPr>
          <p:nvPr/>
        </p:nvSpPr>
        <p:spPr>
          <a:xfrm>
            <a:off x="800100" y="2914650"/>
            <a:ext cx="1943100" cy="952500"/>
          </a:xfrm>
          <a:prstGeom prst="rect">
            <a:avLst/>
          </a:prstGeom>
          <a:noFill/>
          <a:ln w="0">
            <a:noFill/>
          </a:ln>
        </p:spPr>
        <p:txBody>
          <a:bodyPr wrap="square" lIns="0" tIns="0" rIns="0" bIns="0" anchor="t">
            <a:noAutofit/>
          </a:bodyPr>
          <a:lstStyle>
            <a:defPPr algn="ctr">
              <a:defRPr sz="2250" b="0">
                <a:solidFill>
                  <a:srgbClr val="F7F7F7"/>
                </a:solidFill>
                <a:latin typeface="Arial"/>
                <a:ea typeface="Arial"/>
                <a:cs typeface="Arial"/>
              </a:defRPr>
            </a:defPPr>
            <a:lvl1pPr algn="ctr">
              <a:defRPr sz="2250" b="0">
                <a:solidFill>
                  <a:srgbClr val="F7F7F7"/>
                </a:solidFill>
                <a:latin typeface="Arial"/>
                <a:ea typeface="Arial"/>
                <a:cs typeface="Arial"/>
              </a:defRPr>
            </a:lvl1pPr>
            <a:lvl2pPr algn="ctr">
              <a:defRPr sz="2250" b="0">
                <a:solidFill>
                  <a:srgbClr val="F7F7F7"/>
                </a:solidFill>
                <a:latin typeface="Arial"/>
                <a:ea typeface="Arial"/>
                <a:cs typeface="Arial"/>
              </a:defRPr>
            </a:lvl2pPr>
            <a:lvl3pPr algn="ctr">
              <a:defRPr sz="2250" b="0">
                <a:solidFill>
                  <a:srgbClr val="F7F7F7"/>
                </a:solidFill>
                <a:latin typeface="Arial"/>
                <a:ea typeface="Arial"/>
                <a:cs typeface="Arial"/>
              </a:defRPr>
            </a:lvl3pPr>
            <a:lvl4pPr algn="ctr">
              <a:defRPr sz="2250" b="0">
                <a:solidFill>
                  <a:srgbClr val="F7F7F7"/>
                </a:solidFill>
                <a:latin typeface="Arial"/>
                <a:ea typeface="Arial"/>
                <a:cs typeface="Arial"/>
              </a:defRPr>
            </a:lvl4pPr>
            <a:lvl5pPr algn="ctr">
              <a:defRPr sz="2250" b="0">
                <a:solidFill>
                  <a:srgbClr val="F7F7F7"/>
                </a:solidFill>
                <a:latin typeface="Arial"/>
                <a:ea typeface="Arial"/>
                <a:cs typeface="Arial"/>
              </a:defRPr>
            </a:lvl5pPr>
            <a:lvl6pPr algn="ctr">
              <a:defRPr sz="2250" b="0">
                <a:solidFill>
                  <a:srgbClr val="F7F7F7"/>
                </a:solidFill>
                <a:latin typeface="Arial"/>
                <a:ea typeface="Arial"/>
                <a:cs typeface="Arial"/>
              </a:defRPr>
            </a:lvl6pPr>
            <a:lvl7pPr algn="ctr">
              <a:defRPr sz="2250" b="0">
                <a:solidFill>
                  <a:srgbClr val="F7F7F7"/>
                </a:solidFill>
                <a:latin typeface="Arial"/>
                <a:ea typeface="Arial"/>
                <a:cs typeface="Arial"/>
              </a:defRPr>
            </a:lvl7pPr>
            <a:lvl8pPr algn="ctr">
              <a:defRPr sz="2250" b="0">
                <a:solidFill>
                  <a:srgbClr val="F7F7F7"/>
                </a:solidFill>
                <a:latin typeface="Arial"/>
                <a:ea typeface="Arial"/>
                <a:cs typeface="Arial"/>
              </a:defRPr>
            </a:lvl8pPr>
            <a:lvl9pPr algn="ctr">
              <a:defRPr sz="2250" b="0">
                <a:solidFill>
                  <a:srgbClr val="F7F7F7"/>
                </a:solidFill>
                <a:latin typeface="Arial"/>
                <a:ea typeface="Arial"/>
                <a:cs typeface="Arial"/>
              </a:defRPr>
            </a:lvl9pPr>
          </a:lstStyle>
          <a:p>
            <a:pPr algn="ctr" rtl="0">
              <a:lnSpc>
                <a:spcPct val="108000"/>
              </a:lnSpc>
              <a:buNone/>
              <a:defRPr sz="2250" b="0">
                <a:solidFill>
                  <a:srgbClr val="F7F7F7"/>
                </a:solidFill>
                <a:latin typeface="Arial"/>
                <a:ea typeface="Arial"/>
                <a:cs typeface="Arial"/>
              </a:defRPr>
            </a:pPr>
            <a:r>
              <a:rPr lang="en-US" sz="2250" b="0">
                <a:solidFill>
                  <a:srgbClr val="F7F7F7"/>
                </a:solidFill>
                <a:latin typeface="Arial"/>
                <a:ea typeface="Arial"/>
                <a:cs typeface="Arial"/>
              </a:rPr>
              <a:t>Scene.unity</a:t>
            </a:r>
          </a:p>
        </p:txBody>
      </p:sp>
      <p:sp>
        <p:nvSpPr>
          <p:cNvPr id="8" name="shape-377">
            <a:extLst>
              <a:ext uri="{FF2B5EF4-FFF2-40B4-BE49-F238E27FC236}">
                <a16:creationId xmlns:a16="http://schemas.microsoft.com/office/drawing/2014/main" id="{D10D063A-558D-44DC-85F0-1F0F54F98204}"/>
              </a:ext>
            </a:extLst>
          </p:cNvPr>
          <p:cNvSpPr>
            <a:spLocks noGrp="1"/>
          </p:cNvSpPr>
          <p:nvPr/>
        </p:nvSpPr>
        <p:spPr>
          <a:xfrm>
            <a:off x="3476625" y="2533650"/>
            <a:ext cx="2095500" cy="1104900"/>
          </a:xfrm>
          <a:prstGeom prst="rect">
            <a:avLst/>
          </a:prstGeom>
          <a:solidFill>
            <a:srgbClr val="25282B"/>
          </a:solidFill>
          <a:ln w="19050">
            <a:solidFill>
              <a:srgbClr val="88FF88"/>
            </a:solidFill>
          </a:ln>
        </p:spPr>
      </p:sp>
      <p:sp>
        <p:nvSpPr>
          <p:cNvPr id="9" name="text-378">
            <a:extLst>
              <a:ext uri="{FF2B5EF4-FFF2-40B4-BE49-F238E27FC236}">
                <a16:creationId xmlns:a16="http://schemas.microsoft.com/office/drawing/2014/main" id="{806278CE-8A12-4A50-84A4-54942022C1E5}"/>
              </a:ext>
            </a:extLst>
          </p:cNvPr>
          <p:cNvSpPr>
            <a:spLocks noGrp="1"/>
          </p:cNvSpPr>
          <p:nvPr/>
        </p:nvSpPr>
        <p:spPr>
          <a:xfrm>
            <a:off x="3990975" y="2686050"/>
            <a:ext cx="1428750" cy="457200"/>
          </a:xfrm>
          <a:prstGeom prst="rect">
            <a:avLst/>
          </a:prstGeom>
          <a:noFill/>
          <a:ln w="0">
            <a:noFill/>
          </a:ln>
        </p:spPr>
        <p:txBody>
          <a:bodyPr wrap="none" lIns="0" tIns="0" rIns="0" bIns="0" anchor="t">
            <a:noAutofit/>
          </a:bodyPr>
          <a:lstStyle>
            <a:defPPr algn="l">
              <a:defRPr sz="2625" b="0">
                <a:solidFill>
                  <a:srgbClr val="88FF88"/>
                </a:solidFill>
                <a:latin typeface="Consolas"/>
                <a:ea typeface="Consolas"/>
                <a:cs typeface="Consolas"/>
              </a:defRPr>
            </a:defPPr>
            <a:lvl1pPr algn="l">
              <a:defRPr sz="2625" b="0">
                <a:solidFill>
                  <a:srgbClr val="88FF88"/>
                </a:solidFill>
                <a:latin typeface="Consolas"/>
                <a:ea typeface="Consolas"/>
                <a:cs typeface="Consolas"/>
              </a:defRPr>
            </a:lvl1pPr>
            <a:lvl2pPr algn="l">
              <a:defRPr sz="2625" b="0">
                <a:solidFill>
                  <a:srgbClr val="88FF88"/>
                </a:solidFill>
                <a:latin typeface="Consolas"/>
                <a:ea typeface="Consolas"/>
                <a:cs typeface="Consolas"/>
              </a:defRPr>
            </a:lvl2pPr>
            <a:lvl3pPr algn="l">
              <a:defRPr sz="2625" b="0">
                <a:solidFill>
                  <a:srgbClr val="88FF88"/>
                </a:solidFill>
                <a:latin typeface="Consolas"/>
                <a:ea typeface="Consolas"/>
                <a:cs typeface="Consolas"/>
              </a:defRPr>
            </a:lvl3pPr>
            <a:lvl4pPr algn="l">
              <a:defRPr sz="2625" b="0">
                <a:solidFill>
                  <a:srgbClr val="88FF88"/>
                </a:solidFill>
                <a:latin typeface="Consolas"/>
                <a:ea typeface="Consolas"/>
                <a:cs typeface="Consolas"/>
              </a:defRPr>
            </a:lvl4pPr>
            <a:lvl5pPr algn="l">
              <a:defRPr sz="2625" b="0">
                <a:solidFill>
                  <a:srgbClr val="88FF88"/>
                </a:solidFill>
                <a:latin typeface="Consolas"/>
                <a:ea typeface="Consolas"/>
                <a:cs typeface="Consolas"/>
              </a:defRPr>
            </a:lvl5pPr>
            <a:lvl6pPr algn="l">
              <a:defRPr sz="2625" b="0">
                <a:solidFill>
                  <a:srgbClr val="88FF88"/>
                </a:solidFill>
                <a:latin typeface="Consolas"/>
                <a:ea typeface="Consolas"/>
                <a:cs typeface="Consolas"/>
              </a:defRPr>
            </a:lvl6pPr>
            <a:lvl7pPr algn="l">
              <a:defRPr sz="2625" b="0">
                <a:solidFill>
                  <a:srgbClr val="88FF88"/>
                </a:solidFill>
                <a:latin typeface="Consolas"/>
                <a:ea typeface="Consolas"/>
                <a:cs typeface="Consolas"/>
              </a:defRPr>
            </a:lvl7pPr>
            <a:lvl8pPr algn="l">
              <a:defRPr sz="2625" b="0">
                <a:solidFill>
                  <a:srgbClr val="88FF88"/>
                </a:solidFill>
                <a:latin typeface="Consolas"/>
                <a:ea typeface="Consolas"/>
                <a:cs typeface="Consolas"/>
              </a:defRPr>
            </a:lvl8pPr>
            <a:lvl9pPr algn="l">
              <a:defRPr sz="2625" b="0">
                <a:solidFill>
                  <a:srgbClr val="88FF88"/>
                </a:solidFill>
                <a:latin typeface="Consolas"/>
                <a:ea typeface="Consolas"/>
                <a:cs typeface="Consolas"/>
              </a:defRPr>
            </a:lvl9pPr>
          </a:lstStyle>
          <a:p>
            <a:pPr algn="l" rtl="0">
              <a:lnSpc>
                <a:spcPct val="108000"/>
              </a:lnSpc>
              <a:buNone/>
              <a:defRPr sz="2625" b="0">
                <a:solidFill>
                  <a:srgbClr val="88FF88"/>
                </a:solidFill>
                <a:latin typeface="Consolas"/>
                <a:ea typeface="Consolas"/>
                <a:cs typeface="Consolas"/>
              </a:defRPr>
            </a:pPr>
            <a:r>
              <a:rPr lang="en-US" sz="2625" b="0">
                <a:solidFill>
                  <a:srgbClr val="88FF88"/>
                </a:solidFill>
                <a:latin typeface="Consolas"/>
                <a:ea typeface="Consolas"/>
                <a:cs typeface="Consolas"/>
              </a:rPr>
              <a:t>.meta</a:t>
            </a:r>
          </a:p>
        </p:txBody>
      </p:sp>
      <p:sp>
        <p:nvSpPr>
          <p:cNvPr id="10" name="text-379">
            <a:extLst>
              <a:ext uri="{FF2B5EF4-FFF2-40B4-BE49-F238E27FC236}">
                <a16:creationId xmlns:a16="http://schemas.microsoft.com/office/drawing/2014/main" id="{4361C3FC-FD6F-45FC-8747-A727C19E92E9}"/>
              </a:ext>
            </a:extLst>
          </p:cNvPr>
          <p:cNvSpPr>
            <a:spLocks noGrp="1"/>
          </p:cNvSpPr>
          <p:nvPr/>
        </p:nvSpPr>
        <p:spPr>
          <a:xfrm>
            <a:off x="4095750" y="3171825"/>
            <a:ext cx="1143000" cy="342900"/>
          </a:xfrm>
          <a:prstGeom prst="rect">
            <a:avLst/>
          </a:prstGeom>
          <a:noFill/>
          <a:ln w="0">
            <a:noFill/>
          </a:ln>
        </p:spPr>
        <p:txBody>
          <a:bodyPr wrap="none" lIns="0" tIns="0" rIns="0" bIns="0" anchor="t">
            <a:noAutofit/>
          </a:bodyPr>
          <a:lstStyle>
            <a:defPPr algn="l">
              <a:defRPr sz="1875" b="0">
                <a:solidFill>
                  <a:srgbClr val="B7BBC2"/>
                </a:solidFill>
                <a:latin typeface="Consolas"/>
                <a:ea typeface="Consolas"/>
                <a:cs typeface="Consolas"/>
              </a:defRPr>
            </a:defPPr>
            <a:lvl1pPr algn="l">
              <a:defRPr sz="1875" b="0">
                <a:solidFill>
                  <a:srgbClr val="B7BBC2"/>
                </a:solidFill>
                <a:latin typeface="Consolas"/>
                <a:ea typeface="Consolas"/>
                <a:cs typeface="Consolas"/>
              </a:defRPr>
            </a:lvl1pPr>
            <a:lvl2pPr algn="l">
              <a:defRPr sz="1875" b="0">
                <a:solidFill>
                  <a:srgbClr val="B7BBC2"/>
                </a:solidFill>
                <a:latin typeface="Consolas"/>
                <a:ea typeface="Consolas"/>
                <a:cs typeface="Consolas"/>
              </a:defRPr>
            </a:lvl2pPr>
            <a:lvl3pPr algn="l">
              <a:defRPr sz="1875" b="0">
                <a:solidFill>
                  <a:srgbClr val="B7BBC2"/>
                </a:solidFill>
                <a:latin typeface="Consolas"/>
                <a:ea typeface="Consolas"/>
                <a:cs typeface="Consolas"/>
              </a:defRPr>
            </a:lvl3pPr>
            <a:lvl4pPr algn="l">
              <a:defRPr sz="1875" b="0">
                <a:solidFill>
                  <a:srgbClr val="B7BBC2"/>
                </a:solidFill>
                <a:latin typeface="Consolas"/>
                <a:ea typeface="Consolas"/>
                <a:cs typeface="Consolas"/>
              </a:defRPr>
            </a:lvl4pPr>
            <a:lvl5pPr algn="l">
              <a:defRPr sz="1875" b="0">
                <a:solidFill>
                  <a:srgbClr val="B7BBC2"/>
                </a:solidFill>
                <a:latin typeface="Consolas"/>
                <a:ea typeface="Consolas"/>
                <a:cs typeface="Consolas"/>
              </a:defRPr>
            </a:lvl5pPr>
            <a:lvl6pPr algn="l">
              <a:defRPr sz="1875" b="0">
                <a:solidFill>
                  <a:srgbClr val="B7BBC2"/>
                </a:solidFill>
                <a:latin typeface="Consolas"/>
                <a:ea typeface="Consolas"/>
                <a:cs typeface="Consolas"/>
              </a:defRPr>
            </a:lvl6pPr>
            <a:lvl7pPr algn="l">
              <a:defRPr sz="1875" b="0">
                <a:solidFill>
                  <a:srgbClr val="B7BBC2"/>
                </a:solidFill>
                <a:latin typeface="Consolas"/>
                <a:ea typeface="Consolas"/>
                <a:cs typeface="Consolas"/>
              </a:defRPr>
            </a:lvl7pPr>
            <a:lvl8pPr algn="l">
              <a:defRPr sz="1875" b="0">
                <a:solidFill>
                  <a:srgbClr val="B7BBC2"/>
                </a:solidFill>
                <a:latin typeface="Consolas"/>
                <a:ea typeface="Consolas"/>
                <a:cs typeface="Consolas"/>
              </a:defRPr>
            </a:lvl8pPr>
            <a:lvl9pPr algn="l">
              <a:defRPr sz="1875" b="0">
                <a:solidFill>
                  <a:srgbClr val="B7BBC2"/>
                </a:solidFill>
                <a:latin typeface="Consolas"/>
                <a:ea typeface="Consolas"/>
                <a:cs typeface="Consolas"/>
              </a:defRPr>
            </a:lvl9pPr>
          </a:lstStyle>
          <a:p>
            <a:pPr algn="l" rtl="0">
              <a:lnSpc>
                <a:spcPct val="108000"/>
              </a:lnSpc>
              <a:buNone/>
              <a:defRPr sz="1875" b="0">
                <a:solidFill>
                  <a:srgbClr val="B7BBC2"/>
                </a:solidFill>
                <a:latin typeface="Consolas"/>
                <a:ea typeface="Consolas"/>
                <a:cs typeface="Consolas"/>
              </a:defRPr>
            </a:pPr>
            <a:r>
              <a:rPr lang="en-US" sz="1875" b="0">
                <a:solidFill>
                  <a:srgbClr val="B7BBC2"/>
                </a:solidFill>
                <a:latin typeface="Consolas"/>
                <a:ea typeface="Consolas"/>
                <a:cs typeface="Consolas"/>
              </a:rPr>
              <a:t>GUID</a:t>
            </a:r>
          </a:p>
        </p:txBody>
      </p:sp>
      <p:sp>
        <p:nvSpPr>
          <p:cNvPr id="11" name="shape-380">
            <a:extLst>
              <a:ext uri="{FF2B5EF4-FFF2-40B4-BE49-F238E27FC236}">
                <a16:creationId xmlns:a16="http://schemas.microsoft.com/office/drawing/2014/main" id="{1904A167-C97E-4245-B704-D79656018C17}"/>
              </a:ext>
            </a:extLst>
          </p:cNvPr>
          <p:cNvSpPr>
            <a:spLocks noGrp="1"/>
          </p:cNvSpPr>
          <p:nvPr/>
        </p:nvSpPr>
        <p:spPr>
          <a:xfrm>
            <a:off x="6191250" y="2533650"/>
            <a:ext cx="2286000" cy="1104900"/>
          </a:xfrm>
          <a:prstGeom prst="rect">
            <a:avLst/>
          </a:prstGeom>
          <a:solidFill>
            <a:srgbClr val="25282B"/>
          </a:solidFill>
          <a:ln w="19050">
            <a:solidFill>
              <a:srgbClr val="42AFFA"/>
            </a:solidFill>
          </a:ln>
        </p:spPr>
      </p:sp>
      <p:sp>
        <p:nvSpPr>
          <p:cNvPr id="12" name="text-381">
            <a:extLst>
              <a:ext uri="{FF2B5EF4-FFF2-40B4-BE49-F238E27FC236}">
                <a16:creationId xmlns:a16="http://schemas.microsoft.com/office/drawing/2014/main" id="{12060575-F368-4017-910B-11CF8C9CA734}"/>
              </a:ext>
            </a:extLst>
          </p:cNvPr>
          <p:cNvSpPr>
            <a:spLocks noGrp="1"/>
          </p:cNvSpPr>
          <p:nvPr/>
        </p:nvSpPr>
        <p:spPr>
          <a:xfrm>
            <a:off x="6324600" y="2914650"/>
            <a:ext cx="2019300" cy="952500"/>
          </a:xfrm>
          <a:prstGeom prst="rect">
            <a:avLst/>
          </a:prstGeom>
          <a:noFill/>
          <a:ln w="0">
            <a:noFill/>
          </a:ln>
        </p:spPr>
        <p:txBody>
          <a:bodyPr wrap="square" lIns="0" tIns="0" rIns="0" bIns="0" anchor="t">
            <a:noAutofit/>
          </a:bodyPr>
          <a:lstStyle>
            <a:defPPr algn="ctr">
              <a:defRPr sz="2250" b="0">
                <a:solidFill>
                  <a:srgbClr val="F7F7F7"/>
                </a:solidFill>
                <a:latin typeface="Arial"/>
                <a:ea typeface="Arial"/>
                <a:cs typeface="Arial"/>
              </a:defRPr>
            </a:defPPr>
            <a:lvl1pPr algn="ctr">
              <a:defRPr sz="2250" b="0">
                <a:solidFill>
                  <a:srgbClr val="F7F7F7"/>
                </a:solidFill>
                <a:latin typeface="Arial"/>
                <a:ea typeface="Arial"/>
                <a:cs typeface="Arial"/>
              </a:defRPr>
            </a:lvl1pPr>
            <a:lvl2pPr algn="ctr">
              <a:defRPr sz="2250" b="0">
                <a:solidFill>
                  <a:srgbClr val="F7F7F7"/>
                </a:solidFill>
                <a:latin typeface="Arial"/>
                <a:ea typeface="Arial"/>
                <a:cs typeface="Arial"/>
              </a:defRPr>
            </a:lvl2pPr>
            <a:lvl3pPr algn="ctr">
              <a:defRPr sz="2250" b="0">
                <a:solidFill>
                  <a:srgbClr val="F7F7F7"/>
                </a:solidFill>
                <a:latin typeface="Arial"/>
                <a:ea typeface="Arial"/>
                <a:cs typeface="Arial"/>
              </a:defRPr>
            </a:lvl3pPr>
            <a:lvl4pPr algn="ctr">
              <a:defRPr sz="2250" b="0">
                <a:solidFill>
                  <a:srgbClr val="F7F7F7"/>
                </a:solidFill>
                <a:latin typeface="Arial"/>
                <a:ea typeface="Arial"/>
                <a:cs typeface="Arial"/>
              </a:defRPr>
            </a:lvl4pPr>
            <a:lvl5pPr algn="ctr">
              <a:defRPr sz="2250" b="0">
                <a:solidFill>
                  <a:srgbClr val="F7F7F7"/>
                </a:solidFill>
                <a:latin typeface="Arial"/>
                <a:ea typeface="Arial"/>
                <a:cs typeface="Arial"/>
              </a:defRPr>
            </a:lvl5pPr>
            <a:lvl6pPr algn="ctr">
              <a:defRPr sz="2250" b="0">
                <a:solidFill>
                  <a:srgbClr val="F7F7F7"/>
                </a:solidFill>
                <a:latin typeface="Arial"/>
                <a:ea typeface="Arial"/>
                <a:cs typeface="Arial"/>
              </a:defRPr>
            </a:lvl6pPr>
            <a:lvl7pPr algn="ctr">
              <a:defRPr sz="2250" b="0">
                <a:solidFill>
                  <a:srgbClr val="F7F7F7"/>
                </a:solidFill>
                <a:latin typeface="Arial"/>
                <a:ea typeface="Arial"/>
                <a:cs typeface="Arial"/>
              </a:defRPr>
            </a:lvl7pPr>
            <a:lvl8pPr algn="ctr">
              <a:defRPr sz="2250" b="0">
                <a:solidFill>
                  <a:srgbClr val="F7F7F7"/>
                </a:solidFill>
                <a:latin typeface="Arial"/>
                <a:ea typeface="Arial"/>
                <a:cs typeface="Arial"/>
              </a:defRPr>
            </a:lvl8pPr>
            <a:lvl9pPr algn="ctr">
              <a:defRPr sz="2250" b="0">
                <a:solidFill>
                  <a:srgbClr val="F7F7F7"/>
                </a:solidFill>
                <a:latin typeface="Arial"/>
                <a:ea typeface="Arial"/>
                <a:cs typeface="Arial"/>
              </a:defRPr>
            </a:lvl9pPr>
          </a:lstStyle>
          <a:p>
            <a:pPr algn="ctr" rtl="0">
              <a:lnSpc>
                <a:spcPct val="108000"/>
              </a:lnSpc>
              <a:buNone/>
              <a:defRPr sz="2250" b="0">
                <a:solidFill>
                  <a:srgbClr val="F7F7F7"/>
                </a:solidFill>
                <a:latin typeface="Arial"/>
                <a:ea typeface="Arial"/>
                <a:cs typeface="Arial"/>
              </a:defRPr>
            </a:pPr>
            <a:r>
              <a:rPr lang="en-US" sz="2250" b="0">
                <a:solidFill>
                  <a:srgbClr val="F7F7F7"/>
                </a:solidFill>
                <a:latin typeface="Arial"/>
                <a:ea typeface="Arial"/>
                <a:cs typeface="Arial"/>
              </a:rPr>
              <a:t>Player.png</a:t>
            </a:r>
          </a:p>
        </p:txBody>
      </p:sp>
      <p:sp>
        <p:nvSpPr>
          <p:cNvPr id="13" name="line-382">
            <a:extLst>
              <a:ext uri="{FF2B5EF4-FFF2-40B4-BE49-F238E27FC236}">
                <a16:creationId xmlns:a16="http://schemas.microsoft.com/office/drawing/2014/main" id="{83797F46-8648-4251-850F-FB98D0214FC9}"/>
              </a:ext>
            </a:extLst>
          </p:cNvPr>
          <p:cNvSpPr>
            <a:spLocks noGrp="1"/>
          </p:cNvSpPr>
          <p:nvPr/>
        </p:nvSpPr>
        <p:spPr>
          <a:xfrm>
            <a:off x="3019425" y="3086100"/>
            <a:ext cx="314325" cy="9525"/>
          </a:xfrm>
          <a:custGeom>
            <a:avLst/>
            <a:gdLst/>
            <a:ahLst/>
            <a:cxnLst/>
            <a:rect l="0" t="0" r="0" b="0"/>
            <a:pathLst>
              <a:path w="314325" h="9525">
                <a:moveTo>
                  <a:pt x="0" y="0"/>
                </a:moveTo>
                <a:lnTo>
                  <a:pt x="314325" y="0"/>
                </a:lnTo>
              </a:path>
            </a:pathLst>
          </a:custGeom>
          <a:noFill/>
          <a:ln w="38100">
            <a:solidFill>
              <a:srgbClr val="88FF88"/>
            </a:solidFill>
          </a:ln>
        </p:spPr>
      </p:sp>
      <p:sp>
        <p:nvSpPr>
          <p:cNvPr id="14" name="line-383">
            <a:extLst>
              <a:ext uri="{FF2B5EF4-FFF2-40B4-BE49-F238E27FC236}">
                <a16:creationId xmlns:a16="http://schemas.microsoft.com/office/drawing/2014/main" id="{200DEB70-75E0-4F1E-80EA-FB3ABAE206D5}"/>
              </a:ext>
            </a:extLst>
          </p:cNvPr>
          <p:cNvSpPr>
            <a:spLocks noGrp="1"/>
          </p:cNvSpPr>
          <p:nvPr/>
        </p:nvSpPr>
        <p:spPr>
          <a:xfrm>
            <a:off x="3236306" y="3086100"/>
            <a:ext cx="97444" cy="59743"/>
          </a:xfrm>
          <a:custGeom>
            <a:avLst/>
            <a:gdLst/>
            <a:ahLst/>
            <a:cxnLst/>
            <a:rect l="0" t="0" r="0" b="0"/>
            <a:pathLst>
              <a:path w="97444" h="59743">
                <a:moveTo>
                  <a:pt x="97444" y="0"/>
                </a:moveTo>
                <a:lnTo>
                  <a:pt x="0" y="59743"/>
                </a:lnTo>
              </a:path>
            </a:pathLst>
          </a:custGeom>
          <a:noFill/>
          <a:ln w="38100">
            <a:solidFill>
              <a:srgbClr val="88FF88"/>
            </a:solidFill>
          </a:ln>
        </p:spPr>
      </p:sp>
      <p:sp>
        <p:nvSpPr>
          <p:cNvPr id="15" name="line-384">
            <a:extLst>
              <a:ext uri="{FF2B5EF4-FFF2-40B4-BE49-F238E27FC236}">
                <a16:creationId xmlns:a16="http://schemas.microsoft.com/office/drawing/2014/main" id="{A81F34F3-36E3-4107-B318-7354175D30CF}"/>
              </a:ext>
            </a:extLst>
          </p:cNvPr>
          <p:cNvSpPr>
            <a:spLocks noGrp="1"/>
          </p:cNvSpPr>
          <p:nvPr/>
        </p:nvSpPr>
        <p:spPr>
          <a:xfrm>
            <a:off x="3236306" y="3026357"/>
            <a:ext cx="97444" cy="59743"/>
          </a:xfrm>
          <a:custGeom>
            <a:avLst/>
            <a:gdLst/>
            <a:ahLst/>
            <a:cxnLst/>
            <a:rect l="0" t="0" r="0" b="0"/>
            <a:pathLst>
              <a:path w="97444" h="59743">
                <a:moveTo>
                  <a:pt x="97444" y="59743"/>
                </a:moveTo>
                <a:lnTo>
                  <a:pt x="0" y="0"/>
                </a:lnTo>
              </a:path>
            </a:pathLst>
          </a:custGeom>
          <a:noFill/>
          <a:ln w="38100">
            <a:solidFill>
              <a:srgbClr val="88FF88"/>
            </a:solidFill>
          </a:ln>
        </p:spPr>
      </p:sp>
      <p:sp>
        <p:nvSpPr>
          <p:cNvPr id="16" name="line-385">
            <a:extLst>
              <a:ext uri="{FF2B5EF4-FFF2-40B4-BE49-F238E27FC236}">
                <a16:creationId xmlns:a16="http://schemas.microsoft.com/office/drawing/2014/main" id="{DF201422-1996-49E6-8582-79BE99C2292B}"/>
              </a:ext>
            </a:extLst>
          </p:cNvPr>
          <p:cNvSpPr>
            <a:spLocks noGrp="1"/>
          </p:cNvSpPr>
          <p:nvPr/>
        </p:nvSpPr>
        <p:spPr>
          <a:xfrm>
            <a:off x="5705475" y="3086100"/>
            <a:ext cx="342900" cy="9525"/>
          </a:xfrm>
          <a:custGeom>
            <a:avLst/>
            <a:gdLst/>
            <a:ahLst/>
            <a:cxnLst/>
            <a:rect l="0" t="0" r="0" b="0"/>
            <a:pathLst>
              <a:path w="342900" h="9525">
                <a:moveTo>
                  <a:pt x="0" y="0"/>
                </a:moveTo>
                <a:lnTo>
                  <a:pt x="342900" y="0"/>
                </a:lnTo>
              </a:path>
            </a:pathLst>
          </a:custGeom>
          <a:noFill/>
          <a:ln w="38100">
            <a:solidFill>
              <a:srgbClr val="88FF88"/>
            </a:solidFill>
          </a:ln>
        </p:spPr>
      </p:sp>
      <p:sp>
        <p:nvSpPr>
          <p:cNvPr id="17" name="line-386">
            <a:extLst>
              <a:ext uri="{FF2B5EF4-FFF2-40B4-BE49-F238E27FC236}">
                <a16:creationId xmlns:a16="http://schemas.microsoft.com/office/drawing/2014/main" id="{47C5E4A9-4381-4D8F-8B35-1E0ACB4B8CD8}"/>
              </a:ext>
            </a:extLst>
          </p:cNvPr>
          <p:cNvSpPr>
            <a:spLocks noGrp="1"/>
          </p:cNvSpPr>
          <p:nvPr/>
        </p:nvSpPr>
        <p:spPr>
          <a:xfrm>
            <a:off x="5950931" y="3086100"/>
            <a:ext cx="97444" cy="59743"/>
          </a:xfrm>
          <a:custGeom>
            <a:avLst/>
            <a:gdLst/>
            <a:ahLst/>
            <a:cxnLst/>
            <a:rect l="0" t="0" r="0" b="0"/>
            <a:pathLst>
              <a:path w="97444" h="59743">
                <a:moveTo>
                  <a:pt x="97444" y="0"/>
                </a:moveTo>
                <a:lnTo>
                  <a:pt x="0" y="59743"/>
                </a:lnTo>
              </a:path>
            </a:pathLst>
          </a:custGeom>
          <a:noFill/>
          <a:ln w="38100">
            <a:solidFill>
              <a:srgbClr val="88FF88"/>
            </a:solidFill>
          </a:ln>
        </p:spPr>
      </p:sp>
      <p:sp>
        <p:nvSpPr>
          <p:cNvPr id="18" name="line-387">
            <a:extLst>
              <a:ext uri="{FF2B5EF4-FFF2-40B4-BE49-F238E27FC236}">
                <a16:creationId xmlns:a16="http://schemas.microsoft.com/office/drawing/2014/main" id="{79DBE5DA-22A0-4221-84D2-FD91FB77F785}"/>
              </a:ext>
            </a:extLst>
          </p:cNvPr>
          <p:cNvSpPr>
            <a:spLocks noGrp="1"/>
          </p:cNvSpPr>
          <p:nvPr/>
        </p:nvSpPr>
        <p:spPr>
          <a:xfrm>
            <a:off x="5950931" y="3026357"/>
            <a:ext cx="97444" cy="59743"/>
          </a:xfrm>
          <a:custGeom>
            <a:avLst/>
            <a:gdLst/>
            <a:ahLst/>
            <a:cxnLst/>
            <a:rect l="0" t="0" r="0" b="0"/>
            <a:pathLst>
              <a:path w="97444" h="59743">
                <a:moveTo>
                  <a:pt x="97444" y="59743"/>
                </a:moveTo>
                <a:lnTo>
                  <a:pt x="0" y="0"/>
                </a:lnTo>
              </a:path>
            </a:pathLst>
          </a:custGeom>
          <a:noFill/>
          <a:ln w="38100">
            <a:solidFill>
              <a:srgbClr val="88FF88"/>
            </a:solidFill>
          </a:ln>
        </p:spPr>
      </p:sp>
      <p:sp>
        <p:nvSpPr>
          <p:cNvPr id="19" name="text-388">
            <a:extLst>
              <a:ext uri="{FF2B5EF4-FFF2-40B4-BE49-F238E27FC236}">
                <a16:creationId xmlns:a16="http://schemas.microsoft.com/office/drawing/2014/main" id="{62C877A1-50D4-48B3-9D65-9960DD7AC84B}"/>
              </a:ext>
            </a:extLst>
          </p:cNvPr>
          <p:cNvSpPr>
            <a:spLocks noGrp="1"/>
          </p:cNvSpPr>
          <p:nvPr/>
        </p:nvSpPr>
        <p:spPr>
          <a:xfrm>
            <a:off x="666750" y="4191000"/>
            <a:ext cx="7810500" cy="523875"/>
          </a:xfrm>
          <a:prstGeom prst="rect">
            <a:avLst/>
          </a:prstGeom>
          <a:noFill/>
          <a:ln w="0">
            <a:noFill/>
          </a:ln>
        </p:spPr>
        <p:txBody>
          <a:bodyPr wrap="square" lIns="0" tIns="0" rIns="0" bIns="0" anchor="t">
            <a:noAutofit/>
          </a:bodyPr>
          <a:lstStyle>
            <a:defPPr algn="ctr">
              <a:defRPr sz="2550" b="0">
                <a:solidFill>
                  <a:srgbClr val="F7F7F7"/>
                </a:solidFill>
                <a:latin typeface="Arial"/>
                <a:ea typeface="Arial"/>
                <a:cs typeface="Arial"/>
              </a:defRPr>
            </a:defPPr>
            <a:lvl1pPr algn="ctr">
              <a:defRPr sz="2550" b="0">
                <a:solidFill>
                  <a:srgbClr val="F7F7F7"/>
                </a:solidFill>
                <a:latin typeface="Arial"/>
                <a:ea typeface="Arial"/>
                <a:cs typeface="Arial"/>
              </a:defRPr>
            </a:lvl1pPr>
            <a:lvl2pPr algn="ctr">
              <a:defRPr sz="2550" b="0">
                <a:solidFill>
                  <a:srgbClr val="F7F7F7"/>
                </a:solidFill>
                <a:latin typeface="Arial"/>
                <a:ea typeface="Arial"/>
                <a:cs typeface="Arial"/>
              </a:defRPr>
            </a:lvl2pPr>
            <a:lvl3pPr algn="ctr">
              <a:defRPr sz="2550" b="0">
                <a:solidFill>
                  <a:srgbClr val="F7F7F7"/>
                </a:solidFill>
                <a:latin typeface="Arial"/>
                <a:ea typeface="Arial"/>
                <a:cs typeface="Arial"/>
              </a:defRPr>
            </a:lvl3pPr>
            <a:lvl4pPr algn="ctr">
              <a:defRPr sz="2550" b="0">
                <a:solidFill>
                  <a:srgbClr val="F7F7F7"/>
                </a:solidFill>
                <a:latin typeface="Arial"/>
                <a:ea typeface="Arial"/>
                <a:cs typeface="Arial"/>
              </a:defRPr>
            </a:lvl4pPr>
            <a:lvl5pPr algn="ctr">
              <a:defRPr sz="2550" b="0">
                <a:solidFill>
                  <a:srgbClr val="F7F7F7"/>
                </a:solidFill>
                <a:latin typeface="Arial"/>
                <a:ea typeface="Arial"/>
                <a:cs typeface="Arial"/>
              </a:defRPr>
            </a:lvl5pPr>
            <a:lvl6pPr algn="ctr">
              <a:defRPr sz="2550" b="0">
                <a:solidFill>
                  <a:srgbClr val="F7F7F7"/>
                </a:solidFill>
                <a:latin typeface="Arial"/>
                <a:ea typeface="Arial"/>
                <a:cs typeface="Arial"/>
              </a:defRPr>
            </a:lvl6pPr>
            <a:lvl7pPr algn="ctr">
              <a:defRPr sz="2550" b="0">
                <a:solidFill>
                  <a:srgbClr val="F7F7F7"/>
                </a:solidFill>
                <a:latin typeface="Arial"/>
                <a:ea typeface="Arial"/>
                <a:cs typeface="Arial"/>
              </a:defRPr>
            </a:lvl7pPr>
            <a:lvl8pPr algn="ctr">
              <a:defRPr sz="2550" b="0">
                <a:solidFill>
                  <a:srgbClr val="F7F7F7"/>
                </a:solidFill>
                <a:latin typeface="Arial"/>
                <a:ea typeface="Arial"/>
                <a:cs typeface="Arial"/>
              </a:defRPr>
            </a:lvl8pPr>
            <a:lvl9pPr algn="ctr">
              <a:defRPr sz="2550" b="0">
                <a:solidFill>
                  <a:srgbClr val="F7F7F7"/>
                </a:solidFill>
                <a:latin typeface="Arial"/>
                <a:ea typeface="Arial"/>
                <a:cs typeface="Arial"/>
              </a:defRPr>
            </a:lvl9pPr>
          </a:lstStyle>
          <a:p>
            <a:pPr algn="ct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הקישור לנכס נשמר בעזרת המזהה</a:t>
            </a:r>
          </a:p>
        </p:txBody>
      </p:sp>
      <p:sp>
        <p:nvSpPr>
          <p:cNvPr id="20" name="text-389">
            <a:extLst>
              <a:ext uri="{FF2B5EF4-FFF2-40B4-BE49-F238E27FC236}">
                <a16:creationId xmlns:a16="http://schemas.microsoft.com/office/drawing/2014/main" id="{FA1B9FF2-5BE6-4AF7-97FC-AFC81F45C7B1}"/>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175" b="0">
                <a:solidFill>
                  <a:srgbClr val="F7F7F7"/>
                </a:solidFill>
                <a:latin typeface="Arial"/>
                <a:ea typeface="Arial"/>
                <a:cs typeface="Arial"/>
              </a:defRPr>
            </a:defPPr>
            <a:lvl1pPr algn="r">
              <a:defRPr sz="2175" b="0">
                <a:solidFill>
                  <a:srgbClr val="F7F7F7"/>
                </a:solidFill>
                <a:latin typeface="Arial"/>
                <a:ea typeface="Arial"/>
                <a:cs typeface="Arial"/>
              </a:defRPr>
            </a:lvl1pPr>
            <a:lvl2pPr algn="r">
              <a:defRPr sz="2175" b="0">
                <a:solidFill>
                  <a:srgbClr val="F7F7F7"/>
                </a:solidFill>
                <a:latin typeface="Arial"/>
                <a:ea typeface="Arial"/>
                <a:cs typeface="Arial"/>
              </a:defRPr>
            </a:lvl2pPr>
            <a:lvl3pPr algn="r">
              <a:defRPr sz="2175" b="0">
                <a:solidFill>
                  <a:srgbClr val="F7F7F7"/>
                </a:solidFill>
                <a:latin typeface="Arial"/>
                <a:ea typeface="Arial"/>
                <a:cs typeface="Arial"/>
              </a:defRPr>
            </a:lvl3pPr>
            <a:lvl4pPr algn="r">
              <a:defRPr sz="2175" b="0">
                <a:solidFill>
                  <a:srgbClr val="F7F7F7"/>
                </a:solidFill>
                <a:latin typeface="Arial"/>
                <a:ea typeface="Arial"/>
                <a:cs typeface="Arial"/>
              </a:defRPr>
            </a:lvl4pPr>
            <a:lvl5pPr algn="r">
              <a:defRPr sz="2175" b="0">
                <a:solidFill>
                  <a:srgbClr val="F7F7F7"/>
                </a:solidFill>
                <a:latin typeface="Arial"/>
                <a:ea typeface="Arial"/>
                <a:cs typeface="Arial"/>
              </a:defRPr>
            </a:lvl5pPr>
            <a:lvl6pPr algn="r">
              <a:defRPr sz="2175" b="0">
                <a:solidFill>
                  <a:srgbClr val="F7F7F7"/>
                </a:solidFill>
                <a:latin typeface="Arial"/>
                <a:ea typeface="Arial"/>
                <a:cs typeface="Arial"/>
              </a:defRPr>
            </a:lvl6pPr>
            <a:lvl7pPr algn="r">
              <a:defRPr sz="2175" b="0">
                <a:solidFill>
                  <a:srgbClr val="F7F7F7"/>
                </a:solidFill>
                <a:latin typeface="Arial"/>
                <a:ea typeface="Arial"/>
                <a:cs typeface="Arial"/>
              </a:defRPr>
            </a:lvl7pPr>
            <a:lvl8pPr algn="r">
              <a:defRPr sz="2175" b="0">
                <a:solidFill>
                  <a:srgbClr val="F7F7F7"/>
                </a:solidFill>
                <a:latin typeface="Arial"/>
                <a:ea typeface="Arial"/>
                <a:cs typeface="Arial"/>
              </a:defRPr>
            </a:lvl8pPr>
            <a:lvl9pPr algn="r">
              <a:defRPr sz="2175" b="0">
                <a:solidFill>
                  <a:srgbClr val="F7F7F7"/>
                </a:solidFill>
                <a:latin typeface="Arial"/>
                <a:ea typeface="Arial"/>
                <a:cs typeface="Arial"/>
              </a:defRPr>
            </a:lvl9pPr>
          </a:lstStyle>
          <a:p>
            <a:pPr algn="r" rtl="1">
              <a:lnSpc>
                <a:spcPct val="108000"/>
              </a:lnSpc>
              <a:buNone/>
              <a:defRPr sz="2175" b="0">
                <a:solidFill>
                  <a:srgbClr val="F7F7F7"/>
                </a:solidFill>
                <a:latin typeface="Arial"/>
                <a:ea typeface="Arial"/>
                <a:cs typeface="Arial"/>
              </a:defRPr>
            </a:pPr>
            <a:r>
              <a:rPr lang="he-IL" sz="2175" b="0">
                <a:solidFill>
                  <a:srgbClr val="F7F7F7"/>
                </a:solidFill>
                <a:latin typeface="Arial"/>
                <a:ea typeface="Arial"/>
                <a:cs typeface="Arial"/>
              </a:rPr>
              <a:t>מעלים גם את קובצי המטא. בלעדיהם קישורים לנכסים עלולים להישבר.</a:t>
            </a:r>
          </a:p>
        </p:txBody>
      </p:sp>
    </p:spTree>
    <p:extLst>
      <p:ext uri="{BB962C8B-B14F-4D97-AF65-F5344CB8AC3E}">
        <p14:creationId xmlns:p14="http://schemas.microsoft.com/office/powerpoint/2010/main" val="1538804621"/>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2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2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2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4" name="text-390">
            <a:extLst>
              <a:ext uri="{FF2B5EF4-FFF2-40B4-BE49-F238E27FC236}">
                <a16:creationId xmlns:a16="http://schemas.microsoft.com/office/drawing/2014/main" id="{4C9D17A5-8DA9-46DF-83B3-BA9BC84211EC}"/>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קבצים גדולים</a:t>
            </a:r>
          </a:p>
        </p:txBody>
      </p:sp>
      <p:sp>
        <p:nvSpPr>
          <p:cNvPr id="2" name="text-391">
            <a:extLst>
              <a:ext uri="{FF2B5EF4-FFF2-40B4-BE49-F238E27FC236}">
                <a16:creationId xmlns:a16="http://schemas.microsoft.com/office/drawing/2014/main" id="{96B0B304-8CCA-4364-9B31-4817A3180D43}"/>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25</a:t>
            </a:r>
          </a:p>
        </p:txBody>
      </p:sp>
      <p:sp>
        <p:nvSpPr>
          <p:cNvPr id="3" name="text-392">
            <a:extLst>
              <a:ext uri="{FF2B5EF4-FFF2-40B4-BE49-F238E27FC236}">
                <a16:creationId xmlns:a16="http://schemas.microsoft.com/office/drawing/2014/main" id="{FD368982-A368-4706-87A4-05DD3E894172}"/>
              </a:ext>
            </a:extLst>
          </p:cNvPr>
          <p:cNvSpPr>
            <a:spLocks noGrp="1"/>
          </p:cNvSpPr>
          <p:nvPr/>
        </p:nvSpPr>
        <p:spPr>
          <a:xfrm>
            <a:off x="571500" y="1724025"/>
            <a:ext cx="3810000" cy="47625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העלאה ב־Git רגיל</a:t>
            </a:r>
          </a:p>
        </p:txBody>
      </p:sp>
      <p:sp>
        <p:nvSpPr>
          <p:cNvPr id="4" name="text-393">
            <a:extLst>
              <a:ext uri="{FF2B5EF4-FFF2-40B4-BE49-F238E27FC236}">
                <a16:creationId xmlns:a16="http://schemas.microsoft.com/office/drawing/2014/main" id="{9A15FB1B-D806-492A-A07C-96CEA4EB5141}"/>
              </a:ext>
            </a:extLst>
          </p:cNvPr>
          <p:cNvSpPr>
            <a:spLocks noGrp="1"/>
          </p:cNvSpPr>
          <p:nvPr/>
        </p:nvSpPr>
        <p:spPr>
          <a:xfrm>
            <a:off x="695325" y="2409825"/>
            <a:ext cx="3990975" cy="866775"/>
          </a:xfrm>
          <a:prstGeom prst="rect">
            <a:avLst/>
          </a:prstGeom>
          <a:noFill/>
          <a:ln w="0">
            <a:noFill/>
          </a:ln>
        </p:spPr>
        <p:txBody>
          <a:bodyPr wrap="none" lIns="0" tIns="0" rIns="0" bIns="0" anchor="t">
            <a:noAutofit/>
          </a:bodyPr>
          <a:lstStyle>
            <a:defPPr algn="l">
              <a:defRPr sz="4800" b="0">
                <a:solidFill>
                  <a:srgbClr val="FF7777"/>
                </a:solidFill>
                <a:latin typeface="Consolas"/>
                <a:ea typeface="Consolas"/>
                <a:cs typeface="Consolas"/>
              </a:defRPr>
            </a:defPPr>
            <a:lvl1pPr algn="l">
              <a:defRPr sz="4800" b="0">
                <a:solidFill>
                  <a:srgbClr val="FF7777"/>
                </a:solidFill>
                <a:latin typeface="Consolas"/>
                <a:ea typeface="Consolas"/>
                <a:cs typeface="Consolas"/>
              </a:defRPr>
            </a:lvl1pPr>
            <a:lvl2pPr algn="l">
              <a:defRPr sz="4800" b="0">
                <a:solidFill>
                  <a:srgbClr val="FF7777"/>
                </a:solidFill>
                <a:latin typeface="Consolas"/>
                <a:ea typeface="Consolas"/>
                <a:cs typeface="Consolas"/>
              </a:defRPr>
            </a:lvl2pPr>
            <a:lvl3pPr algn="l">
              <a:defRPr sz="4800" b="0">
                <a:solidFill>
                  <a:srgbClr val="FF7777"/>
                </a:solidFill>
                <a:latin typeface="Consolas"/>
                <a:ea typeface="Consolas"/>
                <a:cs typeface="Consolas"/>
              </a:defRPr>
            </a:lvl3pPr>
            <a:lvl4pPr algn="l">
              <a:defRPr sz="4800" b="0">
                <a:solidFill>
                  <a:srgbClr val="FF7777"/>
                </a:solidFill>
                <a:latin typeface="Consolas"/>
                <a:ea typeface="Consolas"/>
                <a:cs typeface="Consolas"/>
              </a:defRPr>
            </a:lvl4pPr>
            <a:lvl5pPr algn="l">
              <a:defRPr sz="4800" b="0">
                <a:solidFill>
                  <a:srgbClr val="FF7777"/>
                </a:solidFill>
                <a:latin typeface="Consolas"/>
                <a:ea typeface="Consolas"/>
                <a:cs typeface="Consolas"/>
              </a:defRPr>
            </a:lvl5pPr>
            <a:lvl6pPr algn="l">
              <a:defRPr sz="4800" b="0">
                <a:solidFill>
                  <a:srgbClr val="FF7777"/>
                </a:solidFill>
                <a:latin typeface="Consolas"/>
                <a:ea typeface="Consolas"/>
                <a:cs typeface="Consolas"/>
              </a:defRPr>
            </a:lvl6pPr>
            <a:lvl7pPr algn="l">
              <a:defRPr sz="4800" b="0">
                <a:solidFill>
                  <a:srgbClr val="FF7777"/>
                </a:solidFill>
                <a:latin typeface="Consolas"/>
                <a:ea typeface="Consolas"/>
                <a:cs typeface="Consolas"/>
              </a:defRPr>
            </a:lvl7pPr>
            <a:lvl8pPr algn="l">
              <a:defRPr sz="4800" b="0">
                <a:solidFill>
                  <a:srgbClr val="FF7777"/>
                </a:solidFill>
                <a:latin typeface="Consolas"/>
                <a:ea typeface="Consolas"/>
                <a:cs typeface="Consolas"/>
              </a:defRPr>
            </a:lvl8pPr>
            <a:lvl9pPr algn="l">
              <a:defRPr sz="4800" b="0">
                <a:solidFill>
                  <a:srgbClr val="FF7777"/>
                </a:solidFill>
                <a:latin typeface="Consolas"/>
                <a:ea typeface="Consolas"/>
                <a:cs typeface="Consolas"/>
              </a:defRPr>
            </a:lvl9pPr>
          </a:lstStyle>
          <a:p>
            <a:pPr algn="l" rtl="0">
              <a:lnSpc>
                <a:spcPct val="108000"/>
              </a:lnSpc>
              <a:buNone/>
              <a:defRPr sz="4800" b="0">
                <a:solidFill>
                  <a:srgbClr val="FF7777"/>
                </a:solidFill>
                <a:latin typeface="Consolas"/>
                <a:ea typeface="Consolas"/>
                <a:cs typeface="Consolas"/>
              </a:defRPr>
            </a:pPr>
            <a:r>
              <a:rPr lang="en-US" sz="4800" b="0">
                <a:solidFill>
                  <a:srgbClr val="FF7777"/>
                </a:solidFill>
                <a:latin typeface="Consolas"/>
                <a:ea typeface="Consolas"/>
                <a:cs typeface="Consolas"/>
              </a:rPr>
              <a:t>&gt; 100 MiB</a:t>
            </a:r>
          </a:p>
        </p:txBody>
      </p:sp>
      <p:sp>
        <p:nvSpPr>
          <p:cNvPr id="5" name="text-394">
            <a:extLst>
              <a:ext uri="{FF2B5EF4-FFF2-40B4-BE49-F238E27FC236}">
                <a16:creationId xmlns:a16="http://schemas.microsoft.com/office/drawing/2014/main" id="{E014C3D3-9963-4473-A8F5-A70EA2D1B70B}"/>
              </a:ext>
            </a:extLst>
          </p:cNvPr>
          <p:cNvSpPr>
            <a:spLocks noGrp="1"/>
          </p:cNvSpPr>
          <p:nvPr/>
        </p:nvSpPr>
        <p:spPr>
          <a:xfrm>
            <a:off x="619125" y="3409950"/>
            <a:ext cx="3781425" cy="495300"/>
          </a:xfrm>
          <a:prstGeom prst="rect">
            <a:avLst/>
          </a:prstGeom>
          <a:noFill/>
          <a:ln w="0">
            <a:noFill/>
          </a:ln>
        </p:spPr>
        <p:txBody>
          <a:bodyPr wrap="square" lIns="0" tIns="0" rIns="0" bIns="0" anchor="t">
            <a:noAutofit/>
          </a:bodyPr>
          <a:lstStyle>
            <a:defPPr algn="ctr">
              <a:defRPr sz="2625" b="0">
                <a:solidFill>
                  <a:srgbClr val="FF7777"/>
                </a:solidFill>
                <a:latin typeface="Arial"/>
                <a:ea typeface="Arial"/>
                <a:cs typeface="Arial"/>
              </a:defRPr>
            </a:defPPr>
            <a:lvl1pPr algn="ctr">
              <a:defRPr sz="2625" b="0">
                <a:solidFill>
                  <a:srgbClr val="FF7777"/>
                </a:solidFill>
                <a:latin typeface="Arial"/>
                <a:ea typeface="Arial"/>
                <a:cs typeface="Arial"/>
              </a:defRPr>
            </a:lvl1pPr>
            <a:lvl2pPr algn="ctr">
              <a:defRPr sz="2625" b="0">
                <a:solidFill>
                  <a:srgbClr val="FF7777"/>
                </a:solidFill>
                <a:latin typeface="Arial"/>
                <a:ea typeface="Arial"/>
                <a:cs typeface="Arial"/>
              </a:defRPr>
            </a:lvl2pPr>
            <a:lvl3pPr algn="ctr">
              <a:defRPr sz="2625" b="0">
                <a:solidFill>
                  <a:srgbClr val="FF7777"/>
                </a:solidFill>
                <a:latin typeface="Arial"/>
                <a:ea typeface="Arial"/>
                <a:cs typeface="Arial"/>
              </a:defRPr>
            </a:lvl3pPr>
            <a:lvl4pPr algn="ctr">
              <a:defRPr sz="2625" b="0">
                <a:solidFill>
                  <a:srgbClr val="FF7777"/>
                </a:solidFill>
                <a:latin typeface="Arial"/>
                <a:ea typeface="Arial"/>
                <a:cs typeface="Arial"/>
              </a:defRPr>
            </a:lvl4pPr>
            <a:lvl5pPr algn="ctr">
              <a:defRPr sz="2625" b="0">
                <a:solidFill>
                  <a:srgbClr val="FF7777"/>
                </a:solidFill>
                <a:latin typeface="Arial"/>
                <a:ea typeface="Arial"/>
                <a:cs typeface="Arial"/>
              </a:defRPr>
            </a:lvl5pPr>
            <a:lvl6pPr algn="ctr">
              <a:defRPr sz="2625" b="0">
                <a:solidFill>
                  <a:srgbClr val="FF7777"/>
                </a:solidFill>
                <a:latin typeface="Arial"/>
                <a:ea typeface="Arial"/>
                <a:cs typeface="Arial"/>
              </a:defRPr>
            </a:lvl6pPr>
            <a:lvl7pPr algn="ctr">
              <a:defRPr sz="2625" b="0">
                <a:solidFill>
                  <a:srgbClr val="FF7777"/>
                </a:solidFill>
                <a:latin typeface="Arial"/>
                <a:ea typeface="Arial"/>
                <a:cs typeface="Arial"/>
              </a:defRPr>
            </a:lvl7pPr>
            <a:lvl8pPr algn="ctr">
              <a:defRPr sz="2625" b="0">
                <a:solidFill>
                  <a:srgbClr val="FF7777"/>
                </a:solidFill>
                <a:latin typeface="Arial"/>
                <a:ea typeface="Arial"/>
                <a:cs typeface="Arial"/>
              </a:defRPr>
            </a:lvl8pPr>
            <a:lvl9pPr algn="ctr">
              <a:defRPr sz="2625" b="0">
                <a:solidFill>
                  <a:srgbClr val="FF7777"/>
                </a:solidFill>
                <a:latin typeface="Arial"/>
                <a:ea typeface="Arial"/>
                <a:cs typeface="Arial"/>
              </a:defRPr>
            </a:lvl9pPr>
          </a:lstStyle>
          <a:p>
            <a:pPr algn="ctr" rtl="1">
              <a:lnSpc>
                <a:spcPct val="108000"/>
              </a:lnSpc>
              <a:buNone/>
              <a:defRPr sz="2625" b="0">
                <a:solidFill>
                  <a:srgbClr val="FF7777"/>
                </a:solidFill>
                <a:latin typeface="Arial"/>
                <a:ea typeface="Arial"/>
                <a:cs typeface="Arial"/>
              </a:defRPr>
            </a:pPr>
            <a:r>
              <a:rPr lang="he-IL" sz="2625" b="0">
                <a:solidFill>
                  <a:srgbClr val="FF7777"/>
                </a:solidFill>
                <a:latin typeface="Arial"/>
                <a:ea typeface="Arial"/>
                <a:cs typeface="Arial"/>
              </a:rPr>
              <a:t>ההעלאה נחסמת</a:t>
            </a:r>
          </a:p>
        </p:txBody>
      </p:sp>
      <p:sp>
        <p:nvSpPr>
          <p:cNvPr id="6" name="text-395">
            <a:extLst>
              <a:ext uri="{FF2B5EF4-FFF2-40B4-BE49-F238E27FC236}">
                <a16:creationId xmlns:a16="http://schemas.microsoft.com/office/drawing/2014/main" id="{2F2BC092-D918-4293-87FA-B65AE7A5C644}"/>
              </a:ext>
            </a:extLst>
          </p:cNvPr>
          <p:cNvSpPr>
            <a:spLocks noGrp="1"/>
          </p:cNvSpPr>
          <p:nvPr/>
        </p:nvSpPr>
        <p:spPr>
          <a:xfrm>
            <a:off x="5086350" y="1724025"/>
            <a:ext cx="3505200" cy="476250"/>
          </a:xfrm>
          <a:prstGeom prst="rect">
            <a:avLst/>
          </a:prstGeom>
          <a:noFill/>
          <a:ln w="0">
            <a:noFill/>
          </a:ln>
        </p:spPr>
        <p:txBody>
          <a:bodyPr wrap="square" lIns="0" tIns="0" rIns="0" bIns="0" anchor="t">
            <a:noAutofit/>
          </a:bodyPr>
          <a:lstStyle>
            <a:defPPr algn="ctr">
              <a:defRPr sz="2250" b="0">
                <a:solidFill>
                  <a:srgbClr val="F7F7F7"/>
                </a:solidFill>
                <a:latin typeface="Arial"/>
                <a:ea typeface="Arial"/>
                <a:cs typeface="Arial"/>
              </a:defRPr>
            </a:defPPr>
            <a:lvl1pPr algn="ctr">
              <a:defRPr sz="2250" b="0">
                <a:solidFill>
                  <a:srgbClr val="F7F7F7"/>
                </a:solidFill>
                <a:latin typeface="Arial"/>
                <a:ea typeface="Arial"/>
                <a:cs typeface="Arial"/>
              </a:defRPr>
            </a:lvl1pPr>
            <a:lvl2pPr algn="ctr">
              <a:defRPr sz="2250" b="0">
                <a:solidFill>
                  <a:srgbClr val="F7F7F7"/>
                </a:solidFill>
                <a:latin typeface="Arial"/>
                <a:ea typeface="Arial"/>
                <a:cs typeface="Arial"/>
              </a:defRPr>
            </a:lvl2pPr>
            <a:lvl3pPr algn="ctr">
              <a:defRPr sz="2250" b="0">
                <a:solidFill>
                  <a:srgbClr val="F7F7F7"/>
                </a:solidFill>
                <a:latin typeface="Arial"/>
                <a:ea typeface="Arial"/>
                <a:cs typeface="Arial"/>
              </a:defRPr>
            </a:lvl3pPr>
            <a:lvl4pPr algn="ctr">
              <a:defRPr sz="2250" b="0">
                <a:solidFill>
                  <a:srgbClr val="F7F7F7"/>
                </a:solidFill>
                <a:latin typeface="Arial"/>
                <a:ea typeface="Arial"/>
                <a:cs typeface="Arial"/>
              </a:defRPr>
            </a:lvl4pPr>
            <a:lvl5pPr algn="ctr">
              <a:defRPr sz="2250" b="0">
                <a:solidFill>
                  <a:srgbClr val="F7F7F7"/>
                </a:solidFill>
                <a:latin typeface="Arial"/>
                <a:ea typeface="Arial"/>
                <a:cs typeface="Arial"/>
              </a:defRPr>
            </a:lvl5pPr>
            <a:lvl6pPr algn="ctr">
              <a:defRPr sz="2250" b="0">
                <a:solidFill>
                  <a:srgbClr val="F7F7F7"/>
                </a:solidFill>
                <a:latin typeface="Arial"/>
                <a:ea typeface="Arial"/>
                <a:cs typeface="Arial"/>
              </a:defRPr>
            </a:lvl6pPr>
            <a:lvl7pPr algn="ctr">
              <a:defRPr sz="2250" b="0">
                <a:solidFill>
                  <a:srgbClr val="F7F7F7"/>
                </a:solidFill>
                <a:latin typeface="Arial"/>
                <a:ea typeface="Arial"/>
                <a:cs typeface="Arial"/>
              </a:defRPr>
            </a:lvl7pPr>
            <a:lvl8pPr algn="ctr">
              <a:defRPr sz="2250" b="0">
                <a:solidFill>
                  <a:srgbClr val="F7F7F7"/>
                </a:solidFill>
                <a:latin typeface="Arial"/>
                <a:ea typeface="Arial"/>
                <a:cs typeface="Arial"/>
              </a:defRPr>
            </a:lvl8pPr>
            <a:lvl9pPr algn="ctr">
              <a:defRPr sz="2250" b="0">
                <a:solidFill>
                  <a:srgbClr val="F7F7F7"/>
                </a:solidFill>
                <a:latin typeface="Arial"/>
                <a:ea typeface="Arial"/>
                <a:cs typeface="Arial"/>
              </a:defRPr>
            </a:lvl9pPr>
          </a:lstStyle>
          <a:p>
            <a:pPr algn="ct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סרטונים ומודלים כבדים</a:t>
            </a:r>
          </a:p>
        </p:txBody>
      </p:sp>
      <p:sp>
        <p:nvSpPr>
          <p:cNvPr id="7" name="text-396">
            <a:extLst>
              <a:ext uri="{FF2B5EF4-FFF2-40B4-BE49-F238E27FC236}">
                <a16:creationId xmlns:a16="http://schemas.microsoft.com/office/drawing/2014/main" id="{24E31D0E-5DF5-4818-9109-915935AC1D1D}"/>
              </a:ext>
            </a:extLst>
          </p:cNvPr>
          <p:cNvSpPr>
            <a:spLocks noGrp="1"/>
          </p:cNvSpPr>
          <p:nvPr/>
        </p:nvSpPr>
        <p:spPr>
          <a:xfrm>
            <a:off x="5429250" y="2524125"/>
            <a:ext cx="3171825" cy="714375"/>
          </a:xfrm>
          <a:prstGeom prst="rect">
            <a:avLst/>
          </a:prstGeom>
          <a:noFill/>
          <a:ln w="0">
            <a:noFill/>
          </a:ln>
        </p:spPr>
        <p:txBody>
          <a:bodyPr wrap="none" lIns="0" tIns="0" rIns="0" bIns="0" anchor="t">
            <a:noAutofit/>
          </a:bodyPr>
          <a:lstStyle>
            <a:defPPr algn="l">
              <a:defRPr sz="4125" b="0">
                <a:solidFill>
                  <a:srgbClr val="88FF88"/>
                </a:solidFill>
                <a:latin typeface="Consolas"/>
                <a:ea typeface="Consolas"/>
                <a:cs typeface="Consolas"/>
              </a:defRPr>
            </a:defPPr>
            <a:lvl1pPr algn="l">
              <a:defRPr sz="4125" b="0">
                <a:solidFill>
                  <a:srgbClr val="88FF88"/>
                </a:solidFill>
                <a:latin typeface="Consolas"/>
                <a:ea typeface="Consolas"/>
                <a:cs typeface="Consolas"/>
              </a:defRPr>
            </a:lvl1pPr>
            <a:lvl2pPr algn="l">
              <a:defRPr sz="4125" b="0">
                <a:solidFill>
                  <a:srgbClr val="88FF88"/>
                </a:solidFill>
                <a:latin typeface="Consolas"/>
                <a:ea typeface="Consolas"/>
                <a:cs typeface="Consolas"/>
              </a:defRPr>
            </a:lvl2pPr>
            <a:lvl3pPr algn="l">
              <a:defRPr sz="4125" b="0">
                <a:solidFill>
                  <a:srgbClr val="88FF88"/>
                </a:solidFill>
                <a:latin typeface="Consolas"/>
                <a:ea typeface="Consolas"/>
                <a:cs typeface="Consolas"/>
              </a:defRPr>
            </a:lvl3pPr>
            <a:lvl4pPr algn="l">
              <a:defRPr sz="4125" b="0">
                <a:solidFill>
                  <a:srgbClr val="88FF88"/>
                </a:solidFill>
                <a:latin typeface="Consolas"/>
                <a:ea typeface="Consolas"/>
                <a:cs typeface="Consolas"/>
              </a:defRPr>
            </a:lvl4pPr>
            <a:lvl5pPr algn="l">
              <a:defRPr sz="4125" b="0">
                <a:solidFill>
                  <a:srgbClr val="88FF88"/>
                </a:solidFill>
                <a:latin typeface="Consolas"/>
                <a:ea typeface="Consolas"/>
                <a:cs typeface="Consolas"/>
              </a:defRPr>
            </a:lvl5pPr>
            <a:lvl6pPr algn="l">
              <a:defRPr sz="4125" b="0">
                <a:solidFill>
                  <a:srgbClr val="88FF88"/>
                </a:solidFill>
                <a:latin typeface="Consolas"/>
                <a:ea typeface="Consolas"/>
                <a:cs typeface="Consolas"/>
              </a:defRPr>
            </a:lvl6pPr>
            <a:lvl7pPr algn="l">
              <a:defRPr sz="4125" b="0">
                <a:solidFill>
                  <a:srgbClr val="88FF88"/>
                </a:solidFill>
                <a:latin typeface="Consolas"/>
                <a:ea typeface="Consolas"/>
                <a:cs typeface="Consolas"/>
              </a:defRPr>
            </a:lvl7pPr>
            <a:lvl8pPr algn="l">
              <a:defRPr sz="4125" b="0">
                <a:solidFill>
                  <a:srgbClr val="88FF88"/>
                </a:solidFill>
                <a:latin typeface="Consolas"/>
                <a:ea typeface="Consolas"/>
                <a:cs typeface="Consolas"/>
              </a:defRPr>
            </a:lvl8pPr>
            <a:lvl9pPr algn="l">
              <a:defRPr sz="4125" b="0">
                <a:solidFill>
                  <a:srgbClr val="88FF88"/>
                </a:solidFill>
                <a:latin typeface="Consolas"/>
                <a:ea typeface="Consolas"/>
                <a:cs typeface="Consolas"/>
              </a:defRPr>
            </a:lvl9pPr>
          </a:lstStyle>
          <a:p>
            <a:pPr algn="l" rtl="0">
              <a:lnSpc>
                <a:spcPct val="108000"/>
              </a:lnSpc>
              <a:buNone/>
              <a:defRPr sz="4125" b="0">
                <a:solidFill>
                  <a:srgbClr val="88FF88"/>
                </a:solidFill>
                <a:latin typeface="Consolas"/>
                <a:ea typeface="Consolas"/>
                <a:cs typeface="Consolas"/>
              </a:defRPr>
            </a:pPr>
            <a:r>
              <a:rPr lang="en-US" sz="4125" b="0">
                <a:solidFill>
                  <a:srgbClr val="88FF88"/>
                </a:solidFill>
                <a:latin typeface="Consolas"/>
                <a:ea typeface="Consolas"/>
                <a:cs typeface="Consolas"/>
              </a:rPr>
              <a:t>Git LFS</a:t>
            </a:r>
          </a:p>
        </p:txBody>
      </p:sp>
      <p:sp>
        <p:nvSpPr>
          <p:cNvPr id="8" name="text-397">
            <a:extLst>
              <a:ext uri="{FF2B5EF4-FFF2-40B4-BE49-F238E27FC236}">
                <a16:creationId xmlns:a16="http://schemas.microsoft.com/office/drawing/2014/main" id="{1D2F22C4-280A-4B72-82E0-FA168A2F213F}"/>
              </a:ext>
            </a:extLst>
          </p:cNvPr>
          <p:cNvSpPr>
            <a:spLocks noGrp="1"/>
          </p:cNvSpPr>
          <p:nvPr/>
        </p:nvSpPr>
        <p:spPr>
          <a:xfrm>
            <a:off x="5057775" y="3409950"/>
            <a:ext cx="3581400" cy="495300"/>
          </a:xfrm>
          <a:prstGeom prst="rect">
            <a:avLst/>
          </a:prstGeom>
          <a:noFill/>
          <a:ln w="0">
            <a:noFill/>
          </a:ln>
        </p:spPr>
        <p:txBody>
          <a:bodyPr wrap="square" lIns="0" tIns="0" rIns="0" bIns="0" anchor="t">
            <a:noAutofit/>
          </a:bodyPr>
          <a:lstStyle>
            <a:defPPr algn="ctr">
              <a:defRPr sz="2250" b="0">
                <a:solidFill>
                  <a:srgbClr val="F7F7F7"/>
                </a:solidFill>
                <a:latin typeface="Arial"/>
                <a:ea typeface="Arial"/>
                <a:cs typeface="Arial"/>
              </a:defRPr>
            </a:defPPr>
            <a:lvl1pPr algn="ctr">
              <a:defRPr sz="2250" b="0">
                <a:solidFill>
                  <a:srgbClr val="F7F7F7"/>
                </a:solidFill>
                <a:latin typeface="Arial"/>
                <a:ea typeface="Arial"/>
                <a:cs typeface="Arial"/>
              </a:defRPr>
            </a:lvl1pPr>
            <a:lvl2pPr algn="ctr">
              <a:defRPr sz="2250" b="0">
                <a:solidFill>
                  <a:srgbClr val="F7F7F7"/>
                </a:solidFill>
                <a:latin typeface="Arial"/>
                <a:ea typeface="Arial"/>
                <a:cs typeface="Arial"/>
              </a:defRPr>
            </a:lvl2pPr>
            <a:lvl3pPr algn="ctr">
              <a:defRPr sz="2250" b="0">
                <a:solidFill>
                  <a:srgbClr val="F7F7F7"/>
                </a:solidFill>
                <a:latin typeface="Arial"/>
                <a:ea typeface="Arial"/>
                <a:cs typeface="Arial"/>
              </a:defRPr>
            </a:lvl3pPr>
            <a:lvl4pPr algn="ctr">
              <a:defRPr sz="2250" b="0">
                <a:solidFill>
                  <a:srgbClr val="F7F7F7"/>
                </a:solidFill>
                <a:latin typeface="Arial"/>
                <a:ea typeface="Arial"/>
                <a:cs typeface="Arial"/>
              </a:defRPr>
            </a:lvl4pPr>
            <a:lvl5pPr algn="ctr">
              <a:defRPr sz="2250" b="0">
                <a:solidFill>
                  <a:srgbClr val="F7F7F7"/>
                </a:solidFill>
                <a:latin typeface="Arial"/>
                <a:ea typeface="Arial"/>
                <a:cs typeface="Arial"/>
              </a:defRPr>
            </a:lvl5pPr>
            <a:lvl6pPr algn="ctr">
              <a:defRPr sz="2250" b="0">
                <a:solidFill>
                  <a:srgbClr val="F7F7F7"/>
                </a:solidFill>
                <a:latin typeface="Arial"/>
                <a:ea typeface="Arial"/>
                <a:cs typeface="Arial"/>
              </a:defRPr>
            </a:lvl6pPr>
            <a:lvl7pPr algn="ctr">
              <a:defRPr sz="2250" b="0">
                <a:solidFill>
                  <a:srgbClr val="F7F7F7"/>
                </a:solidFill>
                <a:latin typeface="Arial"/>
                <a:ea typeface="Arial"/>
                <a:cs typeface="Arial"/>
              </a:defRPr>
            </a:lvl7pPr>
            <a:lvl8pPr algn="ctr">
              <a:defRPr sz="2250" b="0">
                <a:solidFill>
                  <a:srgbClr val="F7F7F7"/>
                </a:solidFill>
                <a:latin typeface="Arial"/>
                <a:ea typeface="Arial"/>
                <a:cs typeface="Arial"/>
              </a:defRPr>
            </a:lvl8pPr>
            <a:lvl9pPr algn="ctr">
              <a:defRPr sz="2250" b="0">
                <a:solidFill>
                  <a:srgbClr val="F7F7F7"/>
                </a:solidFill>
                <a:latin typeface="Arial"/>
                <a:ea typeface="Arial"/>
                <a:cs typeface="Arial"/>
              </a:defRPr>
            </a:lvl9pPr>
          </a:lstStyle>
          <a:p>
            <a:pPr algn="ct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בכפוף למכסת התוכנית</a:t>
            </a:r>
          </a:p>
        </p:txBody>
      </p:sp>
      <p:sp>
        <p:nvSpPr>
          <p:cNvPr id="9" name="text-398">
            <a:hlinkClick r:id="rId3"/>
            <a:extLst>
              <a:ext uri="{FF2B5EF4-FFF2-40B4-BE49-F238E27FC236}">
                <a16:creationId xmlns:a16="http://schemas.microsoft.com/office/drawing/2014/main" id="{459BBA32-B936-42D6-86EA-BA420CF219C5}"/>
              </a:ext>
            </a:extLst>
          </p:cNvPr>
          <p:cNvSpPr>
            <a:spLocks noGrp="1"/>
          </p:cNvSpPr>
          <p:nvPr/>
        </p:nvSpPr>
        <p:spPr>
          <a:xfrm>
            <a:off x="5524500" y="4257675"/>
            <a:ext cx="2857500" cy="428625"/>
          </a:xfrm>
          <a:prstGeom prst="rect">
            <a:avLst/>
          </a:prstGeom>
          <a:noFill/>
          <a:ln w="0">
            <a:noFill/>
          </a:ln>
        </p:spPr>
        <p:txBody>
          <a:bodyPr wrap="square" lIns="0" tIns="0" rIns="0" bIns="0" anchor="t">
            <a:noAutofit/>
          </a:bodyPr>
          <a:lstStyle>
            <a:defPPr algn="l">
              <a:defRPr sz="2250" b="0">
                <a:solidFill>
                  <a:srgbClr val="42AFFA"/>
                </a:solidFill>
                <a:latin typeface="Arial"/>
                <a:ea typeface="Arial"/>
                <a:cs typeface="Arial"/>
              </a:defRPr>
            </a:defPPr>
            <a:lvl1pPr algn="l">
              <a:defRPr sz="2250" b="0">
                <a:solidFill>
                  <a:srgbClr val="42AFFA"/>
                </a:solidFill>
                <a:latin typeface="Arial"/>
                <a:ea typeface="Arial"/>
                <a:cs typeface="Arial"/>
              </a:defRPr>
            </a:lvl1pPr>
            <a:lvl2pPr algn="l">
              <a:defRPr sz="2250" b="0">
                <a:solidFill>
                  <a:srgbClr val="42AFFA"/>
                </a:solidFill>
                <a:latin typeface="Arial"/>
                <a:ea typeface="Arial"/>
                <a:cs typeface="Arial"/>
              </a:defRPr>
            </a:lvl2pPr>
            <a:lvl3pPr algn="l">
              <a:defRPr sz="2250" b="0">
                <a:solidFill>
                  <a:srgbClr val="42AFFA"/>
                </a:solidFill>
                <a:latin typeface="Arial"/>
                <a:ea typeface="Arial"/>
                <a:cs typeface="Arial"/>
              </a:defRPr>
            </a:lvl3pPr>
            <a:lvl4pPr algn="l">
              <a:defRPr sz="2250" b="0">
                <a:solidFill>
                  <a:srgbClr val="42AFFA"/>
                </a:solidFill>
                <a:latin typeface="Arial"/>
                <a:ea typeface="Arial"/>
                <a:cs typeface="Arial"/>
              </a:defRPr>
            </a:lvl4pPr>
            <a:lvl5pPr algn="l">
              <a:defRPr sz="2250" b="0">
                <a:solidFill>
                  <a:srgbClr val="42AFFA"/>
                </a:solidFill>
                <a:latin typeface="Arial"/>
                <a:ea typeface="Arial"/>
                <a:cs typeface="Arial"/>
              </a:defRPr>
            </a:lvl5pPr>
            <a:lvl6pPr algn="l">
              <a:defRPr sz="2250" b="0">
                <a:solidFill>
                  <a:srgbClr val="42AFFA"/>
                </a:solidFill>
                <a:latin typeface="Arial"/>
                <a:ea typeface="Arial"/>
                <a:cs typeface="Arial"/>
              </a:defRPr>
            </a:lvl6pPr>
            <a:lvl7pPr algn="l">
              <a:defRPr sz="2250" b="0">
                <a:solidFill>
                  <a:srgbClr val="42AFFA"/>
                </a:solidFill>
                <a:latin typeface="Arial"/>
                <a:ea typeface="Arial"/>
                <a:cs typeface="Arial"/>
              </a:defRPr>
            </a:lvl7pPr>
            <a:lvl8pPr algn="l">
              <a:defRPr sz="2250" b="0">
                <a:solidFill>
                  <a:srgbClr val="42AFFA"/>
                </a:solidFill>
                <a:latin typeface="Arial"/>
                <a:ea typeface="Arial"/>
                <a:cs typeface="Arial"/>
              </a:defRPr>
            </a:lvl8pPr>
            <a:lvl9pPr algn="l">
              <a:defRPr sz="2250" b="0">
                <a:solidFill>
                  <a:srgbClr val="42AFFA"/>
                </a:solidFill>
                <a:latin typeface="Arial"/>
                <a:ea typeface="Arial"/>
                <a:cs typeface="Arial"/>
              </a:defRPr>
            </a:lvl9pPr>
          </a:lstStyle>
          <a:p>
            <a:pPr algn="l" rtl="0">
              <a:lnSpc>
                <a:spcPct val="108000"/>
              </a:lnSpc>
              <a:buNone/>
              <a:defRPr sz="2250" b="0">
                <a:solidFill>
                  <a:srgbClr val="42AFFA"/>
                </a:solidFill>
                <a:latin typeface="Arial"/>
                <a:ea typeface="Arial"/>
                <a:cs typeface="Arial"/>
              </a:defRPr>
            </a:pPr>
            <a:r>
              <a:rPr lang="en-US" sz="2250" b="0">
                <a:solidFill>
                  <a:srgbClr val="42AFFA"/>
                </a:solidFill>
                <a:latin typeface="Arial"/>
                <a:ea typeface="Arial"/>
                <a:cs typeface="Arial"/>
              </a:rPr>
              <a:t>git-lfs.com</a:t>
            </a:r>
          </a:p>
        </p:txBody>
      </p:sp>
      <p:sp>
        <p:nvSpPr>
          <p:cNvPr id="10" name="line-399">
            <a:extLst>
              <a:ext uri="{FF2B5EF4-FFF2-40B4-BE49-F238E27FC236}">
                <a16:creationId xmlns:a16="http://schemas.microsoft.com/office/drawing/2014/main" id="{4311DD44-79F8-4856-A457-C6A805F68EBB}"/>
              </a:ext>
            </a:extLst>
          </p:cNvPr>
          <p:cNvSpPr>
            <a:spLocks noGrp="1"/>
          </p:cNvSpPr>
          <p:nvPr/>
        </p:nvSpPr>
        <p:spPr>
          <a:xfrm>
            <a:off x="4457700" y="2819400"/>
            <a:ext cx="657225" cy="9525"/>
          </a:xfrm>
          <a:custGeom>
            <a:avLst/>
            <a:gdLst/>
            <a:ahLst/>
            <a:cxnLst/>
            <a:rect l="0" t="0" r="0" b="0"/>
            <a:pathLst>
              <a:path w="657225" h="9525">
                <a:moveTo>
                  <a:pt x="0" y="0"/>
                </a:moveTo>
                <a:lnTo>
                  <a:pt x="657225" y="0"/>
                </a:lnTo>
              </a:path>
            </a:pathLst>
          </a:custGeom>
          <a:noFill/>
          <a:ln w="38100">
            <a:solidFill>
              <a:srgbClr val="88FF88"/>
            </a:solidFill>
          </a:ln>
        </p:spPr>
      </p:sp>
      <p:sp>
        <p:nvSpPr>
          <p:cNvPr id="11" name="line-400">
            <a:extLst>
              <a:ext uri="{FF2B5EF4-FFF2-40B4-BE49-F238E27FC236}">
                <a16:creationId xmlns:a16="http://schemas.microsoft.com/office/drawing/2014/main" id="{705F72BB-B8F1-4C60-83C2-42C9D45AE387}"/>
              </a:ext>
            </a:extLst>
          </p:cNvPr>
          <p:cNvSpPr>
            <a:spLocks noGrp="1"/>
          </p:cNvSpPr>
          <p:nvPr/>
        </p:nvSpPr>
        <p:spPr>
          <a:xfrm>
            <a:off x="5017481" y="2819400"/>
            <a:ext cx="97444" cy="59743"/>
          </a:xfrm>
          <a:custGeom>
            <a:avLst/>
            <a:gdLst/>
            <a:ahLst/>
            <a:cxnLst/>
            <a:rect l="0" t="0" r="0" b="0"/>
            <a:pathLst>
              <a:path w="97444" h="59743">
                <a:moveTo>
                  <a:pt x="97444" y="0"/>
                </a:moveTo>
                <a:lnTo>
                  <a:pt x="0" y="59743"/>
                </a:lnTo>
              </a:path>
            </a:pathLst>
          </a:custGeom>
          <a:noFill/>
          <a:ln w="38100">
            <a:solidFill>
              <a:srgbClr val="88FF88"/>
            </a:solidFill>
          </a:ln>
        </p:spPr>
      </p:sp>
      <p:sp>
        <p:nvSpPr>
          <p:cNvPr id="12" name="line-401">
            <a:extLst>
              <a:ext uri="{FF2B5EF4-FFF2-40B4-BE49-F238E27FC236}">
                <a16:creationId xmlns:a16="http://schemas.microsoft.com/office/drawing/2014/main" id="{E322781F-5923-4949-B085-382426B6F8EF}"/>
              </a:ext>
            </a:extLst>
          </p:cNvPr>
          <p:cNvSpPr>
            <a:spLocks noGrp="1"/>
          </p:cNvSpPr>
          <p:nvPr/>
        </p:nvSpPr>
        <p:spPr>
          <a:xfrm>
            <a:off x="5017481" y="2759657"/>
            <a:ext cx="97444" cy="59743"/>
          </a:xfrm>
          <a:custGeom>
            <a:avLst/>
            <a:gdLst/>
            <a:ahLst/>
            <a:cxnLst/>
            <a:rect l="0" t="0" r="0" b="0"/>
            <a:pathLst>
              <a:path w="97444" h="59743">
                <a:moveTo>
                  <a:pt x="97444" y="59743"/>
                </a:moveTo>
                <a:lnTo>
                  <a:pt x="0" y="0"/>
                </a:lnTo>
              </a:path>
            </a:pathLst>
          </a:custGeom>
          <a:noFill/>
          <a:ln w="38100">
            <a:solidFill>
              <a:srgbClr val="88FF88"/>
            </a:solidFill>
          </a:ln>
        </p:spPr>
      </p:sp>
      <p:sp>
        <p:nvSpPr>
          <p:cNvPr id="13" name="text-402">
            <a:extLst>
              <a:ext uri="{FF2B5EF4-FFF2-40B4-BE49-F238E27FC236}">
                <a16:creationId xmlns:a16="http://schemas.microsoft.com/office/drawing/2014/main" id="{8A01F63A-A6B0-4DA0-9D47-DBE1D2108F18}"/>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025" b="0">
                <a:solidFill>
                  <a:srgbClr val="F7F7F7"/>
                </a:solidFill>
                <a:latin typeface="Arial"/>
                <a:ea typeface="Arial"/>
                <a:cs typeface="Arial"/>
              </a:defRPr>
            </a:defPPr>
            <a:lvl1pPr algn="r">
              <a:defRPr sz="2025" b="0">
                <a:solidFill>
                  <a:srgbClr val="F7F7F7"/>
                </a:solidFill>
                <a:latin typeface="Arial"/>
                <a:ea typeface="Arial"/>
                <a:cs typeface="Arial"/>
              </a:defRPr>
            </a:lvl1pPr>
            <a:lvl2pPr algn="r">
              <a:defRPr sz="2025" b="0">
                <a:solidFill>
                  <a:srgbClr val="F7F7F7"/>
                </a:solidFill>
                <a:latin typeface="Arial"/>
                <a:ea typeface="Arial"/>
                <a:cs typeface="Arial"/>
              </a:defRPr>
            </a:lvl2pPr>
            <a:lvl3pPr algn="r">
              <a:defRPr sz="2025" b="0">
                <a:solidFill>
                  <a:srgbClr val="F7F7F7"/>
                </a:solidFill>
                <a:latin typeface="Arial"/>
                <a:ea typeface="Arial"/>
                <a:cs typeface="Arial"/>
              </a:defRPr>
            </a:lvl3pPr>
            <a:lvl4pPr algn="r">
              <a:defRPr sz="2025" b="0">
                <a:solidFill>
                  <a:srgbClr val="F7F7F7"/>
                </a:solidFill>
                <a:latin typeface="Arial"/>
                <a:ea typeface="Arial"/>
                <a:cs typeface="Arial"/>
              </a:defRPr>
            </a:lvl4pPr>
            <a:lvl5pPr algn="r">
              <a:defRPr sz="2025" b="0">
                <a:solidFill>
                  <a:srgbClr val="F7F7F7"/>
                </a:solidFill>
                <a:latin typeface="Arial"/>
                <a:ea typeface="Arial"/>
                <a:cs typeface="Arial"/>
              </a:defRPr>
            </a:lvl5pPr>
            <a:lvl6pPr algn="r">
              <a:defRPr sz="2025" b="0">
                <a:solidFill>
                  <a:srgbClr val="F7F7F7"/>
                </a:solidFill>
                <a:latin typeface="Arial"/>
                <a:ea typeface="Arial"/>
                <a:cs typeface="Arial"/>
              </a:defRPr>
            </a:lvl6pPr>
            <a:lvl7pPr algn="r">
              <a:defRPr sz="2025" b="0">
                <a:solidFill>
                  <a:srgbClr val="F7F7F7"/>
                </a:solidFill>
                <a:latin typeface="Arial"/>
                <a:ea typeface="Arial"/>
                <a:cs typeface="Arial"/>
              </a:defRPr>
            </a:lvl7pPr>
            <a:lvl8pPr algn="r">
              <a:defRPr sz="2025" b="0">
                <a:solidFill>
                  <a:srgbClr val="F7F7F7"/>
                </a:solidFill>
                <a:latin typeface="Arial"/>
                <a:ea typeface="Arial"/>
                <a:cs typeface="Arial"/>
              </a:defRPr>
            </a:lvl8pPr>
            <a:lvl9pPr algn="r">
              <a:defRPr sz="2025" b="0">
                <a:solidFill>
                  <a:srgbClr val="F7F7F7"/>
                </a:solidFill>
                <a:latin typeface="Arial"/>
                <a:ea typeface="Arial"/>
                <a:cs typeface="Arial"/>
              </a:defRPr>
            </a:lvl9pPr>
          </a:lstStyle>
          <a:p>
            <a:pPr algn="r" rtl="1">
              <a:lnSpc>
                <a:spcPct val="108000"/>
              </a:lnSpc>
              <a:buNone/>
              <a:defRPr sz="2025" b="0">
                <a:solidFill>
                  <a:srgbClr val="F7F7F7"/>
                </a:solidFill>
                <a:latin typeface="Arial"/>
                <a:ea typeface="Arial"/>
                <a:cs typeface="Arial"/>
              </a:defRPr>
            </a:pPr>
            <a:r>
              <a:rPr lang="he-IL" sz="2025" b="0">
                <a:solidFill>
                  <a:srgbClr val="F7F7F7"/>
                </a:solidFill>
                <a:latin typeface="Arial"/>
                <a:ea typeface="Arial"/>
                <a:cs typeface="Arial"/>
              </a:rPr>
              <a:t>GitHub Pages אינו מארח ישירות קובצי LFS.</a:t>
            </a:r>
          </a:p>
        </p:txBody>
      </p:sp>
    </p:spTree>
    <p:extLst>
      <p:ext uri="{BB962C8B-B14F-4D97-AF65-F5344CB8AC3E}">
        <p14:creationId xmlns:p14="http://schemas.microsoft.com/office/powerpoint/2010/main" val="1324083200"/>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7" name="text-403">
            <a:extLst>
              <a:ext uri="{FF2B5EF4-FFF2-40B4-BE49-F238E27FC236}">
                <a16:creationId xmlns:a16="http://schemas.microsoft.com/office/drawing/2014/main" id="{85A1AEBB-56E6-40A7-91CC-77EB9C170043}"/>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התנגשות באותה שורה</a:t>
            </a:r>
          </a:p>
        </p:txBody>
      </p:sp>
      <p:sp>
        <p:nvSpPr>
          <p:cNvPr id="2" name="text-404">
            <a:extLst>
              <a:ext uri="{FF2B5EF4-FFF2-40B4-BE49-F238E27FC236}">
                <a16:creationId xmlns:a16="http://schemas.microsoft.com/office/drawing/2014/main" id="{38D038C0-43DF-4127-9282-1742F38CF157}"/>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26</a:t>
            </a:r>
          </a:p>
        </p:txBody>
      </p:sp>
      <p:sp>
        <p:nvSpPr>
          <p:cNvPr id="3" name="text-405">
            <a:extLst>
              <a:ext uri="{FF2B5EF4-FFF2-40B4-BE49-F238E27FC236}">
                <a16:creationId xmlns:a16="http://schemas.microsoft.com/office/drawing/2014/main" id="{FE0C4BF7-B830-45AF-9BEB-6E04334F1927}"/>
              </a:ext>
            </a:extLst>
          </p:cNvPr>
          <p:cNvSpPr>
            <a:spLocks noGrp="1"/>
          </p:cNvSpPr>
          <p:nvPr/>
        </p:nvSpPr>
        <p:spPr>
          <a:xfrm>
            <a:off x="590550" y="1466850"/>
            <a:ext cx="7981950" cy="495300"/>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שני אנשים שינו את אותו מקום באותו קובץ.</a:t>
            </a:r>
          </a:p>
        </p:txBody>
      </p:sp>
      <p:sp>
        <p:nvSpPr>
          <p:cNvPr id="4" name="shape-406">
            <a:extLst>
              <a:ext uri="{FF2B5EF4-FFF2-40B4-BE49-F238E27FC236}">
                <a16:creationId xmlns:a16="http://schemas.microsoft.com/office/drawing/2014/main" id="{3B08F6ED-18E5-4A81-B842-3CC9FACCFBEA}"/>
              </a:ext>
            </a:extLst>
          </p:cNvPr>
          <p:cNvSpPr>
            <a:spLocks noGrp="1"/>
          </p:cNvSpPr>
          <p:nvPr/>
        </p:nvSpPr>
        <p:spPr>
          <a:xfrm>
            <a:off x="952500" y="2200275"/>
            <a:ext cx="7239000" cy="2743200"/>
          </a:xfrm>
          <a:prstGeom prst="rect">
            <a:avLst/>
          </a:prstGeom>
          <a:solidFill>
            <a:srgbClr val="25282B"/>
          </a:solidFill>
          <a:ln w="0">
            <a:noFill/>
          </a:ln>
        </p:spPr>
      </p:sp>
      <p:sp>
        <p:nvSpPr>
          <p:cNvPr id="5" name="text-407">
            <a:extLst>
              <a:ext uri="{FF2B5EF4-FFF2-40B4-BE49-F238E27FC236}">
                <a16:creationId xmlns:a16="http://schemas.microsoft.com/office/drawing/2014/main" id="{7ED97EB4-6A0F-473A-A6A0-3D4EE9C83CFA}"/>
              </a:ext>
            </a:extLst>
          </p:cNvPr>
          <p:cNvSpPr>
            <a:spLocks noGrp="1"/>
          </p:cNvSpPr>
          <p:nvPr/>
        </p:nvSpPr>
        <p:spPr>
          <a:xfrm>
            <a:off x="1314450" y="2390775"/>
            <a:ext cx="6610350" cy="2438400"/>
          </a:xfrm>
          <a:prstGeom prst="rect">
            <a:avLst/>
          </a:prstGeom>
          <a:noFill/>
          <a:ln w="0">
            <a:noFill/>
          </a:ln>
        </p:spPr>
        <p:txBody>
          <a:bodyPr wrap="none" lIns="0" tIns="0" rIns="0" bIns="0" anchor="t">
            <a:noAutofit/>
          </a:bodyPr>
          <a:lstStyle>
            <a:defPPr algn="l">
              <a:defRPr sz="2700" b="0">
                <a:solidFill>
                  <a:srgbClr val="F7F7F7"/>
                </a:solidFill>
                <a:latin typeface="Consolas"/>
                <a:ea typeface="Consolas"/>
                <a:cs typeface="Consolas"/>
              </a:defRPr>
            </a:defPPr>
            <a:lvl1pPr algn="l">
              <a:defRPr sz="2700" b="0">
                <a:solidFill>
                  <a:srgbClr val="F7F7F7"/>
                </a:solidFill>
                <a:latin typeface="Consolas"/>
                <a:ea typeface="Consolas"/>
                <a:cs typeface="Consolas"/>
              </a:defRPr>
            </a:lvl1pPr>
            <a:lvl2pPr algn="l">
              <a:defRPr sz="2700" b="0">
                <a:solidFill>
                  <a:srgbClr val="F7F7F7"/>
                </a:solidFill>
                <a:latin typeface="Consolas"/>
                <a:ea typeface="Consolas"/>
                <a:cs typeface="Consolas"/>
              </a:defRPr>
            </a:lvl2pPr>
            <a:lvl3pPr algn="l">
              <a:defRPr sz="2700" b="0">
                <a:solidFill>
                  <a:srgbClr val="F7F7F7"/>
                </a:solidFill>
                <a:latin typeface="Consolas"/>
                <a:ea typeface="Consolas"/>
                <a:cs typeface="Consolas"/>
              </a:defRPr>
            </a:lvl3pPr>
            <a:lvl4pPr algn="l">
              <a:defRPr sz="2700" b="0">
                <a:solidFill>
                  <a:srgbClr val="F7F7F7"/>
                </a:solidFill>
                <a:latin typeface="Consolas"/>
                <a:ea typeface="Consolas"/>
                <a:cs typeface="Consolas"/>
              </a:defRPr>
            </a:lvl4pPr>
            <a:lvl5pPr algn="l">
              <a:defRPr sz="2700" b="0">
                <a:solidFill>
                  <a:srgbClr val="F7F7F7"/>
                </a:solidFill>
                <a:latin typeface="Consolas"/>
                <a:ea typeface="Consolas"/>
                <a:cs typeface="Consolas"/>
              </a:defRPr>
            </a:lvl5pPr>
            <a:lvl6pPr algn="l">
              <a:defRPr sz="2700" b="0">
                <a:solidFill>
                  <a:srgbClr val="F7F7F7"/>
                </a:solidFill>
                <a:latin typeface="Consolas"/>
                <a:ea typeface="Consolas"/>
                <a:cs typeface="Consolas"/>
              </a:defRPr>
            </a:lvl6pPr>
            <a:lvl7pPr algn="l">
              <a:defRPr sz="2700" b="0">
                <a:solidFill>
                  <a:srgbClr val="F7F7F7"/>
                </a:solidFill>
                <a:latin typeface="Consolas"/>
                <a:ea typeface="Consolas"/>
                <a:cs typeface="Consolas"/>
              </a:defRPr>
            </a:lvl7pPr>
            <a:lvl8pPr algn="l">
              <a:defRPr sz="2700" b="0">
                <a:solidFill>
                  <a:srgbClr val="F7F7F7"/>
                </a:solidFill>
                <a:latin typeface="Consolas"/>
                <a:ea typeface="Consolas"/>
                <a:cs typeface="Consolas"/>
              </a:defRPr>
            </a:lvl8pPr>
            <a:lvl9pPr algn="l">
              <a:defRPr sz="2700" b="0">
                <a:solidFill>
                  <a:srgbClr val="F7F7F7"/>
                </a:solidFill>
                <a:latin typeface="Consolas"/>
                <a:ea typeface="Consolas"/>
                <a:cs typeface="Consolas"/>
              </a:defRPr>
            </a:lvl9pPr>
          </a:lstStyle>
          <a:p>
            <a:pPr algn="l" rtl="0">
              <a:lnSpc>
                <a:spcPct val="108000"/>
              </a:lnSpc>
              <a:buNone/>
              <a:defRPr sz="2700" b="0">
                <a:solidFill>
                  <a:srgbClr val="F7F7F7"/>
                </a:solidFill>
                <a:latin typeface="Consolas"/>
                <a:ea typeface="Consolas"/>
                <a:cs typeface="Consolas"/>
              </a:defRPr>
            </a:pPr>
            <a:r>
              <a:rPr lang="en-US" sz="2700" b="0">
                <a:solidFill>
                  <a:srgbClr val="F7F7F7"/>
                </a:solidFill>
                <a:latin typeface="Consolas"/>
                <a:ea typeface="Consolas"/>
                <a:cs typeface="Consolas"/>
              </a:rPr>
              <a:t>&lt;&lt;&lt;&lt;&lt;&lt;&lt; HEAD</a:t>
            </a:r>
          </a:p>
          <a:p>
            <a:pPr algn="l" rtl="0">
              <a:lnSpc>
                <a:spcPct val="108000"/>
              </a:lnSpc>
              <a:buNone/>
              <a:defRPr sz="2700" b="0">
                <a:solidFill>
                  <a:srgbClr val="F7F7F7"/>
                </a:solidFill>
                <a:latin typeface="Consolas"/>
                <a:ea typeface="Consolas"/>
                <a:cs typeface="Consolas"/>
              </a:defRPr>
            </a:pPr>
            <a:r>
              <a:rPr lang="en-US" sz="2700" b="0">
                <a:solidFill>
                  <a:srgbClr val="F7F7F7"/>
                </a:solidFill>
                <a:latin typeface="Consolas"/>
                <a:ea typeface="Consolas"/>
                <a:cs typeface="Consolas"/>
              </a:rPr>
              <a:t>    speed = 8f;</a:t>
            </a:r>
          </a:p>
          <a:p>
            <a:pPr algn="l" rtl="0">
              <a:lnSpc>
                <a:spcPct val="108000"/>
              </a:lnSpc>
              <a:buNone/>
              <a:defRPr sz="2700" b="0">
                <a:solidFill>
                  <a:srgbClr val="F7F7F7"/>
                </a:solidFill>
                <a:latin typeface="Consolas"/>
                <a:ea typeface="Consolas"/>
                <a:cs typeface="Consolas"/>
              </a:defRPr>
            </a:pPr>
            <a:r>
              <a:rPr lang="en-US" sz="2700" b="0">
                <a:solidFill>
                  <a:srgbClr val="F7F7F7"/>
                </a:solidFill>
                <a:latin typeface="Consolas"/>
                <a:ea typeface="Consolas"/>
                <a:cs typeface="Consolas"/>
              </a:rPr>
              <a:t>=======</a:t>
            </a:r>
          </a:p>
          <a:p>
            <a:pPr algn="l" rtl="0">
              <a:lnSpc>
                <a:spcPct val="108000"/>
              </a:lnSpc>
              <a:buNone/>
              <a:defRPr sz="2700" b="0">
                <a:solidFill>
                  <a:srgbClr val="F7F7F7"/>
                </a:solidFill>
                <a:latin typeface="Consolas"/>
                <a:ea typeface="Consolas"/>
                <a:cs typeface="Consolas"/>
              </a:defRPr>
            </a:pPr>
            <a:r>
              <a:rPr lang="en-US" sz="2700" b="0">
                <a:solidFill>
                  <a:srgbClr val="F7F7F7"/>
                </a:solidFill>
                <a:latin typeface="Consolas"/>
                <a:ea typeface="Consolas"/>
                <a:cs typeface="Consolas"/>
              </a:rPr>
              <a:t>    speed = 5f;</a:t>
            </a:r>
          </a:p>
          <a:p>
            <a:pPr algn="l" rtl="0">
              <a:lnSpc>
                <a:spcPct val="108000"/>
              </a:lnSpc>
              <a:buNone/>
              <a:defRPr sz="2700" b="0">
                <a:solidFill>
                  <a:srgbClr val="F7F7F7"/>
                </a:solidFill>
                <a:latin typeface="Consolas"/>
                <a:ea typeface="Consolas"/>
                <a:cs typeface="Consolas"/>
              </a:defRPr>
            </a:pPr>
            <a:r>
              <a:rPr lang="en-US" sz="2700" b="0">
                <a:solidFill>
                  <a:srgbClr val="F7F7F7"/>
                </a:solidFill>
                <a:latin typeface="Consolas"/>
                <a:ea typeface="Consolas"/>
                <a:cs typeface="Consolas"/>
              </a:rPr>
              <a:t>&gt;&gt;&gt;&gt;&gt;&gt;&gt; enemy-ai</a:t>
            </a:r>
          </a:p>
        </p:txBody>
      </p:sp>
      <p:sp>
        <p:nvSpPr>
          <p:cNvPr id="6" name="text-408">
            <a:extLst>
              <a:ext uri="{FF2B5EF4-FFF2-40B4-BE49-F238E27FC236}">
                <a16:creationId xmlns:a16="http://schemas.microsoft.com/office/drawing/2014/main" id="{DBCA4A25-0A08-4086-92E1-476608ACCE1C}"/>
              </a:ext>
            </a:extLst>
          </p:cNvPr>
          <p:cNvSpPr>
            <a:spLocks noGrp="1"/>
          </p:cNvSpPr>
          <p:nvPr/>
        </p:nvSpPr>
        <p:spPr>
          <a:xfrm>
            <a:off x="514350" y="5524500"/>
            <a:ext cx="8115300" cy="647700"/>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גיט לא יודע איזו תוצאה לבחור.</a:t>
            </a:r>
          </a:p>
        </p:txBody>
      </p:sp>
    </p:spTree>
    <p:extLst>
      <p:ext uri="{BB962C8B-B14F-4D97-AF65-F5344CB8AC3E}">
        <p14:creationId xmlns:p14="http://schemas.microsoft.com/office/powerpoint/2010/main" val="184950859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4" name="text-409">
            <a:extLst>
              <a:ext uri="{FF2B5EF4-FFF2-40B4-BE49-F238E27FC236}">
                <a16:creationId xmlns:a16="http://schemas.microsoft.com/office/drawing/2014/main" id="{4836B409-3E14-469B-BCF4-AC3894D684B7}"/>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פתרון ההתנגשות בקוד</a:t>
            </a:r>
          </a:p>
        </p:txBody>
      </p:sp>
      <p:sp>
        <p:nvSpPr>
          <p:cNvPr id="2" name="text-410">
            <a:extLst>
              <a:ext uri="{FF2B5EF4-FFF2-40B4-BE49-F238E27FC236}">
                <a16:creationId xmlns:a16="http://schemas.microsoft.com/office/drawing/2014/main" id="{AF3739B0-BA74-4C68-8E7E-4CFD83D63F08}"/>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27</a:t>
            </a:r>
          </a:p>
        </p:txBody>
      </p:sp>
      <p:sp>
        <p:nvSpPr>
          <p:cNvPr id="3" name="text-411">
            <a:extLst>
              <a:ext uri="{FF2B5EF4-FFF2-40B4-BE49-F238E27FC236}">
                <a16:creationId xmlns:a16="http://schemas.microsoft.com/office/drawing/2014/main" id="{356F88D2-F3B8-402D-B6D9-6B3E21A2AE18}"/>
              </a:ext>
            </a:extLst>
          </p:cNvPr>
          <p:cNvSpPr>
            <a:spLocks noGrp="1"/>
          </p:cNvSpPr>
          <p:nvPr/>
        </p:nvSpPr>
        <p:spPr>
          <a:xfrm>
            <a:off x="647700" y="1504950"/>
            <a:ext cx="3886200" cy="495300"/>
          </a:xfrm>
          <a:prstGeom prst="rect">
            <a:avLst/>
          </a:prstGeom>
          <a:noFill/>
          <a:ln w="0">
            <a:noFill/>
          </a:ln>
        </p:spPr>
        <p:txBody>
          <a:bodyPr wrap="square" lIns="0" tIns="0" rIns="0" bIns="0" anchor="t">
            <a:noAutofit/>
          </a:bodyPr>
          <a:lstStyle>
            <a:defPPr algn="ctr">
              <a:defRPr sz="2550" b="0">
                <a:solidFill>
                  <a:srgbClr val="B7BBC2"/>
                </a:solidFill>
                <a:latin typeface="Arial"/>
                <a:ea typeface="Arial"/>
                <a:cs typeface="Arial"/>
              </a:defRPr>
            </a:defPPr>
            <a:lvl1pPr algn="ctr">
              <a:defRPr sz="2550" b="0">
                <a:solidFill>
                  <a:srgbClr val="B7BBC2"/>
                </a:solidFill>
                <a:latin typeface="Arial"/>
                <a:ea typeface="Arial"/>
                <a:cs typeface="Arial"/>
              </a:defRPr>
            </a:lvl1pPr>
            <a:lvl2pPr algn="ctr">
              <a:defRPr sz="2550" b="0">
                <a:solidFill>
                  <a:srgbClr val="B7BBC2"/>
                </a:solidFill>
                <a:latin typeface="Arial"/>
                <a:ea typeface="Arial"/>
                <a:cs typeface="Arial"/>
              </a:defRPr>
            </a:lvl2pPr>
            <a:lvl3pPr algn="ctr">
              <a:defRPr sz="2550" b="0">
                <a:solidFill>
                  <a:srgbClr val="B7BBC2"/>
                </a:solidFill>
                <a:latin typeface="Arial"/>
                <a:ea typeface="Arial"/>
                <a:cs typeface="Arial"/>
              </a:defRPr>
            </a:lvl3pPr>
            <a:lvl4pPr algn="ctr">
              <a:defRPr sz="2550" b="0">
                <a:solidFill>
                  <a:srgbClr val="B7BBC2"/>
                </a:solidFill>
                <a:latin typeface="Arial"/>
                <a:ea typeface="Arial"/>
                <a:cs typeface="Arial"/>
              </a:defRPr>
            </a:lvl4pPr>
            <a:lvl5pPr algn="ctr">
              <a:defRPr sz="2550" b="0">
                <a:solidFill>
                  <a:srgbClr val="B7BBC2"/>
                </a:solidFill>
                <a:latin typeface="Arial"/>
                <a:ea typeface="Arial"/>
                <a:cs typeface="Arial"/>
              </a:defRPr>
            </a:lvl5pPr>
            <a:lvl6pPr algn="ctr">
              <a:defRPr sz="2550" b="0">
                <a:solidFill>
                  <a:srgbClr val="B7BBC2"/>
                </a:solidFill>
                <a:latin typeface="Arial"/>
                <a:ea typeface="Arial"/>
                <a:cs typeface="Arial"/>
              </a:defRPr>
            </a:lvl6pPr>
            <a:lvl7pPr algn="ctr">
              <a:defRPr sz="2550" b="0">
                <a:solidFill>
                  <a:srgbClr val="B7BBC2"/>
                </a:solidFill>
                <a:latin typeface="Arial"/>
                <a:ea typeface="Arial"/>
                <a:cs typeface="Arial"/>
              </a:defRPr>
            </a:lvl7pPr>
            <a:lvl8pPr algn="ctr">
              <a:defRPr sz="2550" b="0">
                <a:solidFill>
                  <a:srgbClr val="B7BBC2"/>
                </a:solidFill>
                <a:latin typeface="Arial"/>
                <a:ea typeface="Arial"/>
                <a:cs typeface="Arial"/>
              </a:defRPr>
            </a:lvl8pPr>
            <a:lvl9pPr algn="ctr">
              <a:defRPr sz="2550" b="0">
                <a:solidFill>
                  <a:srgbClr val="B7BBC2"/>
                </a:solidFill>
                <a:latin typeface="Arial"/>
                <a:ea typeface="Arial"/>
                <a:cs typeface="Arial"/>
              </a:defRPr>
            </a:lvl9pPr>
          </a:lstStyle>
          <a:p>
            <a:pPr algn="ctr" rtl="1">
              <a:lnSpc>
                <a:spcPct val="108000"/>
              </a:lnSpc>
              <a:buNone/>
              <a:defRPr sz="2550" b="0">
                <a:solidFill>
                  <a:srgbClr val="B7BBC2"/>
                </a:solidFill>
                <a:latin typeface="Arial"/>
                <a:ea typeface="Arial"/>
                <a:cs typeface="Arial"/>
              </a:defRPr>
            </a:pPr>
            <a:r>
              <a:rPr lang="he-IL" sz="2550" b="0">
                <a:solidFill>
                  <a:srgbClr val="B7BBC2"/>
                </a:solidFill>
                <a:latin typeface="Arial"/>
                <a:ea typeface="Arial"/>
                <a:cs typeface="Arial"/>
              </a:rPr>
              <a:t>לפני</a:t>
            </a:r>
          </a:p>
        </p:txBody>
      </p:sp>
      <p:sp>
        <p:nvSpPr>
          <p:cNvPr id="4" name="shape-412">
            <a:extLst>
              <a:ext uri="{FF2B5EF4-FFF2-40B4-BE49-F238E27FC236}">
                <a16:creationId xmlns:a16="http://schemas.microsoft.com/office/drawing/2014/main" id="{0701A110-D6F7-49D9-82EF-3DA643AFC5D7}"/>
              </a:ext>
            </a:extLst>
          </p:cNvPr>
          <p:cNvSpPr>
            <a:spLocks noGrp="1"/>
          </p:cNvSpPr>
          <p:nvPr/>
        </p:nvSpPr>
        <p:spPr>
          <a:xfrm>
            <a:off x="552450" y="2095500"/>
            <a:ext cx="4114800" cy="2257425"/>
          </a:xfrm>
          <a:prstGeom prst="rect">
            <a:avLst/>
          </a:prstGeom>
          <a:solidFill>
            <a:srgbClr val="25282B"/>
          </a:solidFill>
          <a:ln w="0">
            <a:noFill/>
          </a:ln>
        </p:spPr>
      </p:sp>
      <p:sp>
        <p:nvSpPr>
          <p:cNvPr id="5" name="text-413">
            <a:extLst>
              <a:ext uri="{FF2B5EF4-FFF2-40B4-BE49-F238E27FC236}">
                <a16:creationId xmlns:a16="http://schemas.microsoft.com/office/drawing/2014/main" id="{6F7675D2-AD68-4B6E-88DE-E573D919C9CC}"/>
              </a:ext>
            </a:extLst>
          </p:cNvPr>
          <p:cNvSpPr>
            <a:spLocks noGrp="1"/>
          </p:cNvSpPr>
          <p:nvPr/>
        </p:nvSpPr>
        <p:spPr>
          <a:xfrm>
            <a:off x="742950" y="2333625"/>
            <a:ext cx="3790950" cy="1876425"/>
          </a:xfrm>
          <a:prstGeom prst="rect">
            <a:avLst/>
          </a:prstGeom>
          <a:noFill/>
          <a:ln w="0">
            <a:noFill/>
          </a:ln>
        </p:spPr>
        <p:txBody>
          <a:bodyPr wrap="none" lIns="0" tIns="0" rIns="0" bIns="0" anchor="t">
            <a:noAutofit/>
          </a:bodyPr>
          <a:lstStyle>
            <a:defPPr algn="l">
              <a:defRPr sz="1950" b="0">
                <a:solidFill>
                  <a:srgbClr val="B7BBC2"/>
                </a:solidFill>
                <a:latin typeface="Consolas"/>
                <a:ea typeface="Consolas"/>
                <a:cs typeface="Consolas"/>
              </a:defRPr>
            </a:defPPr>
            <a:lvl1pPr algn="l">
              <a:defRPr sz="1950" b="0">
                <a:solidFill>
                  <a:srgbClr val="B7BBC2"/>
                </a:solidFill>
                <a:latin typeface="Consolas"/>
                <a:ea typeface="Consolas"/>
                <a:cs typeface="Consolas"/>
              </a:defRPr>
            </a:lvl1pPr>
            <a:lvl2pPr algn="l">
              <a:defRPr sz="1950" b="0">
                <a:solidFill>
                  <a:srgbClr val="B7BBC2"/>
                </a:solidFill>
                <a:latin typeface="Consolas"/>
                <a:ea typeface="Consolas"/>
                <a:cs typeface="Consolas"/>
              </a:defRPr>
            </a:lvl2pPr>
            <a:lvl3pPr algn="l">
              <a:defRPr sz="1950" b="0">
                <a:solidFill>
                  <a:srgbClr val="B7BBC2"/>
                </a:solidFill>
                <a:latin typeface="Consolas"/>
                <a:ea typeface="Consolas"/>
                <a:cs typeface="Consolas"/>
              </a:defRPr>
            </a:lvl3pPr>
            <a:lvl4pPr algn="l">
              <a:defRPr sz="1950" b="0">
                <a:solidFill>
                  <a:srgbClr val="B7BBC2"/>
                </a:solidFill>
                <a:latin typeface="Consolas"/>
                <a:ea typeface="Consolas"/>
                <a:cs typeface="Consolas"/>
              </a:defRPr>
            </a:lvl4pPr>
            <a:lvl5pPr algn="l">
              <a:defRPr sz="1950" b="0">
                <a:solidFill>
                  <a:srgbClr val="B7BBC2"/>
                </a:solidFill>
                <a:latin typeface="Consolas"/>
                <a:ea typeface="Consolas"/>
                <a:cs typeface="Consolas"/>
              </a:defRPr>
            </a:lvl5pPr>
            <a:lvl6pPr algn="l">
              <a:defRPr sz="1950" b="0">
                <a:solidFill>
                  <a:srgbClr val="B7BBC2"/>
                </a:solidFill>
                <a:latin typeface="Consolas"/>
                <a:ea typeface="Consolas"/>
                <a:cs typeface="Consolas"/>
              </a:defRPr>
            </a:lvl6pPr>
            <a:lvl7pPr algn="l">
              <a:defRPr sz="1950" b="0">
                <a:solidFill>
                  <a:srgbClr val="B7BBC2"/>
                </a:solidFill>
                <a:latin typeface="Consolas"/>
                <a:ea typeface="Consolas"/>
                <a:cs typeface="Consolas"/>
              </a:defRPr>
            </a:lvl7pPr>
            <a:lvl8pPr algn="l">
              <a:defRPr sz="1950" b="0">
                <a:solidFill>
                  <a:srgbClr val="B7BBC2"/>
                </a:solidFill>
                <a:latin typeface="Consolas"/>
                <a:ea typeface="Consolas"/>
                <a:cs typeface="Consolas"/>
              </a:defRPr>
            </a:lvl8pPr>
            <a:lvl9pPr algn="l">
              <a:defRPr sz="1950" b="0">
                <a:solidFill>
                  <a:srgbClr val="B7BBC2"/>
                </a:solidFill>
                <a:latin typeface="Consolas"/>
                <a:ea typeface="Consolas"/>
                <a:cs typeface="Consolas"/>
              </a:defRPr>
            </a:lvl9pPr>
          </a:lstStyle>
          <a:p>
            <a:pPr algn="l" rtl="0">
              <a:lnSpc>
                <a:spcPct val="108000"/>
              </a:lnSpc>
              <a:buNone/>
              <a:defRPr sz="1950" b="0">
                <a:solidFill>
                  <a:srgbClr val="B7BBC2"/>
                </a:solidFill>
                <a:latin typeface="Consolas"/>
                <a:ea typeface="Consolas"/>
                <a:cs typeface="Consolas"/>
              </a:defRPr>
            </a:pPr>
            <a:r>
              <a:rPr lang="en-US" sz="1950" b="0">
                <a:solidFill>
                  <a:srgbClr val="B7BBC2"/>
                </a:solidFill>
                <a:latin typeface="Consolas"/>
                <a:ea typeface="Consolas"/>
                <a:cs typeface="Consolas"/>
              </a:rPr>
              <a:t>&lt;&lt;&lt;&lt;&lt;&lt;&lt; HEAD</a:t>
            </a:r>
          </a:p>
          <a:p>
            <a:pPr algn="l" rtl="0">
              <a:lnSpc>
                <a:spcPct val="108000"/>
              </a:lnSpc>
              <a:buNone/>
              <a:defRPr sz="1950" b="0">
                <a:solidFill>
                  <a:srgbClr val="B7BBC2"/>
                </a:solidFill>
                <a:latin typeface="Consolas"/>
                <a:ea typeface="Consolas"/>
                <a:cs typeface="Consolas"/>
              </a:defRPr>
            </a:pPr>
            <a:r>
              <a:rPr lang="en-US" sz="1950" b="0">
                <a:solidFill>
                  <a:srgbClr val="B7BBC2"/>
                </a:solidFill>
                <a:latin typeface="Consolas"/>
                <a:ea typeface="Consolas"/>
                <a:cs typeface="Consolas"/>
              </a:rPr>
              <a:t>    speed = 8f;</a:t>
            </a:r>
          </a:p>
          <a:p>
            <a:pPr algn="l" rtl="0">
              <a:lnSpc>
                <a:spcPct val="108000"/>
              </a:lnSpc>
              <a:buNone/>
              <a:defRPr sz="1950" b="0">
                <a:solidFill>
                  <a:srgbClr val="B7BBC2"/>
                </a:solidFill>
                <a:latin typeface="Consolas"/>
                <a:ea typeface="Consolas"/>
                <a:cs typeface="Consolas"/>
              </a:defRPr>
            </a:pPr>
            <a:r>
              <a:rPr lang="en-US" sz="1950" b="0">
                <a:solidFill>
                  <a:srgbClr val="B7BBC2"/>
                </a:solidFill>
                <a:latin typeface="Consolas"/>
                <a:ea typeface="Consolas"/>
                <a:cs typeface="Consolas"/>
              </a:rPr>
              <a:t>=======</a:t>
            </a:r>
          </a:p>
          <a:p>
            <a:pPr algn="l" rtl="0">
              <a:lnSpc>
                <a:spcPct val="108000"/>
              </a:lnSpc>
              <a:buNone/>
              <a:defRPr sz="1950" b="0">
                <a:solidFill>
                  <a:srgbClr val="B7BBC2"/>
                </a:solidFill>
                <a:latin typeface="Consolas"/>
                <a:ea typeface="Consolas"/>
                <a:cs typeface="Consolas"/>
              </a:defRPr>
            </a:pPr>
            <a:r>
              <a:rPr lang="en-US" sz="1950" b="0">
                <a:solidFill>
                  <a:srgbClr val="B7BBC2"/>
                </a:solidFill>
                <a:latin typeface="Consolas"/>
                <a:ea typeface="Consolas"/>
                <a:cs typeface="Consolas"/>
              </a:rPr>
              <a:t>    speed = 5f;</a:t>
            </a:r>
          </a:p>
          <a:p>
            <a:pPr algn="l" rtl="0">
              <a:lnSpc>
                <a:spcPct val="108000"/>
              </a:lnSpc>
              <a:buNone/>
              <a:defRPr sz="1950" b="0">
                <a:solidFill>
                  <a:srgbClr val="B7BBC2"/>
                </a:solidFill>
                <a:latin typeface="Consolas"/>
                <a:ea typeface="Consolas"/>
                <a:cs typeface="Consolas"/>
              </a:defRPr>
            </a:pPr>
            <a:r>
              <a:rPr lang="en-US" sz="1950" b="0">
                <a:solidFill>
                  <a:srgbClr val="B7BBC2"/>
                </a:solidFill>
                <a:latin typeface="Consolas"/>
                <a:ea typeface="Consolas"/>
                <a:cs typeface="Consolas"/>
              </a:rPr>
              <a:t>&gt;&gt;&gt;&gt;&gt;&gt;&gt; enemy-ai</a:t>
            </a:r>
          </a:p>
        </p:txBody>
      </p:sp>
      <p:sp>
        <p:nvSpPr>
          <p:cNvPr id="6" name="text-414">
            <a:extLst>
              <a:ext uri="{FF2B5EF4-FFF2-40B4-BE49-F238E27FC236}">
                <a16:creationId xmlns:a16="http://schemas.microsoft.com/office/drawing/2014/main" id="{12C5D870-DCAE-4375-9123-C1C02928EB59}"/>
              </a:ext>
            </a:extLst>
          </p:cNvPr>
          <p:cNvSpPr>
            <a:spLocks noGrp="1"/>
          </p:cNvSpPr>
          <p:nvPr/>
        </p:nvSpPr>
        <p:spPr>
          <a:xfrm>
            <a:off x="5476875" y="1504950"/>
            <a:ext cx="3114675" cy="495300"/>
          </a:xfrm>
          <a:prstGeom prst="rect">
            <a:avLst/>
          </a:prstGeom>
          <a:noFill/>
          <a:ln w="0">
            <a:noFill/>
          </a:ln>
        </p:spPr>
        <p:txBody>
          <a:bodyPr wrap="square" lIns="0" tIns="0" rIns="0" bIns="0" anchor="t">
            <a:noAutofit/>
          </a:bodyPr>
          <a:lstStyle>
            <a:defPPr algn="ctr">
              <a:defRPr sz="2550" b="0">
                <a:solidFill>
                  <a:srgbClr val="88FF88"/>
                </a:solidFill>
                <a:latin typeface="Arial"/>
                <a:ea typeface="Arial"/>
                <a:cs typeface="Arial"/>
              </a:defRPr>
            </a:defPPr>
            <a:lvl1pPr algn="ctr">
              <a:defRPr sz="2550" b="0">
                <a:solidFill>
                  <a:srgbClr val="88FF88"/>
                </a:solidFill>
                <a:latin typeface="Arial"/>
                <a:ea typeface="Arial"/>
                <a:cs typeface="Arial"/>
              </a:defRPr>
            </a:lvl1pPr>
            <a:lvl2pPr algn="ctr">
              <a:defRPr sz="2550" b="0">
                <a:solidFill>
                  <a:srgbClr val="88FF88"/>
                </a:solidFill>
                <a:latin typeface="Arial"/>
                <a:ea typeface="Arial"/>
                <a:cs typeface="Arial"/>
              </a:defRPr>
            </a:lvl2pPr>
            <a:lvl3pPr algn="ctr">
              <a:defRPr sz="2550" b="0">
                <a:solidFill>
                  <a:srgbClr val="88FF88"/>
                </a:solidFill>
                <a:latin typeface="Arial"/>
                <a:ea typeface="Arial"/>
                <a:cs typeface="Arial"/>
              </a:defRPr>
            </a:lvl3pPr>
            <a:lvl4pPr algn="ctr">
              <a:defRPr sz="2550" b="0">
                <a:solidFill>
                  <a:srgbClr val="88FF88"/>
                </a:solidFill>
                <a:latin typeface="Arial"/>
                <a:ea typeface="Arial"/>
                <a:cs typeface="Arial"/>
              </a:defRPr>
            </a:lvl4pPr>
            <a:lvl5pPr algn="ctr">
              <a:defRPr sz="2550" b="0">
                <a:solidFill>
                  <a:srgbClr val="88FF88"/>
                </a:solidFill>
                <a:latin typeface="Arial"/>
                <a:ea typeface="Arial"/>
                <a:cs typeface="Arial"/>
              </a:defRPr>
            </a:lvl5pPr>
            <a:lvl6pPr algn="ctr">
              <a:defRPr sz="2550" b="0">
                <a:solidFill>
                  <a:srgbClr val="88FF88"/>
                </a:solidFill>
                <a:latin typeface="Arial"/>
                <a:ea typeface="Arial"/>
                <a:cs typeface="Arial"/>
              </a:defRPr>
            </a:lvl6pPr>
            <a:lvl7pPr algn="ctr">
              <a:defRPr sz="2550" b="0">
                <a:solidFill>
                  <a:srgbClr val="88FF88"/>
                </a:solidFill>
                <a:latin typeface="Arial"/>
                <a:ea typeface="Arial"/>
                <a:cs typeface="Arial"/>
              </a:defRPr>
            </a:lvl7pPr>
            <a:lvl8pPr algn="ctr">
              <a:defRPr sz="2550" b="0">
                <a:solidFill>
                  <a:srgbClr val="88FF88"/>
                </a:solidFill>
                <a:latin typeface="Arial"/>
                <a:ea typeface="Arial"/>
                <a:cs typeface="Arial"/>
              </a:defRPr>
            </a:lvl8pPr>
            <a:lvl9pPr algn="ctr">
              <a:defRPr sz="2550" b="0">
                <a:solidFill>
                  <a:srgbClr val="88FF88"/>
                </a:solidFill>
                <a:latin typeface="Arial"/>
                <a:ea typeface="Arial"/>
                <a:cs typeface="Arial"/>
              </a:defRPr>
            </a:lvl9pPr>
          </a:lstStyle>
          <a:p>
            <a:pPr algn="ctr" rtl="1">
              <a:lnSpc>
                <a:spcPct val="108000"/>
              </a:lnSpc>
              <a:buNone/>
              <a:defRPr sz="2550" b="0">
                <a:solidFill>
                  <a:srgbClr val="88FF88"/>
                </a:solidFill>
                <a:latin typeface="Arial"/>
                <a:ea typeface="Arial"/>
                <a:cs typeface="Arial"/>
              </a:defRPr>
            </a:pPr>
            <a:r>
              <a:rPr lang="he-IL" sz="2550" b="0">
                <a:solidFill>
                  <a:srgbClr val="88FF88"/>
                </a:solidFill>
                <a:latin typeface="Arial"/>
                <a:ea typeface="Arial"/>
                <a:cs typeface="Arial"/>
              </a:rPr>
              <a:t>אחרי</a:t>
            </a:r>
          </a:p>
        </p:txBody>
      </p:sp>
      <p:sp>
        <p:nvSpPr>
          <p:cNvPr id="7" name="text-415">
            <a:extLst>
              <a:ext uri="{FF2B5EF4-FFF2-40B4-BE49-F238E27FC236}">
                <a16:creationId xmlns:a16="http://schemas.microsoft.com/office/drawing/2014/main" id="{E562B689-BF30-4DA0-8CDF-58924DB7E94B}"/>
              </a:ext>
            </a:extLst>
          </p:cNvPr>
          <p:cNvSpPr>
            <a:spLocks noGrp="1"/>
          </p:cNvSpPr>
          <p:nvPr/>
        </p:nvSpPr>
        <p:spPr>
          <a:xfrm>
            <a:off x="5743575" y="2714625"/>
            <a:ext cx="2762250" cy="571500"/>
          </a:xfrm>
          <a:prstGeom prst="rect">
            <a:avLst/>
          </a:prstGeom>
          <a:noFill/>
          <a:ln w="0">
            <a:noFill/>
          </a:ln>
        </p:spPr>
        <p:txBody>
          <a:bodyPr wrap="none" lIns="0" tIns="0" rIns="0" bIns="0" anchor="t">
            <a:noAutofit/>
          </a:bodyPr>
          <a:lstStyle>
            <a:defPPr algn="l">
              <a:defRPr sz="2700" b="0">
                <a:solidFill>
                  <a:srgbClr val="88FF88"/>
                </a:solidFill>
                <a:latin typeface="Consolas"/>
                <a:ea typeface="Consolas"/>
                <a:cs typeface="Consolas"/>
              </a:defRPr>
            </a:defPPr>
            <a:lvl1pPr algn="l">
              <a:defRPr sz="2700" b="0">
                <a:solidFill>
                  <a:srgbClr val="88FF88"/>
                </a:solidFill>
                <a:latin typeface="Consolas"/>
                <a:ea typeface="Consolas"/>
                <a:cs typeface="Consolas"/>
              </a:defRPr>
            </a:lvl1pPr>
            <a:lvl2pPr algn="l">
              <a:defRPr sz="2700" b="0">
                <a:solidFill>
                  <a:srgbClr val="88FF88"/>
                </a:solidFill>
                <a:latin typeface="Consolas"/>
                <a:ea typeface="Consolas"/>
                <a:cs typeface="Consolas"/>
              </a:defRPr>
            </a:lvl2pPr>
            <a:lvl3pPr algn="l">
              <a:defRPr sz="2700" b="0">
                <a:solidFill>
                  <a:srgbClr val="88FF88"/>
                </a:solidFill>
                <a:latin typeface="Consolas"/>
                <a:ea typeface="Consolas"/>
                <a:cs typeface="Consolas"/>
              </a:defRPr>
            </a:lvl3pPr>
            <a:lvl4pPr algn="l">
              <a:defRPr sz="2700" b="0">
                <a:solidFill>
                  <a:srgbClr val="88FF88"/>
                </a:solidFill>
                <a:latin typeface="Consolas"/>
                <a:ea typeface="Consolas"/>
                <a:cs typeface="Consolas"/>
              </a:defRPr>
            </a:lvl4pPr>
            <a:lvl5pPr algn="l">
              <a:defRPr sz="2700" b="0">
                <a:solidFill>
                  <a:srgbClr val="88FF88"/>
                </a:solidFill>
                <a:latin typeface="Consolas"/>
                <a:ea typeface="Consolas"/>
                <a:cs typeface="Consolas"/>
              </a:defRPr>
            </a:lvl5pPr>
            <a:lvl6pPr algn="l">
              <a:defRPr sz="2700" b="0">
                <a:solidFill>
                  <a:srgbClr val="88FF88"/>
                </a:solidFill>
                <a:latin typeface="Consolas"/>
                <a:ea typeface="Consolas"/>
                <a:cs typeface="Consolas"/>
              </a:defRPr>
            </a:lvl6pPr>
            <a:lvl7pPr algn="l">
              <a:defRPr sz="2700" b="0">
                <a:solidFill>
                  <a:srgbClr val="88FF88"/>
                </a:solidFill>
                <a:latin typeface="Consolas"/>
                <a:ea typeface="Consolas"/>
                <a:cs typeface="Consolas"/>
              </a:defRPr>
            </a:lvl7pPr>
            <a:lvl8pPr algn="l">
              <a:defRPr sz="2700" b="0">
                <a:solidFill>
                  <a:srgbClr val="88FF88"/>
                </a:solidFill>
                <a:latin typeface="Consolas"/>
                <a:ea typeface="Consolas"/>
                <a:cs typeface="Consolas"/>
              </a:defRPr>
            </a:lvl8pPr>
            <a:lvl9pPr algn="l">
              <a:defRPr sz="2700" b="0">
                <a:solidFill>
                  <a:srgbClr val="88FF88"/>
                </a:solidFill>
                <a:latin typeface="Consolas"/>
                <a:ea typeface="Consolas"/>
                <a:cs typeface="Consolas"/>
              </a:defRPr>
            </a:lvl9pPr>
          </a:lstStyle>
          <a:p>
            <a:pPr algn="l" rtl="0">
              <a:lnSpc>
                <a:spcPct val="108000"/>
              </a:lnSpc>
              <a:buNone/>
              <a:defRPr sz="2700" b="0">
                <a:solidFill>
                  <a:srgbClr val="88FF88"/>
                </a:solidFill>
                <a:latin typeface="Consolas"/>
                <a:ea typeface="Consolas"/>
                <a:cs typeface="Consolas"/>
              </a:defRPr>
            </a:pPr>
            <a:r>
              <a:rPr lang="en-US" sz="2700" b="0">
                <a:solidFill>
                  <a:srgbClr val="88FF88"/>
                </a:solidFill>
                <a:latin typeface="Consolas"/>
                <a:ea typeface="Consolas"/>
                <a:cs typeface="Consolas"/>
              </a:rPr>
              <a:t>speed = 8f;</a:t>
            </a:r>
          </a:p>
        </p:txBody>
      </p:sp>
      <p:sp>
        <p:nvSpPr>
          <p:cNvPr id="8" name="text-416">
            <a:extLst>
              <a:ext uri="{FF2B5EF4-FFF2-40B4-BE49-F238E27FC236}">
                <a16:creationId xmlns:a16="http://schemas.microsoft.com/office/drawing/2014/main" id="{361BB1CF-A064-4A29-A034-4FECD44E5DD0}"/>
              </a:ext>
            </a:extLst>
          </p:cNvPr>
          <p:cNvSpPr>
            <a:spLocks noGrp="1"/>
          </p:cNvSpPr>
          <p:nvPr/>
        </p:nvSpPr>
        <p:spPr>
          <a:xfrm>
            <a:off x="5391150" y="2143125"/>
            <a:ext cx="3238500" cy="476250"/>
          </a:xfrm>
          <a:prstGeom prst="rect">
            <a:avLst/>
          </a:prstGeom>
          <a:noFill/>
          <a:ln w="0">
            <a:noFill/>
          </a:ln>
        </p:spPr>
        <p:txBody>
          <a:bodyPr wrap="square" lIns="0" tIns="0" rIns="0" bIns="0" anchor="t">
            <a:noAutofit/>
          </a:bodyPr>
          <a:lstStyle>
            <a:defPPr algn="r">
              <a:defRPr sz="2250" b="0">
                <a:solidFill>
                  <a:srgbClr val="F7F7F7"/>
                </a:solidFill>
                <a:latin typeface="Arial"/>
                <a:ea typeface="Arial"/>
                <a:cs typeface="Arial"/>
              </a:defRPr>
            </a:defPPr>
            <a:lvl1pPr algn="r">
              <a:defRPr sz="2250" b="0">
                <a:solidFill>
                  <a:srgbClr val="F7F7F7"/>
                </a:solidFill>
                <a:latin typeface="Arial"/>
                <a:ea typeface="Arial"/>
                <a:cs typeface="Arial"/>
              </a:defRPr>
            </a:lvl1pPr>
            <a:lvl2pPr algn="r">
              <a:defRPr sz="2250" b="0">
                <a:solidFill>
                  <a:srgbClr val="F7F7F7"/>
                </a:solidFill>
                <a:latin typeface="Arial"/>
                <a:ea typeface="Arial"/>
                <a:cs typeface="Arial"/>
              </a:defRPr>
            </a:lvl2pPr>
            <a:lvl3pPr algn="r">
              <a:defRPr sz="2250" b="0">
                <a:solidFill>
                  <a:srgbClr val="F7F7F7"/>
                </a:solidFill>
                <a:latin typeface="Arial"/>
                <a:ea typeface="Arial"/>
                <a:cs typeface="Arial"/>
              </a:defRPr>
            </a:lvl3pPr>
            <a:lvl4pPr algn="r">
              <a:defRPr sz="2250" b="0">
                <a:solidFill>
                  <a:srgbClr val="F7F7F7"/>
                </a:solidFill>
                <a:latin typeface="Arial"/>
                <a:ea typeface="Arial"/>
                <a:cs typeface="Arial"/>
              </a:defRPr>
            </a:lvl4pPr>
            <a:lvl5pPr algn="r">
              <a:defRPr sz="2250" b="0">
                <a:solidFill>
                  <a:srgbClr val="F7F7F7"/>
                </a:solidFill>
                <a:latin typeface="Arial"/>
                <a:ea typeface="Arial"/>
                <a:cs typeface="Arial"/>
              </a:defRPr>
            </a:lvl5pPr>
            <a:lvl6pPr algn="r">
              <a:defRPr sz="2250" b="0">
                <a:solidFill>
                  <a:srgbClr val="F7F7F7"/>
                </a:solidFill>
                <a:latin typeface="Arial"/>
                <a:ea typeface="Arial"/>
                <a:cs typeface="Arial"/>
              </a:defRPr>
            </a:lvl6pPr>
            <a:lvl7pPr algn="r">
              <a:defRPr sz="2250" b="0">
                <a:solidFill>
                  <a:srgbClr val="F7F7F7"/>
                </a:solidFill>
                <a:latin typeface="Arial"/>
                <a:ea typeface="Arial"/>
                <a:cs typeface="Arial"/>
              </a:defRPr>
            </a:lvl7pPr>
            <a:lvl8pPr algn="r">
              <a:defRPr sz="2250" b="0">
                <a:solidFill>
                  <a:srgbClr val="F7F7F7"/>
                </a:solidFill>
                <a:latin typeface="Arial"/>
                <a:ea typeface="Arial"/>
                <a:cs typeface="Arial"/>
              </a:defRPr>
            </a:lvl8pPr>
            <a:lvl9pPr algn="r">
              <a:defRPr sz="2250" b="0">
                <a:solidFill>
                  <a:srgbClr val="F7F7F7"/>
                </a:solidFill>
                <a:latin typeface="Arial"/>
                <a:ea typeface="Arial"/>
                <a:cs typeface="Arial"/>
              </a:defRPr>
            </a:lvl9pPr>
          </a:lstStyle>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בוחרים את התוצאה</a:t>
            </a:r>
          </a:p>
        </p:txBody>
      </p:sp>
      <p:sp>
        <p:nvSpPr>
          <p:cNvPr id="9" name="line-417">
            <a:extLst>
              <a:ext uri="{FF2B5EF4-FFF2-40B4-BE49-F238E27FC236}">
                <a16:creationId xmlns:a16="http://schemas.microsoft.com/office/drawing/2014/main" id="{CC7F33D6-2705-4B3F-9D5D-720B726499D2}"/>
              </a:ext>
            </a:extLst>
          </p:cNvPr>
          <p:cNvSpPr>
            <a:spLocks noGrp="1"/>
          </p:cNvSpPr>
          <p:nvPr/>
        </p:nvSpPr>
        <p:spPr>
          <a:xfrm>
            <a:off x="4819650" y="3095625"/>
            <a:ext cx="523875" cy="9525"/>
          </a:xfrm>
          <a:custGeom>
            <a:avLst/>
            <a:gdLst/>
            <a:ahLst/>
            <a:cxnLst/>
            <a:rect l="0" t="0" r="0" b="0"/>
            <a:pathLst>
              <a:path w="523875" h="9525">
                <a:moveTo>
                  <a:pt x="0" y="0"/>
                </a:moveTo>
                <a:lnTo>
                  <a:pt x="523875" y="0"/>
                </a:lnTo>
              </a:path>
            </a:pathLst>
          </a:custGeom>
          <a:noFill/>
          <a:ln w="38100">
            <a:solidFill>
              <a:srgbClr val="88FF88"/>
            </a:solidFill>
          </a:ln>
        </p:spPr>
      </p:sp>
      <p:sp>
        <p:nvSpPr>
          <p:cNvPr id="10" name="line-418">
            <a:extLst>
              <a:ext uri="{FF2B5EF4-FFF2-40B4-BE49-F238E27FC236}">
                <a16:creationId xmlns:a16="http://schemas.microsoft.com/office/drawing/2014/main" id="{0A2C8556-1EED-4FCB-97DD-D1694AE94A21}"/>
              </a:ext>
            </a:extLst>
          </p:cNvPr>
          <p:cNvSpPr>
            <a:spLocks noGrp="1"/>
          </p:cNvSpPr>
          <p:nvPr/>
        </p:nvSpPr>
        <p:spPr>
          <a:xfrm>
            <a:off x="5246081" y="3095625"/>
            <a:ext cx="97444" cy="59743"/>
          </a:xfrm>
          <a:custGeom>
            <a:avLst/>
            <a:gdLst/>
            <a:ahLst/>
            <a:cxnLst/>
            <a:rect l="0" t="0" r="0" b="0"/>
            <a:pathLst>
              <a:path w="97444" h="59743">
                <a:moveTo>
                  <a:pt x="97444" y="0"/>
                </a:moveTo>
                <a:lnTo>
                  <a:pt x="0" y="59743"/>
                </a:lnTo>
              </a:path>
            </a:pathLst>
          </a:custGeom>
          <a:noFill/>
          <a:ln w="38100">
            <a:solidFill>
              <a:srgbClr val="88FF88"/>
            </a:solidFill>
          </a:ln>
        </p:spPr>
      </p:sp>
      <p:sp>
        <p:nvSpPr>
          <p:cNvPr id="11" name="line-419">
            <a:extLst>
              <a:ext uri="{FF2B5EF4-FFF2-40B4-BE49-F238E27FC236}">
                <a16:creationId xmlns:a16="http://schemas.microsoft.com/office/drawing/2014/main" id="{D7F1EBE5-3601-41D4-B5F0-002E3F76A9B1}"/>
              </a:ext>
            </a:extLst>
          </p:cNvPr>
          <p:cNvSpPr>
            <a:spLocks noGrp="1"/>
          </p:cNvSpPr>
          <p:nvPr/>
        </p:nvSpPr>
        <p:spPr>
          <a:xfrm>
            <a:off x="5246081" y="3035882"/>
            <a:ext cx="97444" cy="59743"/>
          </a:xfrm>
          <a:custGeom>
            <a:avLst/>
            <a:gdLst/>
            <a:ahLst/>
            <a:cxnLst/>
            <a:rect l="0" t="0" r="0" b="0"/>
            <a:pathLst>
              <a:path w="97444" h="59743">
                <a:moveTo>
                  <a:pt x="97444" y="59743"/>
                </a:moveTo>
                <a:lnTo>
                  <a:pt x="0" y="0"/>
                </a:lnTo>
              </a:path>
            </a:pathLst>
          </a:custGeom>
          <a:noFill/>
          <a:ln w="38100">
            <a:solidFill>
              <a:srgbClr val="88FF88"/>
            </a:solidFill>
          </a:ln>
        </p:spPr>
      </p:sp>
      <p:sp>
        <p:nvSpPr>
          <p:cNvPr id="12" name="text-420">
            <a:extLst>
              <a:ext uri="{FF2B5EF4-FFF2-40B4-BE49-F238E27FC236}">
                <a16:creationId xmlns:a16="http://schemas.microsoft.com/office/drawing/2014/main" id="{C3A8225D-02A8-4DB2-BA2F-EF10A7C196CF}"/>
              </a:ext>
            </a:extLst>
          </p:cNvPr>
          <p:cNvSpPr>
            <a:spLocks noGrp="1"/>
          </p:cNvSpPr>
          <p:nvPr/>
        </p:nvSpPr>
        <p:spPr>
          <a:xfrm>
            <a:off x="5381625" y="3552825"/>
            <a:ext cx="3248025" cy="857250"/>
          </a:xfrm>
          <a:prstGeom prst="rect">
            <a:avLst/>
          </a:prstGeom>
          <a:noFill/>
          <a:ln w="0">
            <a:noFill/>
          </a:ln>
        </p:spPr>
        <p:txBody>
          <a:bodyPr wrap="square" lIns="0" tIns="0" rIns="0" bIns="0" anchor="t">
            <a:noAutofit/>
          </a:bodyPr>
          <a:lstStyle>
            <a:defPPr algn="r">
              <a:defRPr sz="2250" b="0">
                <a:solidFill>
                  <a:srgbClr val="F7F7F7"/>
                </a:solidFill>
                <a:latin typeface="Arial"/>
                <a:ea typeface="Arial"/>
                <a:cs typeface="Arial"/>
              </a:defRPr>
            </a:defPPr>
            <a:lvl1pPr algn="r">
              <a:defRPr sz="2250" b="0">
                <a:solidFill>
                  <a:srgbClr val="F7F7F7"/>
                </a:solidFill>
                <a:latin typeface="Arial"/>
                <a:ea typeface="Arial"/>
                <a:cs typeface="Arial"/>
              </a:defRPr>
            </a:lvl1pPr>
            <a:lvl2pPr algn="r">
              <a:defRPr sz="2250" b="0">
                <a:solidFill>
                  <a:srgbClr val="F7F7F7"/>
                </a:solidFill>
                <a:latin typeface="Arial"/>
                <a:ea typeface="Arial"/>
                <a:cs typeface="Arial"/>
              </a:defRPr>
            </a:lvl2pPr>
            <a:lvl3pPr algn="r">
              <a:defRPr sz="2250" b="0">
                <a:solidFill>
                  <a:srgbClr val="F7F7F7"/>
                </a:solidFill>
                <a:latin typeface="Arial"/>
                <a:ea typeface="Arial"/>
                <a:cs typeface="Arial"/>
              </a:defRPr>
            </a:lvl3pPr>
            <a:lvl4pPr algn="r">
              <a:defRPr sz="2250" b="0">
                <a:solidFill>
                  <a:srgbClr val="F7F7F7"/>
                </a:solidFill>
                <a:latin typeface="Arial"/>
                <a:ea typeface="Arial"/>
                <a:cs typeface="Arial"/>
              </a:defRPr>
            </a:lvl4pPr>
            <a:lvl5pPr algn="r">
              <a:defRPr sz="2250" b="0">
                <a:solidFill>
                  <a:srgbClr val="F7F7F7"/>
                </a:solidFill>
                <a:latin typeface="Arial"/>
                <a:ea typeface="Arial"/>
                <a:cs typeface="Arial"/>
              </a:defRPr>
            </a:lvl5pPr>
            <a:lvl6pPr algn="r">
              <a:defRPr sz="2250" b="0">
                <a:solidFill>
                  <a:srgbClr val="F7F7F7"/>
                </a:solidFill>
                <a:latin typeface="Arial"/>
                <a:ea typeface="Arial"/>
                <a:cs typeface="Arial"/>
              </a:defRPr>
            </a:lvl6pPr>
            <a:lvl7pPr algn="r">
              <a:defRPr sz="2250" b="0">
                <a:solidFill>
                  <a:srgbClr val="F7F7F7"/>
                </a:solidFill>
                <a:latin typeface="Arial"/>
                <a:ea typeface="Arial"/>
                <a:cs typeface="Arial"/>
              </a:defRPr>
            </a:lvl7pPr>
            <a:lvl8pPr algn="r">
              <a:defRPr sz="2250" b="0">
                <a:solidFill>
                  <a:srgbClr val="F7F7F7"/>
                </a:solidFill>
                <a:latin typeface="Arial"/>
                <a:ea typeface="Arial"/>
                <a:cs typeface="Arial"/>
              </a:defRPr>
            </a:lvl8pPr>
            <a:lvl9pPr algn="r">
              <a:defRPr sz="2250" b="0">
                <a:solidFill>
                  <a:srgbClr val="F7F7F7"/>
                </a:solidFill>
                <a:latin typeface="Arial"/>
                <a:ea typeface="Arial"/>
                <a:cs typeface="Arial"/>
              </a:defRPr>
            </a:lvl9pPr>
          </a:lstStyle>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מוחקים את סימני</a:t>
            </a:r>
          </a:p>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ההתנגשות</a:t>
            </a:r>
          </a:p>
        </p:txBody>
      </p:sp>
      <p:sp>
        <p:nvSpPr>
          <p:cNvPr id="13" name="text-421">
            <a:extLst>
              <a:ext uri="{FF2B5EF4-FFF2-40B4-BE49-F238E27FC236}">
                <a16:creationId xmlns:a16="http://schemas.microsoft.com/office/drawing/2014/main" id="{D8B8046F-52E0-4D9F-8CAD-CA151A70E1C0}"/>
              </a:ext>
            </a:extLst>
          </p:cNvPr>
          <p:cNvSpPr>
            <a:spLocks noGrp="1"/>
          </p:cNvSpPr>
          <p:nvPr/>
        </p:nvSpPr>
        <p:spPr>
          <a:xfrm>
            <a:off x="1076325" y="5095875"/>
            <a:ext cx="7239000" cy="857250"/>
          </a:xfrm>
          <a:prstGeom prst="rect">
            <a:avLst/>
          </a:prstGeom>
          <a:noFill/>
          <a:ln w="0">
            <a:noFill/>
          </a:ln>
        </p:spPr>
        <p:txBody>
          <a:bodyPr wrap="none" lIns="0" tIns="0" rIns="0" bIns="0" anchor="t">
            <a:noAutofit/>
          </a:bodyPr>
          <a:lstStyle>
            <a:defPPr algn="l">
              <a:defRPr sz="2175" b="0">
                <a:solidFill>
                  <a:srgbClr val="42AFFA"/>
                </a:solidFill>
                <a:latin typeface="Consolas"/>
                <a:ea typeface="Consolas"/>
                <a:cs typeface="Consolas"/>
              </a:defRPr>
            </a:defPPr>
            <a:lvl1pPr algn="l">
              <a:defRPr sz="2175" b="0">
                <a:solidFill>
                  <a:srgbClr val="42AFFA"/>
                </a:solidFill>
                <a:latin typeface="Consolas"/>
                <a:ea typeface="Consolas"/>
                <a:cs typeface="Consolas"/>
              </a:defRPr>
            </a:lvl1pPr>
            <a:lvl2pPr algn="l">
              <a:defRPr sz="2175" b="0">
                <a:solidFill>
                  <a:srgbClr val="42AFFA"/>
                </a:solidFill>
                <a:latin typeface="Consolas"/>
                <a:ea typeface="Consolas"/>
                <a:cs typeface="Consolas"/>
              </a:defRPr>
            </a:lvl2pPr>
            <a:lvl3pPr algn="l">
              <a:defRPr sz="2175" b="0">
                <a:solidFill>
                  <a:srgbClr val="42AFFA"/>
                </a:solidFill>
                <a:latin typeface="Consolas"/>
                <a:ea typeface="Consolas"/>
                <a:cs typeface="Consolas"/>
              </a:defRPr>
            </a:lvl3pPr>
            <a:lvl4pPr algn="l">
              <a:defRPr sz="2175" b="0">
                <a:solidFill>
                  <a:srgbClr val="42AFFA"/>
                </a:solidFill>
                <a:latin typeface="Consolas"/>
                <a:ea typeface="Consolas"/>
                <a:cs typeface="Consolas"/>
              </a:defRPr>
            </a:lvl4pPr>
            <a:lvl5pPr algn="l">
              <a:defRPr sz="2175" b="0">
                <a:solidFill>
                  <a:srgbClr val="42AFFA"/>
                </a:solidFill>
                <a:latin typeface="Consolas"/>
                <a:ea typeface="Consolas"/>
                <a:cs typeface="Consolas"/>
              </a:defRPr>
            </a:lvl5pPr>
            <a:lvl6pPr algn="l">
              <a:defRPr sz="2175" b="0">
                <a:solidFill>
                  <a:srgbClr val="42AFFA"/>
                </a:solidFill>
                <a:latin typeface="Consolas"/>
                <a:ea typeface="Consolas"/>
                <a:cs typeface="Consolas"/>
              </a:defRPr>
            </a:lvl6pPr>
            <a:lvl7pPr algn="l">
              <a:defRPr sz="2175" b="0">
                <a:solidFill>
                  <a:srgbClr val="42AFFA"/>
                </a:solidFill>
                <a:latin typeface="Consolas"/>
                <a:ea typeface="Consolas"/>
                <a:cs typeface="Consolas"/>
              </a:defRPr>
            </a:lvl7pPr>
            <a:lvl8pPr algn="l">
              <a:defRPr sz="2175" b="0">
                <a:solidFill>
                  <a:srgbClr val="42AFFA"/>
                </a:solidFill>
                <a:latin typeface="Consolas"/>
                <a:ea typeface="Consolas"/>
                <a:cs typeface="Consolas"/>
              </a:defRPr>
            </a:lvl8pPr>
            <a:lvl9pPr algn="l">
              <a:defRPr sz="2175" b="0">
                <a:solidFill>
                  <a:srgbClr val="42AFFA"/>
                </a:solidFill>
                <a:latin typeface="Consolas"/>
                <a:ea typeface="Consolas"/>
                <a:cs typeface="Consolas"/>
              </a:defRPr>
            </a:lvl9pPr>
          </a:lstStyle>
          <a:p>
            <a:pPr algn="l" rtl="0">
              <a:lnSpc>
                <a:spcPct val="108000"/>
              </a:lnSpc>
              <a:buNone/>
              <a:defRPr sz="2175" b="0">
                <a:solidFill>
                  <a:srgbClr val="42AFFA"/>
                </a:solidFill>
                <a:latin typeface="Consolas"/>
                <a:ea typeface="Consolas"/>
                <a:cs typeface="Consolas"/>
              </a:defRPr>
            </a:pPr>
            <a:r>
              <a:rPr lang="en-US" sz="2175" b="0">
                <a:solidFill>
                  <a:srgbClr val="42AFFA"/>
                </a:solidFill>
                <a:latin typeface="Consolas"/>
                <a:ea typeface="Consolas"/>
                <a:cs typeface="Consolas"/>
              </a:rPr>
              <a:t>git add .</a:t>
            </a:r>
          </a:p>
          <a:p>
            <a:pPr algn="l" rtl="0">
              <a:lnSpc>
                <a:spcPct val="108000"/>
              </a:lnSpc>
              <a:buNone/>
              <a:defRPr sz="2175" b="0">
                <a:solidFill>
                  <a:srgbClr val="42AFFA"/>
                </a:solidFill>
                <a:latin typeface="Consolas"/>
                <a:ea typeface="Consolas"/>
                <a:cs typeface="Consolas"/>
              </a:defRPr>
            </a:pPr>
            <a:r>
              <a:rPr lang="en-US" sz="2175" b="0">
                <a:solidFill>
                  <a:srgbClr val="42AFFA"/>
                </a:solidFill>
                <a:latin typeface="Consolas"/>
                <a:ea typeface="Consolas"/>
                <a:cs typeface="Consolas"/>
              </a:rPr>
              <a:t>git commit -m "Resolve conflict"</a:t>
            </a:r>
          </a:p>
        </p:txBody>
      </p:sp>
    </p:spTree>
    <p:extLst>
      <p:ext uri="{BB962C8B-B14F-4D97-AF65-F5344CB8AC3E}">
        <p14:creationId xmlns:p14="http://schemas.microsoft.com/office/powerpoint/2010/main" val="967055922"/>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2"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4" name="text-422">
            <a:extLst>
              <a:ext uri="{FF2B5EF4-FFF2-40B4-BE49-F238E27FC236}">
                <a16:creationId xmlns:a16="http://schemas.microsoft.com/office/drawing/2014/main" id="{F430CE9D-1101-4739-8248-EC54336410CC}"/>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סצנות ופריפאבים בצוות</a:t>
            </a:r>
          </a:p>
        </p:txBody>
      </p:sp>
      <p:sp>
        <p:nvSpPr>
          <p:cNvPr id="2" name="text-423">
            <a:extLst>
              <a:ext uri="{FF2B5EF4-FFF2-40B4-BE49-F238E27FC236}">
                <a16:creationId xmlns:a16="http://schemas.microsoft.com/office/drawing/2014/main" id="{3D5AE414-8F83-47AC-83D5-C1B579BDE043}"/>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28</a:t>
            </a:r>
          </a:p>
        </p:txBody>
      </p:sp>
      <p:sp>
        <p:nvSpPr>
          <p:cNvPr id="3" name="text-424">
            <a:extLst>
              <a:ext uri="{FF2B5EF4-FFF2-40B4-BE49-F238E27FC236}">
                <a16:creationId xmlns:a16="http://schemas.microsoft.com/office/drawing/2014/main" id="{1EE38A81-5798-437A-B210-EBF0425054CA}"/>
              </a:ext>
            </a:extLst>
          </p:cNvPr>
          <p:cNvSpPr>
            <a:spLocks noGrp="1"/>
          </p:cNvSpPr>
          <p:nvPr/>
        </p:nvSpPr>
        <p:spPr>
          <a:xfrm>
            <a:off x="581025" y="1352550"/>
            <a:ext cx="8001000" cy="476250"/>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פתרון ידני קשה. מחלקים אחריות מראש.</a:t>
            </a:r>
          </a:p>
        </p:txBody>
      </p:sp>
      <p:sp>
        <p:nvSpPr>
          <p:cNvPr id="4" name="shape-425">
            <a:extLst>
              <a:ext uri="{FF2B5EF4-FFF2-40B4-BE49-F238E27FC236}">
                <a16:creationId xmlns:a16="http://schemas.microsoft.com/office/drawing/2014/main" id="{356F341A-14FA-435D-BA08-AC362DD8B7C9}"/>
              </a:ext>
            </a:extLst>
          </p:cNvPr>
          <p:cNvSpPr>
            <a:spLocks noGrp="1"/>
          </p:cNvSpPr>
          <p:nvPr/>
        </p:nvSpPr>
        <p:spPr>
          <a:xfrm>
            <a:off x="838200" y="2057400"/>
            <a:ext cx="2895600" cy="762000"/>
          </a:xfrm>
          <a:prstGeom prst="rect">
            <a:avLst/>
          </a:prstGeom>
          <a:solidFill>
            <a:srgbClr val="25282B"/>
          </a:solidFill>
          <a:ln w="19050">
            <a:solidFill>
              <a:srgbClr val="8888FF"/>
            </a:solidFill>
          </a:ln>
        </p:spPr>
      </p:sp>
      <p:sp>
        <p:nvSpPr>
          <p:cNvPr id="5" name="text-426">
            <a:extLst>
              <a:ext uri="{FF2B5EF4-FFF2-40B4-BE49-F238E27FC236}">
                <a16:creationId xmlns:a16="http://schemas.microsoft.com/office/drawing/2014/main" id="{B297898B-6EE9-443D-87E3-3BBBE58553D8}"/>
              </a:ext>
            </a:extLst>
          </p:cNvPr>
          <p:cNvSpPr>
            <a:spLocks noGrp="1"/>
          </p:cNvSpPr>
          <p:nvPr/>
        </p:nvSpPr>
        <p:spPr>
          <a:xfrm>
            <a:off x="971550" y="2255520"/>
            <a:ext cx="2628900" cy="6096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מפתחת א׳</a:t>
            </a:r>
          </a:p>
        </p:txBody>
      </p:sp>
      <p:sp>
        <p:nvSpPr>
          <p:cNvPr id="6" name="line-427">
            <a:extLst>
              <a:ext uri="{FF2B5EF4-FFF2-40B4-BE49-F238E27FC236}">
                <a16:creationId xmlns:a16="http://schemas.microsoft.com/office/drawing/2014/main" id="{C3CE6C31-7D70-42B3-825B-C0B417AEB1E0}"/>
              </a:ext>
            </a:extLst>
          </p:cNvPr>
          <p:cNvSpPr>
            <a:spLocks noGrp="1"/>
          </p:cNvSpPr>
          <p:nvPr/>
        </p:nvSpPr>
        <p:spPr>
          <a:xfrm>
            <a:off x="2286000" y="2962275"/>
            <a:ext cx="9525" cy="371475"/>
          </a:xfrm>
          <a:custGeom>
            <a:avLst/>
            <a:gdLst/>
            <a:ahLst/>
            <a:cxnLst/>
            <a:rect l="0" t="0" r="0" b="0"/>
            <a:pathLst>
              <a:path w="9525" h="371475">
                <a:moveTo>
                  <a:pt x="0" y="0"/>
                </a:moveTo>
                <a:lnTo>
                  <a:pt x="0" y="371475"/>
                </a:lnTo>
              </a:path>
            </a:pathLst>
          </a:custGeom>
          <a:noFill/>
          <a:ln w="38100">
            <a:solidFill>
              <a:srgbClr val="8888FF"/>
            </a:solidFill>
          </a:ln>
        </p:spPr>
      </p:sp>
      <p:sp>
        <p:nvSpPr>
          <p:cNvPr id="7" name="line-428">
            <a:extLst>
              <a:ext uri="{FF2B5EF4-FFF2-40B4-BE49-F238E27FC236}">
                <a16:creationId xmlns:a16="http://schemas.microsoft.com/office/drawing/2014/main" id="{ECF48241-1950-409C-8E3A-AE5AF8843933}"/>
              </a:ext>
            </a:extLst>
          </p:cNvPr>
          <p:cNvSpPr>
            <a:spLocks noGrp="1"/>
          </p:cNvSpPr>
          <p:nvPr/>
        </p:nvSpPr>
        <p:spPr>
          <a:xfrm>
            <a:off x="2226257" y="3236306"/>
            <a:ext cx="59743" cy="97444"/>
          </a:xfrm>
          <a:custGeom>
            <a:avLst/>
            <a:gdLst/>
            <a:ahLst/>
            <a:cxnLst/>
            <a:rect l="0" t="0" r="0" b="0"/>
            <a:pathLst>
              <a:path w="59743" h="97444">
                <a:moveTo>
                  <a:pt x="59743" y="97444"/>
                </a:moveTo>
                <a:lnTo>
                  <a:pt x="0" y="0"/>
                </a:lnTo>
              </a:path>
            </a:pathLst>
          </a:custGeom>
          <a:noFill/>
          <a:ln w="38100">
            <a:solidFill>
              <a:srgbClr val="8888FF"/>
            </a:solidFill>
          </a:ln>
        </p:spPr>
      </p:sp>
      <p:sp>
        <p:nvSpPr>
          <p:cNvPr id="8" name="line-429">
            <a:extLst>
              <a:ext uri="{FF2B5EF4-FFF2-40B4-BE49-F238E27FC236}">
                <a16:creationId xmlns:a16="http://schemas.microsoft.com/office/drawing/2014/main" id="{051F23C6-2CD7-45CB-974E-B46EE7A5037F}"/>
              </a:ext>
            </a:extLst>
          </p:cNvPr>
          <p:cNvSpPr>
            <a:spLocks noGrp="1"/>
          </p:cNvSpPr>
          <p:nvPr/>
        </p:nvSpPr>
        <p:spPr>
          <a:xfrm>
            <a:off x="2286000" y="3236306"/>
            <a:ext cx="59743" cy="97444"/>
          </a:xfrm>
          <a:custGeom>
            <a:avLst/>
            <a:gdLst/>
            <a:ahLst/>
            <a:cxnLst/>
            <a:rect l="0" t="0" r="0" b="0"/>
            <a:pathLst>
              <a:path w="59743" h="97444">
                <a:moveTo>
                  <a:pt x="0" y="97444"/>
                </a:moveTo>
                <a:lnTo>
                  <a:pt x="59743" y="0"/>
                </a:lnTo>
              </a:path>
            </a:pathLst>
          </a:custGeom>
          <a:noFill/>
          <a:ln w="38100">
            <a:solidFill>
              <a:srgbClr val="8888FF"/>
            </a:solidFill>
          </a:ln>
        </p:spPr>
      </p:sp>
      <p:sp>
        <p:nvSpPr>
          <p:cNvPr id="9" name="shape-430">
            <a:extLst>
              <a:ext uri="{FF2B5EF4-FFF2-40B4-BE49-F238E27FC236}">
                <a16:creationId xmlns:a16="http://schemas.microsoft.com/office/drawing/2014/main" id="{FD2A73D3-4CA6-40E1-9206-41AFDB18B087}"/>
              </a:ext>
            </a:extLst>
          </p:cNvPr>
          <p:cNvSpPr>
            <a:spLocks noGrp="1"/>
          </p:cNvSpPr>
          <p:nvPr/>
        </p:nvSpPr>
        <p:spPr>
          <a:xfrm>
            <a:off x="838200" y="3714750"/>
            <a:ext cx="2895600" cy="952500"/>
          </a:xfrm>
          <a:prstGeom prst="rect">
            <a:avLst/>
          </a:prstGeom>
          <a:solidFill>
            <a:srgbClr val="25282B"/>
          </a:solidFill>
          <a:ln w="19050">
            <a:solidFill>
              <a:srgbClr val="8888FF"/>
            </a:solidFill>
          </a:ln>
        </p:spPr>
      </p:sp>
      <p:sp>
        <p:nvSpPr>
          <p:cNvPr id="10" name="shape-431">
            <a:extLst>
              <a:ext uri="{FF2B5EF4-FFF2-40B4-BE49-F238E27FC236}">
                <a16:creationId xmlns:a16="http://schemas.microsoft.com/office/drawing/2014/main" id="{A482376C-9921-4E2C-9C81-C5A721D39272}"/>
              </a:ext>
            </a:extLst>
          </p:cNvPr>
          <p:cNvSpPr>
            <a:spLocks noGrp="1"/>
          </p:cNvSpPr>
          <p:nvPr/>
        </p:nvSpPr>
        <p:spPr>
          <a:xfrm>
            <a:off x="952500" y="3524250"/>
            <a:ext cx="1216152" cy="209550"/>
          </a:xfrm>
          <a:prstGeom prst="rect">
            <a:avLst/>
          </a:prstGeom>
          <a:solidFill>
            <a:srgbClr val="25282B"/>
          </a:solidFill>
          <a:ln w="19050">
            <a:solidFill>
              <a:srgbClr val="8888FF"/>
            </a:solidFill>
          </a:ln>
        </p:spPr>
      </p:sp>
      <p:sp>
        <p:nvSpPr>
          <p:cNvPr id="11" name="text-432">
            <a:extLst>
              <a:ext uri="{FF2B5EF4-FFF2-40B4-BE49-F238E27FC236}">
                <a16:creationId xmlns:a16="http://schemas.microsoft.com/office/drawing/2014/main" id="{F1849F8A-CD5F-4576-BD48-2F9F7513080D}"/>
              </a:ext>
            </a:extLst>
          </p:cNvPr>
          <p:cNvSpPr>
            <a:spLocks noGrp="1"/>
          </p:cNvSpPr>
          <p:nvPr/>
        </p:nvSpPr>
        <p:spPr>
          <a:xfrm>
            <a:off x="990600" y="3971925"/>
            <a:ext cx="2590800" cy="457200"/>
          </a:xfrm>
          <a:prstGeom prst="rect">
            <a:avLst/>
          </a:prstGeom>
          <a:noFill/>
          <a:ln w="0">
            <a:noFill/>
          </a:ln>
        </p:spPr>
        <p:txBody>
          <a:bodyPr wrap="none" lIns="0" tIns="0" rIns="0" bIns="0" anchor="t">
            <a:noAutofit/>
          </a:bodyPr>
          <a:lstStyle>
            <a:defPPr algn="l">
              <a:defRPr sz="2025" b="0">
                <a:solidFill>
                  <a:srgbClr val="8888FF"/>
                </a:solidFill>
                <a:latin typeface="Consolas"/>
                <a:ea typeface="Consolas"/>
                <a:cs typeface="Consolas"/>
              </a:defRPr>
            </a:defPPr>
            <a:lvl1pPr algn="l">
              <a:defRPr sz="2025" b="0">
                <a:solidFill>
                  <a:srgbClr val="8888FF"/>
                </a:solidFill>
                <a:latin typeface="Consolas"/>
                <a:ea typeface="Consolas"/>
                <a:cs typeface="Consolas"/>
              </a:defRPr>
            </a:lvl1pPr>
            <a:lvl2pPr algn="l">
              <a:defRPr sz="2025" b="0">
                <a:solidFill>
                  <a:srgbClr val="8888FF"/>
                </a:solidFill>
                <a:latin typeface="Consolas"/>
                <a:ea typeface="Consolas"/>
                <a:cs typeface="Consolas"/>
              </a:defRPr>
            </a:lvl2pPr>
            <a:lvl3pPr algn="l">
              <a:defRPr sz="2025" b="0">
                <a:solidFill>
                  <a:srgbClr val="8888FF"/>
                </a:solidFill>
                <a:latin typeface="Consolas"/>
                <a:ea typeface="Consolas"/>
                <a:cs typeface="Consolas"/>
              </a:defRPr>
            </a:lvl3pPr>
            <a:lvl4pPr algn="l">
              <a:defRPr sz="2025" b="0">
                <a:solidFill>
                  <a:srgbClr val="8888FF"/>
                </a:solidFill>
                <a:latin typeface="Consolas"/>
                <a:ea typeface="Consolas"/>
                <a:cs typeface="Consolas"/>
              </a:defRPr>
            </a:lvl4pPr>
            <a:lvl5pPr algn="l">
              <a:defRPr sz="2025" b="0">
                <a:solidFill>
                  <a:srgbClr val="8888FF"/>
                </a:solidFill>
                <a:latin typeface="Consolas"/>
                <a:ea typeface="Consolas"/>
                <a:cs typeface="Consolas"/>
              </a:defRPr>
            </a:lvl5pPr>
            <a:lvl6pPr algn="l">
              <a:defRPr sz="2025" b="0">
                <a:solidFill>
                  <a:srgbClr val="8888FF"/>
                </a:solidFill>
                <a:latin typeface="Consolas"/>
                <a:ea typeface="Consolas"/>
                <a:cs typeface="Consolas"/>
              </a:defRPr>
            </a:lvl6pPr>
            <a:lvl7pPr algn="l">
              <a:defRPr sz="2025" b="0">
                <a:solidFill>
                  <a:srgbClr val="8888FF"/>
                </a:solidFill>
                <a:latin typeface="Consolas"/>
                <a:ea typeface="Consolas"/>
                <a:cs typeface="Consolas"/>
              </a:defRPr>
            </a:lvl7pPr>
            <a:lvl8pPr algn="l">
              <a:defRPr sz="2025" b="0">
                <a:solidFill>
                  <a:srgbClr val="8888FF"/>
                </a:solidFill>
                <a:latin typeface="Consolas"/>
                <a:ea typeface="Consolas"/>
                <a:cs typeface="Consolas"/>
              </a:defRPr>
            </a:lvl8pPr>
            <a:lvl9pPr algn="l">
              <a:defRPr sz="2025" b="0">
                <a:solidFill>
                  <a:srgbClr val="8888FF"/>
                </a:solidFill>
                <a:latin typeface="Consolas"/>
                <a:ea typeface="Consolas"/>
                <a:cs typeface="Consolas"/>
              </a:defRPr>
            </a:lvl9pPr>
          </a:lstStyle>
          <a:p>
            <a:pPr algn="l" rtl="0">
              <a:lnSpc>
                <a:spcPct val="108000"/>
              </a:lnSpc>
              <a:buNone/>
              <a:defRPr sz="2025" b="0">
                <a:solidFill>
                  <a:srgbClr val="8888FF"/>
                </a:solidFill>
                <a:latin typeface="Consolas"/>
                <a:ea typeface="Consolas"/>
                <a:cs typeface="Consolas"/>
              </a:defRPr>
            </a:pPr>
            <a:r>
              <a:rPr lang="en-US" sz="2025" b="0">
                <a:solidFill>
                  <a:srgbClr val="8888FF"/>
                </a:solidFill>
                <a:latin typeface="Consolas"/>
                <a:ea typeface="Consolas"/>
                <a:cs typeface="Consolas"/>
              </a:rPr>
              <a:t>Level-A.unity</a:t>
            </a:r>
          </a:p>
        </p:txBody>
      </p:sp>
      <p:sp>
        <p:nvSpPr>
          <p:cNvPr id="12" name="shape-433">
            <a:extLst>
              <a:ext uri="{FF2B5EF4-FFF2-40B4-BE49-F238E27FC236}">
                <a16:creationId xmlns:a16="http://schemas.microsoft.com/office/drawing/2014/main" id="{9B122535-1887-4EA0-B072-A305408C9716}"/>
              </a:ext>
            </a:extLst>
          </p:cNvPr>
          <p:cNvSpPr>
            <a:spLocks noGrp="1"/>
          </p:cNvSpPr>
          <p:nvPr/>
        </p:nvSpPr>
        <p:spPr>
          <a:xfrm>
            <a:off x="5410200" y="2057400"/>
            <a:ext cx="2895600" cy="762000"/>
          </a:xfrm>
          <a:prstGeom prst="rect">
            <a:avLst/>
          </a:prstGeom>
          <a:solidFill>
            <a:srgbClr val="25282B"/>
          </a:solidFill>
          <a:ln w="19050">
            <a:solidFill>
              <a:srgbClr val="42AFFA"/>
            </a:solidFill>
          </a:ln>
        </p:spPr>
      </p:sp>
      <p:sp>
        <p:nvSpPr>
          <p:cNvPr id="13" name="text-434">
            <a:extLst>
              <a:ext uri="{FF2B5EF4-FFF2-40B4-BE49-F238E27FC236}">
                <a16:creationId xmlns:a16="http://schemas.microsoft.com/office/drawing/2014/main" id="{0156FA4A-37C3-4654-A01E-C49D055E488F}"/>
              </a:ext>
            </a:extLst>
          </p:cNvPr>
          <p:cNvSpPr>
            <a:spLocks noGrp="1"/>
          </p:cNvSpPr>
          <p:nvPr/>
        </p:nvSpPr>
        <p:spPr>
          <a:xfrm>
            <a:off x="5543550" y="2255520"/>
            <a:ext cx="2628900" cy="60960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מפתח ב׳</a:t>
            </a:r>
          </a:p>
        </p:txBody>
      </p:sp>
      <p:sp>
        <p:nvSpPr>
          <p:cNvPr id="14" name="line-435">
            <a:extLst>
              <a:ext uri="{FF2B5EF4-FFF2-40B4-BE49-F238E27FC236}">
                <a16:creationId xmlns:a16="http://schemas.microsoft.com/office/drawing/2014/main" id="{5F08EFEA-E5A3-436A-95F5-C4602E73F436}"/>
              </a:ext>
            </a:extLst>
          </p:cNvPr>
          <p:cNvSpPr>
            <a:spLocks noGrp="1"/>
          </p:cNvSpPr>
          <p:nvPr/>
        </p:nvSpPr>
        <p:spPr>
          <a:xfrm>
            <a:off x="6858000" y="2962275"/>
            <a:ext cx="9525" cy="371475"/>
          </a:xfrm>
          <a:custGeom>
            <a:avLst/>
            <a:gdLst/>
            <a:ahLst/>
            <a:cxnLst/>
            <a:rect l="0" t="0" r="0" b="0"/>
            <a:pathLst>
              <a:path w="9525" h="371475">
                <a:moveTo>
                  <a:pt x="0" y="0"/>
                </a:moveTo>
                <a:lnTo>
                  <a:pt x="0" y="371475"/>
                </a:lnTo>
              </a:path>
            </a:pathLst>
          </a:custGeom>
          <a:noFill/>
          <a:ln w="38100">
            <a:solidFill>
              <a:srgbClr val="42AFFA"/>
            </a:solidFill>
          </a:ln>
        </p:spPr>
      </p:sp>
      <p:sp>
        <p:nvSpPr>
          <p:cNvPr id="15" name="line-436">
            <a:extLst>
              <a:ext uri="{FF2B5EF4-FFF2-40B4-BE49-F238E27FC236}">
                <a16:creationId xmlns:a16="http://schemas.microsoft.com/office/drawing/2014/main" id="{A12F0C7F-B78C-4E08-87DE-411681C0C552}"/>
              </a:ext>
            </a:extLst>
          </p:cNvPr>
          <p:cNvSpPr>
            <a:spLocks noGrp="1"/>
          </p:cNvSpPr>
          <p:nvPr/>
        </p:nvSpPr>
        <p:spPr>
          <a:xfrm>
            <a:off x="6798257" y="3236306"/>
            <a:ext cx="59743" cy="97444"/>
          </a:xfrm>
          <a:custGeom>
            <a:avLst/>
            <a:gdLst/>
            <a:ahLst/>
            <a:cxnLst/>
            <a:rect l="0" t="0" r="0" b="0"/>
            <a:pathLst>
              <a:path w="59743" h="97444">
                <a:moveTo>
                  <a:pt x="59743" y="97444"/>
                </a:moveTo>
                <a:lnTo>
                  <a:pt x="0" y="0"/>
                </a:lnTo>
              </a:path>
            </a:pathLst>
          </a:custGeom>
          <a:noFill/>
          <a:ln w="38100">
            <a:solidFill>
              <a:srgbClr val="42AFFA"/>
            </a:solidFill>
          </a:ln>
        </p:spPr>
      </p:sp>
      <p:sp>
        <p:nvSpPr>
          <p:cNvPr id="16" name="line-437">
            <a:extLst>
              <a:ext uri="{FF2B5EF4-FFF2-40B4-BE49-F238E27FC236}">
                <a16:creationId xmlns:a16="http://schemas.microsoft.com/office/drawing/2014/main" id="{B25DFCCA-E69A-4184-93BE-1C38A316D0BF}"/>
              </a:ext>
            </a:extLst>
          </p:cNvPr>
          <p:cNvSpPr>
            <a:spLocks noGrp="1"/>
          </p:cNvSpPr>
          <p:nvPr/>
        </p:nvSpPr>
        <p:spPr>
          <a:xfrm>
            <a:off x="6858000" y="3236306"/>
            <a:ext cx="59743" cy="97444"/>
          </a:xfrm>
          <a:custGeom>
            <a:avLst/>
            <a:gdLst/>
            <a:ahLst/>
            <a:cxnLst/>
            <a:rect l="0" t="0" r="0" b="0"/>
            <a:pathLst>
              <a:path w="59743" h="97444">
                <a:moveTo>
                  <a:pt x="0" y="97444"/>
                </a:moveTo>
                <a:lnTo>
                  <a:pt x="59743" y="0"/>
                </a:lnTo>
              </a:path>
            </a:pathLst>
          </a:custGeom>
          <a:noFill/>
          <a:ln w="38100">
            <a:solidFill>
              <a:srgbClr val="42AFFA"/>
            </a:solidFill>
          </a:ln>
        </p:spPr>
      </p:sp>
      <p:sp>
        <p:nvSpPr>
          <p:cNvPr id="17" name="shape-438">
            <a:extLst>
              <a:ext uri="{FF2B5EF4-FFF2-40B4-BE49-F238E27FC236}">
                <a16:creationId xmlns:a16="http://schemas.microsoft.com/office/drawing/2014/main" id="{DE99F276-68FD-4B5D-B1B2-5CE49E84DAC2}"/>
              </a:ext>
            </a:extLst>
          </p:cNvPr>
          <p:cNvSpPr>
            <a:spLocks noGrp="1"/>
          </p:cNvSpPr>
          <p:nvPr/>
        </p:nvSpPr>
        <p:spPr>
          <a:xfrm>
            <a:off x="5410200" y="3714750"/>
            <a:ext cx="2895600" cy="952500"/>
          </a:xfrm>
          <a:prstGeom prst="rect">
            <a:avLst/>
          </a:prstGeom>
          <a:solidFill>
            <a:srgbClr val="25282B"/>
          </a:solidFill>
          <a:ln w="19050">
            <a:solidFill>
              <a:srgbClr val="42AFFA"/>
            </a:solidFill>
          </a:ln>
        </p:spPr>
      </p:sp>
      <p:sp>
        <p:nvSpPr>
          <p:cNvPr id="18" name="shape-439">
            <a:extLst>
              <a:ext uri="{FF2B5EF4-FFF2-40B4-BE49-F238E27FC236}">
                <a16:creationId xmlns:a16="http://schemas.microsoft.com/office/drawing/2014/main" id="{7ABD196D-81F5-4496-9F7D-28203BA6ED9D}"/>
              </a:ext>
            </a:extLst>
          </p:cNvPr>
          <p:cNvSpPr>
            <a:spLocks noGrp="1"/>
          </p:cNvSpPr>
          <p:nvPr/>
        </p:nvSpPr>
        <p:spPr>
          <a:xfrm>
            <a:off x="5524500" y="3524250"/>
            <a:ext cx="1216152" cy="209550"/>
          </a:xfrm>
          <a:prstGeom prst="rect">
            <a:avLst/>
          </a:prstGeom>
          <a:solidFill>
            <a:srgbClr val="25282B"/>
          </a:solidFill>
          <a:ln w="19050">
            <a:solidFill>
              <a:srgbClr val="42AFFA"/>
            </a:solidFill>
          </a:ln>
        </p:spPr>
      </p:sp>
      <p:sp>
        <p:nvSpPr>
          <p:cNvPr id="19" name="text-440">
            <a:extLst>
              <a:ext uri="{FF2B5EF4-FFF2-40B4-BE49-F238E27FC236}">
                <a16:creationId xmlns:a16="http://schemas.microsoft.com/office/drawing/2014/main" id="{E1EEAE2C-D5BB-4711-9526-7CEF39BE8B9C}"/>
              </a:ext>
            </a:extLst>
          </p:cNvPr>
          <p:cNvSpPr>
            <a:spLocks noGrp="1"/>
          </p:cNvSpPr>
          <p:nvPr/>
        </p:nvSpPr>
        <p:spPr>
          <a:xfrm>
            <a:off x="5562600" y="3971925"/>
            <a:ext cx="2590800" cy="457200"/>
          </a:xfrm>
          <a:prstGeom prst="rect">
            <a:avLst/>
          </a:prstGeom>
          <a:noFill/>
          <a:ln w="0">
            <a:noFill/>
          </a:ln>
        </p:spPr>
        <p:txBody>
          <a:bodyPr wrap="none" lIns="0" tIns="0" rIns="0" bIns="0" anchor="t">
            <a:noAutofit/>
          </a:bodyPr>
          <a:lstStyle>
            <a:defPPr algn="l">
              <a:defRPr sz="2025" b="0">
                <a:solidFill>
                  <a:srgbClr val="42AFFA"/>
                </a:solidFill>
                <a:latin typeface="Consolas"/>
                <a:ea typeface="Consolas"/>
                <a:cs typeface="Consolas"/>
              </a:defRPr>
            </a:defPPr>
            <a:lvl1pPr algn="l">
              <a:defRPr sz="2025" b="0">
                <a:solidFill>
                  <a:srgbClr val="42AFFA"/>
                </a:solidFill>
                <a:latin typeface="Consolas"/>
                <a:ea typeface="Consolas"/>
                <a:cs typeface="Consolas"/>
              </a:defRPr>
            </a:lvl1pPr>
            <a:lvl2pPr algn="l">
              <a:defRPr sz="2025" b="0">
                <a:solidFill>
                  <a:srgbClr val="42AFFA"/>
                </a:solidFill>
                <a:latin typeface="Consolas"/>
                <a:ea typeface="Consolas"/>
                <a:cs typeface="Consolas"/>
              </a:defRPr>
            </a:lvl2pPr>
            <a:lvl3pPr algn="l">
              <a:defRPr sz="2025" b="0">
                <a:solidFill>
                  <a:srgbClr val="42AFFA"/>
                </a:solidFill>
                <a:latin typeface="Consolas"/>
                <a:ea typeface="Consolas"/>
                <a:cs typeface="Consolas"/>
              </a:defRPr>
            </a:lvl3pPr>
            <a:lvl4pPr algn="l">
              <a:defRPr sz="2025" b="0">
                <a:solidFill>
                  <a:srgbClr val="42AFFA"/>
                </a:solidFill>
                <a:latin typeface="Consolas"/>
                <a:ea typeface="Consolas"/>
                <a:cs typeface="Consolas"/>
              </a:defRPr>
            </a:lvl4pPr>
            <a:lvl5pPr algn="l">
              <a:defRPr sz="2025" b="0">
                <a:solidFill>
                  <a:srgbClr val="42AFFA"/>
                </a:solidFill>
                <a:latin typeface="Consolas"/>
                <a:ea typeface="Consolas"/>
                <a:cs typeface="Consolas"/>
              </a:defRPr>
            </a:lvl5pPr>
            <a:lvl6pPr algn="l">
              <a:defRPr sz="2025" b="0">
                <a:solidFill>
                  <a:srgbClr val="42AFFA"/>
                </a:solidFill>
                <a:latin typeface="Consolas"/>
                <a:ea typeface="Consolas"/>
                <a:cs typeface="Consolas"/>
              </a:defRPr>
            </a:lvl6pPr>
            <a:lvl7pPr algn="l">
              <a:defRPr sz="2025" b="0">
                <a:solidFill>
                  <a:srgbClr val="42AFFA"/>
                </a:solidFill>
                <a:latin typeface="Consolas"/>
                <a:ea typeface="Consolas"/>
                <a:cs typeface="Consolas"/>
              </a:defRPr>
            </a:lvl7pPr>
            <a:lvl8pPr algn="l">
              <a:defRPr sz="2025" b="0">
                <a:solidFill>
                  <a:srgbClr val="42AFFA"/>
                </a:solidFill>
                <a:latin typeface="Consolas"/>
                <a:ea typeface="Consolas"/>
                <a:cs typeface="Consolas"/>
              </a:defRPr>
            </a:lvl8pPr>
            <a:lvl9pPr algn="l">
              <a:defRPr sz="2025" b="0">
                <a:solidFill>
                  <a:srgbClr val="42AFFA"/>
                </a:solidFill>
                <a:latin typeface="Consolas"/>
                <a:ea typeface="Consolas"/>
                <a:cs typeface="Consolas"/>
              </a:defRPr>
            </a:lvl9pPr>
          </a:lstStyle>
          <a:p>
            <a:pPr algn="l" rtl="0">
              <a:lnSpc>
                <a:spcPct val="108000"/>
              </a:lnSpc>
              <a:buNone/>
              <a:defRPr sz="2025" b="0">
                <a:solidFill>
                  <a:srgbClr val="42AFFA"/>
                </a:solidFill>
                <a:latin typeface="Consolas"/>
                <a:ea typeface="Consolas"/>
                <a:cs typeface="Consolas"/>
              </a:defRPr>
            </a:pPr>
            <a:r>
              <a:rPr lang="en-US" sz="2025" b="0">
                <a:solidFill>
                  <a:srgbClr val="42AFFA"/>
                </a:solidFill>
                <a:latin typeface="Consolas"/>
                <a:ea typeface="Consolas"/>
                <a:cs typeface="Consolas"/>
              </a:rPr>
              <a:t>Enemy.prefab</a:t>
            </a:r>
          </a:p>
        </p:txBody>
      </p:sp>
      <p:sp>
        <p:nvSpPr>
          <p:cNvPr id="20" name="text-441">
            <a:extLst>
              <a:ext uri="{FF2B5EF4-FFF2-40B4-BE49-F238E27FC236}">
                <a16:creationId xmlns:a16="http://schemas.microsoft.com/office/drawing/2014/main" id="{00214318-CF72-41B6-822F-AE4AE2E9274E}"/>
              </a:ext>
            </a:extLst>
          </p:cNvPr>
          <p:cNvSpPr>
            <a:spLocks noGrp="1"/>
          </p:cNvSpPr>
          <p:nvPr/>
        </p:nvSpPr>
        <p:spPr>
          <a:xfrm>
            <a:off x="838200" y="5105400"/>
            <a:ext cx="2857500" cy="552450"/>
          </a:xfrm>
          <a:prstGeom prst="rect">
            <a:avLst/>
          </a:prstGeom>
          <a:noFill/>
          <a:ln w="0">
            <a:noFill/>
          </a:ln>
        </p:spPr>
        <p:txBody>
          <a:bodyPr wrap="none" lIns="0" tIns="0" rIns="0" bIns="0" anchor="t">
            <a:noAutofit/>
          </a:bodyPr>
          <a:lstStyle>
            <a:defPPr algn="l">
              <a:defRPr sz="2700" b="0">
                <a:solidFill>
                  <a:srgbClr val="88FF88"/>
                </a:solidFill>
                <a:latin typeface="Consolas"/>
                <a:ea typeface="Consolas"/>
                <a:cs typeface="Consolas"/>
              </a:defRPr>
            </a:defPPr>
            <a:lvl1pPr algn="l">
              <a:defRPr sz="2700" b="0">
                <a:solidFill>
                  <a:srgbClr val="88FF88"/>
                </a:solidFill>
                <a:latin typeface="Consolas"/>
                <a:ea typeface="Consolas"/>
                <a:cs typeface="Consolas"/>
              </a:defRPr>
            </a:lvl1pPr>
            <a:lvl2pPr algn="l">
              <a:defRPr sz="2700" b="0">
                <a:solidFill>
                  <a:srgbClr val="88FF88"/>
                </a:solidFill>
                <a:latin typeface="Consolas"/>
                <a:ea typeface="Consolas"/>
                <a:cs typeface="Consolas"/>
              </a:defRPr>
            </a:lvl2pPr>
            <a:lvl3pPr algn="l">
              <a:defRPr sz="2700" b="0">
                <a:solidFill>
                  <a:srgbClr val="88FF88"/>
                </a:solidFill>
                <a:latin typeface="Consolas"/>
                <a:ea typeface="Consolas"/>
                <a:cs typeface="Consolas"/>
              </a:defRPr>
            </a:lvl3pPr>
            <a:lvl4pPr algn="l">
              <a:defRPr sz="2700" b="0">
                <a:solidFill>
                  <a:srgbClr val="88FF88"/>
                </a:solidFill>
                <a:latin typeface="Consolas"/>
                <a:ea typeface="Consolas"/>
                <a:cs typeface="Consolas"/>
              </a:defRPr>
            </a:lvl4pPr>
            <a:lvl5pPr algn="l">
              <a:defRPr sz="2700" b="0">
                <a:solidFill>
                  <a:srgbClr val="88FF88"/>
                </a:solidFill>
                <a:latin typeface="Consolas"/>
                <a:ea typeface="Consolas"/>
                <a:cs typeface="Consolas"/>
              </a:defRPr>
            </a:lvl5pPr>
            <a:lvl6pPr algn="l">
              <a:defRPr sz="2700" b="0">
                <a:solidFill>
                  <a:srgbClr val="88FF88"/>
                </a:solidFill>
                <a:latin typeface="Consolas"/>
                <a:ea typeface="Consolas"/>
                <a:cs typeface="Consolas"/>
              </a:defRPr>
            </a:lvl6pPr>
            <a:lvl7pPr algn="l">
              <a:defRPr sz="2700" b="0">
                <a:solidFill>
                  <a:srgbClr val="88FF88"/>
                </a:solidFill>
                <a:latin typeface="Consolas"/>
                <a:ea typeface="Consolas"/>
                <a:cs typeface="Consolas"/>
              </a:defRPr>
            </a:lvl7pPr>
            <a:lvl8pPr algn="l">
              <a:defRPr sz="2700" b="0">
                <a:solidFill>
                  <a:srgbClr val="88FF88"/>
                </a:solidFill>
                <a:latin typeface="Consolas"/>
                <a:ea typeface="Consolas"/>
                <a:cs typeface="Consolas"/>
              </a:defRPr>
            </a:lvl8pPr>
            <a:lvl9pPr algn="l">
              <a:defRPr sz="2700" b="0">
                <a:solidFill>
                  <a:srgbClr val="88FF88"/>
                </a:solidFill>
                <a:latin typeface="Consolas"/>
                <a:ea typeface="Consolas"/>
                <a:cs typeface="Consolas"/>
              </a:defRPr>
            </a:lvl9pPr>
          </a:lstStyle>
          <a:p>
            <a:pPr algn="l" rtl="0">
              <a:lnSpc>
                <a:spcPct val="108000"/>
              </a:lnSpc>
              <a:buNone/>
              <a:defRPr sz="2700" b="0">
                <a:solidFill>
                  <a:srgbClr val="88FF88"/>
                </a:solidFill>
                <a:latin typeface="Consolas"/>
                <a:ea typeface="Consolas"/>
                <a:cs typeface="Consolas"/>
              </a:defRPr>
            </a:pPr>
            <a:r>
              <a:rPr lang="en-US" sz="2700" b="0">
                <a:solidFill>
                  <a:srgbClr val="88FF88"/>
                </a:solidFill>
                <a:latin typeface="Consolas"/>
                <a:ea typeface="Consolas"/>
                <a:cs typeface="Consolas"/>
              </a:rPr>
              <a:t>git pull</a:t>
            </a:r>
          </a:p>
        </p:txBody>
      </p:sp>
      <p:sp>
        <p:nvSpPr>
          <p:cNvPr id="21" name="text-442">
            <a:extLst>
              <a:ext uri="{FF2B5EF4-FFF2-40B4-BE49-F238E27FC236}">
                <a16:creationId xmlns:a16="http://schemas.microsoft.com/office/drawing/2014/main" id="{1221DBD4-BEBA-451A-9236-06163E3CF703}"/>
              </a:ext>
            </a:extLst>
          </p:cNvPr>
          <p:cNvSpPr>
            <a:spLocks noGrp="1"/>
          </p:cNvSpPr>
          <p:nvPr/>
        </p:nvSpPr>
        <p:spPr>
          <a:xfrm>
            <a:off x="4038600" y="5143500"/>
            <a:ext cx="4267200" cy="476250"/>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לפני שמתחילים לעבוד</a:t>
            </a:r>
          </a:p>
        </p:txBody>
      </p:sp>
      <p:sp>
        <p:nvSpPr>
          <p:cNvPr id="22" name="text-443">
            <a:extLst>
              <a:ext uri="{FF2B5EF4-FFF2-40B4-BE49-F238E27FC236}">
                <a16:creationId xmlns:a16="http://schemas.microsoft.com/office/drawing/2014/main" id="{6FA5C57C-5504-420E-9678-34C724BC7028}"/>
              </a:ext>
            </a:extLst>
          </p:cNvPr>
          <p:cNvSpPr>
            <a:spLocks noGrp="1"/>
          </p:cNvSpPr>
          <p:nvPr/>
        </p:nvSpPr>
        <p:spPr>
          <a:xfrm>
            <a:off x="638175" y="5848350"/>
            <a:ext cx="3095625" cy="323850"/>
          </a:xfrm>
          <a:prstGeom prst="rect">
            <a:avLst/>
          </a:prstGeom>
          <a:noFill/>
          <a:ln w="0">
            <a:noFill/>
          </a:ln>
        </p:spPr>
        <p:txBody>
          <a:bodyPr wrap="none" lIns="0" tIns="0" rIns="0" bIns="0" anchor="t">
            <a:noAutofit/>
          </a:bodyPr>
          <a:lstStyle>
            <a:defPPr algn="l">
              <a:defRPr sz="1800" b="0">
                <a:solidFill>
                  <a:srgbClr val="42AFFA"/>
                </a:solidFill>
                <a:latin typeface="Consolas"/>
                <a:ea typeface="Consolas"/>
                <a:cs typeface="Consolas"/>
              </a:defRPr>
            </a:defPPr>
            <a:lvl1pPr algn="l">
              <a:defRPr sz="1800" b="0">
                <a:solidFill>
                  <a:srgbClr val="42AFFA"/>
                </a:solidFill>
                <a:latin typeface="Consolas"/>
                <a:ea typeface="Consolas"/>
                <a:cs typeface="Consolas"/>
              </a:defRPr>
            </a:lvl1pPr>
            <a:lvl2pPr algn="l">
              <a:defRPr sz="1800" b="0">
                <a:solidFill>
                  <a:srgbClr val="42AFFA"/>
                </a:solidFill>
                <a:latin typeface="Consolas"/>
                <a:ea typeface="Consolas"/>
                <a:cs typeface="Consolas"/>
              </a:defRPr>
            </a:lvl2pPr>
            <a:lvl3pPr algn="l">
              <a:defRPr sz="1800" b="0">
                <a:solidFill>
                  <a:srgbClr val="42AFFA"/>
                </a:solidFill>
                <a:latin typeface="Consolas"/>
                <a:ea typeface="Consolas"/>
                <a:cs typeface="Consolas"/>
              </a:defRPr>
            </a:lvl3pPr>
            <a:lvl4pPr algn="l">
              <a:defRPr sz="1800" b="0">
                <a:solidFill>
                  <a:srgbClr val="42AFFA"/>
                </a:solidFill>
                <a:latin typeface="Consolas"/>
                <a:ea typeface="Consolas"/>
                <a:cs typeface="Consolas"/>
              </a:defRPr>
            </a:lvl4pPr>
            <a:lvl5pPr algn="l">
              <a:defRPr sz="1800" b="0">
                <a:solidFill>
                  <a:srgbClr val="42AFFA"/>
                </a:solidFill>
                <a:latin typeface="Consolas"/>
                <a:ea typeface="Consolas"/>
                <a:cs typeface="Consolas"/>
              </a:defRPr>
            </a:lvl5pPr>
            <a:lvl6pPr algn="l">
              <a:defRPr sz="1800" b="0">
                <a:solidFill>
                  <a:srgbClr val="42AFFA"/>
                </a:solidFill>
                <a:latin typeface="Consolas"/>
                <a:ea typeface="Consolas"/>
                <a:cs typeface="Consolas"/>
              </a:defRPr>
            </a:lvl6pPr>
            <a:lvl7pPr algn="l">
              <a:defRPr sz="1800" b="0">
                <a:solidFill>
                  <a:srgbClr val="42AFFA"/>
                </a:solidFill>
                <a:latin typeface="Consolas"/>
                <a:ea typeface="Consolas"/>
                <a:cs typeface="Consolas"/>
              </a:defRPr>
            </a:lvl7pPr>
            <a:lvl8pPr algn="l">
              <a:defRPr sz="1800" b="0">
                <a:solidFill>
                  <a:srgbClr val="42AFFA"/>
                </a:solidFill>
                <a:latin typeface="Consolas"/>
                <a:ea typeface="Consolas"/>
                <a:cs typeface="Consolas"/>
              </a:defRPr>
            </a:lvl8pPr>
            <a:lvl9pPr algn="l">
              <a:defRPr sz="1800" b="0">
                <a:solidFill>
                  <a:srgbClr val="42AFFA"/>
                </a:solidFill>
                <a:latin typeface="Consolas"/>
                <a:ea typeface="Consolas"/>
                <a:cs typeface="Consolas"/>
              </a:defRPr>
            </a:lvl9pPr>
          </a:lstStyle>
          <a:p>
            <a:pPr algn="l" rtl="0">
              <a:lnSpc>
                <a:spcPct val="108000"/>
              </a:lnSpc>
              <a:buNone/>
              <a:defRPr sz="1800" b="0">
                <a:solidFill>
                  <a:srgbClr val="42AFFA"/>
                </a:solidFill>
                <a:latin typeface="Consolas"/>
                <a:ea typeface="Consolas"/>
                <a:cs typeface="Consolas"/>
              </a:defRPr>
            </a:pPr>
            <a:r>
              <a:rPr lang="en-US" sz="1800" b="0">
                <a:solidFill>
                  <a:srgbClr val="42AFFA"/>
                </a:solidFill>
                <a:latin typeface="Consolas"/>
                <a:ea typeface="Consolas"/>
                <a:cs typeface="Consolas"/>
              </a:rPr>
              <a:t>Unity Smart Merge</a:t>
            </a:r>
          </a:p>
        </p:txBody>
      </p:sp>
      <p:sp>
        <p:nvSpPr>
          <p:cNvPr id="23" name="text-444">
            <a:extLst>
              <a:ext uri="{FF2B5EF4-FFF2-40B4-BE49-F238E27FC236}">
                <a16:creationId xmlns:a16="http://schemas.microsoft.com/office/drawing/2014/main" id="{962346ED-43CB-47FC-96A0-15A4CDFFFE7A}"/>
              </a:ext>
            </a:extLst>
          </p:cNvPr>
          <p:cNvSpPr>
            <a:spLocks noGrp="1"/>
          </p:cNvSpPr>
          <p:nvPr/>
        </p:nvSpPr>
        <p:spPr>
          <a:xfrm>
            <a:off x="3914775" y="5829300"/>
            <a:ext cx="4667250" cy="361950"/>
          </a:xfrm>
          <a:prstGeom prst="rect">
            <a:avLst/>
          </a:prstGeom>
          <a:noFill/>
          <a:ln w="0">
            <a:noFill/>
          </a:ln>
        </p:spPr>
        <p:txBody>
          <a:bodyPr wrap="square" lIns="0" tIns="0" rIns="0" bIns="0" anchor="t">
            <a:noAutofit/>
          </a:bodyPr>
          <a:lstStyle>
            <a:defPPr algn="r">
              <a:defRPr sz="1800" b="0">
                <a:solidFill>
                  <a:srgbClr val="F7F7F7"/>
                </a:solidFill>
                <a:latin typeface="Arial"/>
                <a:ea typeface="Arial"/>
                <a:cs typeface="Arial"/>
              </a:defRPr>
            </a:defPPr>
            <a:lvl1pPr algn="r">
              <a:defRPr sz="1800" b="0">
                <a:solidFill>
                  <a:srgbClr val="F7F7F7"/>
                </a:solidFill>
                <a:latin typeface="Arial"/>
                <a:ea typeface="Arial"/>
                <a:cs typeface="Arial"/>
              </a:defRPr>
            </a:lvl1pPr>
            <a:lvl2pPr algn="r">
              <a:defRPr sz="1800" b="0">
                <a:solidFill>
                  <a:srgbClr val="F7F7F7"/>
                </a:solidFill>
                <a:latin typeface="Arial"/>
                <a:ea typeface="Arial"/>
                <a:cs typeface="Arial"/>
              </a:defRPr>
            </a:lvl2pPr>
            <a:lvl3pPr algn="r">
              <a:defRPr sz="1800" b="0">
                <a:solidFill>
                  <a:srgbClr val="F7F7F7"/>
                </a:solidFill>
                <a:latin typeface="Arial"/>
                <a:ea typeface="Arial"/>
                <a:cs typeface="Arial"/>
              </a:defRPr>
            </a:lvl3pPr>
            <a:lvl4pPr algn="r">
              <a:defRPr sz="1800" b="0">
                <a:solidFill>
                  <a:srgbClr val="F7F7F7"/>
                </a:solidFill>
                <a:latin typeface="Arial"/>
                <a:ea typeface="Arial"/>
                <a:cs typeface="Arial"/>
              </a:defRPr>
            </a:lvl4pPr>
            <a:lvl5pPr algn="r">
              <a:defRPr sz="1800" b="0">
                <a:solidFill>
                  <a:srgbClr val="F7F7F7"/>
                </a:solidFill>
                <a:latin typeface="Arial"/>
                <a:ea typeface="Arial"/>
                <a:cs typeface="Arial"/>
              </a:defRPr>
            </a:lvl5pPr>
            <a:lvl6pPr algn="r">
              <a:defRPr sz="1800" b="0">
                <a:solidFill>
                  <a:srgbClr val="F7F7F7"/>
                </a:solidFill>
                <a:latin typeface="Arial"/>
                <a:ea typeface="Arial"/>
                <a:cs typeface="Arial"/>
              </a:defRPr>
            </a:lvl6pPr>
            <a:lvl7pPr algn="r">
              <a:defRPr sz="1800" b="0">
                <a:solidFill>
                  <a:srgbClr val="F7F7F7"/>
                </a:solidFill>
                <a:latin typeface="Arial"/>
                <a:ea typeface="Arial"/>
                <a:cs typeface="Arial"/>
              </a:defRPr>
            </a:lvl7pPr>
            <a:lvl8pPr algn="r">
              <a:defRPr sz="1800" b="0">
                <a:solidFill>
                  <a:srgbClr val="F7F7F7"/>
                </a:solidFill>
                <a:latin typeface="Arial"/>
                <a:ea typeface="Arial"/>
                <a:cs typeface="Arial"/>
              </a:defRPr>
            </a:lvl8pPr>
            <a:lvl9pPr algn="r">
              <a:defRPr sz="1800" b="0">
                <a:solidFill>
                  <a:srgbClr val="F7F7F7"/>
                </a:solidFill>
                <a:latin typeface="Arial"/>
                <a:ea typeface="Arial"/>
                <a:cs typeface="Arial"/>
              </a:defRPr>
            </a:lvl9pPr>
          </a:lstStyle>
          <a:p>
            <a:pPr algn="r" rtl="1">
              <a:lnSpc>
                <a:spcPct val="108000"/>
              </a:lnSpc>
              <a:buNone/>
              <a:defRPr sz="1800" b="0">
                <a:solidFill>
                  <a:srgbClr val="F7F7F7"/>
                </a:solidFill>
                <a:latin typeface="Arial"/>
                <a:ea typeface="Arial"/>
                <a:cs typeface="Arial"/>
              </a:defRPr>
            </a:pPr>
            <a:r>
              <a:rPr lang="he-IL" sz="1800" b="0">
                <a:solidFill>
                  <a:srgbClr val="F7F7F7"/>
                </a:solidFill>
                <a:latin typeface="Arial"/>
                <a:ea typeface="Arial"/>
                <a:cs typeface="Arial"/>
              </a:rPr>
              <a:t>יכול לעזור. בודקים את התוצאה ביוניטי.</a:t>
            </a:r>
          </a:p>
        </p:txBody>
      </p:sp>
    </p:spTree>
    <p:extLst>
      <p:ext uri="{BB962C8B-B14F-4D97-AF65-F5344CB8AC3E}">
        <p14:creationId xmlns:p14="http://schemas.microsoft.com/office/powerpoint/2010/main" val="299948684"/>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2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2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2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2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2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2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3"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9" name="text-445">
            <a:extLst>
              <a:ext uri="{FF2B5EF4-FFF2-40B4-BE49-F238E27FC236}">
                <a16:creationId xmlns:a16="http://schemas.microsoft.com/office/drawing/2014/main" id="{F19DC721-4442-48DA-A0EB-0C951FED111D}"/>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גיט וסוכנים: לפני ואחרי</a:t>
            </a:r>
          </a:p>
        </p:txBody>
      </p:sp>
      <p:sp>
        <p:nvSpPr>
          <p:cNvPr id="2" name="text-446">
            <a:extLst>
              <a:ext uri="{FF2B5EF4-FFF2-40B4-BE49-F238E27FC236}">
                <a16:creationId xmlns:a16="http://schemas.microsoft.com/office/drawing/2014/main" id="{F344B4C1-BF01-4B4E-973E-A0777FFEA2DD}"/>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29</a:t>
            </a:r>
          </a:p>
        </p:txBody>
      </p:sp>
      <p:sp>
        <p:nvSpPr>
          <p:cNvPr id="3" name="shape-447">
            <a:extLst>
              <a:ext uri="{FF2B5EF4-FFF2-40B4-BE49-F238E27FC236}">
                <a16:creationId xmlns:a16="http://schemas.microsoft.com/office/drawing/2014/main" id="{C9136259-0258-4C29-B2EE-5AFA937C46A5}"/>
              </a:ext>
            </a:extLst>
          </p:cNvPr>
          <p:cNvSpPr>
            <a:spLocks noGrp="1"/>
          </p:cNvSpPr>
          <p:nvPr/>
        </p:nvSpPr>
        <p:spPr>
          <a:xfrm>
            <a:off x="6191250" y="1381125"/>
            <a:ext cx="2333625" cy="762000"/>
          </a:xfrm>
          <a:prstGeom prst="rect">
            <a:avLst/>
          </a:prstGeom>
          <a:solidFill>
            <a:srgbClr val="25282B"/>
          </a:solidFill>
          <a:ln w="19050">
            <a:solidFill>
              <a:srgbClr val="88FF88"/>
            </a:solidFill>
          </a:ln>
        </p:spPr>
      </p:sp>
      <p:sp>
        <p:nvSpPr>
          <p:cNvPr id="4" name="text-448">
            <a:extLst>
              <a:ext uri="{FF2B5EF4-FFF2-40B4-BE49-F238E27FC236}">
                <a16:creationId xmlns:a16="http://schemas.microsoft.com/office/drawing/2014/main" id="{B35A83B5-6840-44D0-944D-9E0B886D770B}"/>
              </a:ext>
            </a:extLst>
          </p:cNvPr>
          <p:cNvSpPr>
            <a:spLocks noGrp="1"/>
          </p:cNvSpPr>
          <p:nvPr/>
        </p:nvSpPr>
        <p:spPr>
          <a:xfrm>
            <a:off x="6324600" y="1584960"/>
            <a:ext cx="2066925" cy="6096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קומיט לפני</a:t>
            </a:r>
          </a:p>
        </p:txBody>
      </p:sp>
      <p:sp>
        <p:nvSpPr>
          <p:cNvPr id="5" name="line-449">
            <a:extLst>
              <a:ext uri="{FF2B5EF4-FFF2-40B4-BE49-F238E27FC236}">
                <a16:creationId xmlns:a16="http://schemas.microsoft.com/office/drawing/2014/main" id="{9A6EBE7F-5901-4916-8C1D-8B0153BBC696}"/>
              </a:ext>
            </a:extLst>
          </p:cNvPr>
          <p:cNvSpPr>
            <a:spLocks noGrp="1"/>
          </p:cNvSpPr>
          <p:nvPr/>
        </p:nvSpPr>
        <p:spPr>
          <a:xfrm>
            <a:off x="5381625" y="1762125"/>
            <a:ext cx="762000" cy="9525"/>
          </a:xfrm>
          <a:custGeom>
            <a:avLst/>
            <a:gdLst/>
            <a:ahLst/>
            <a:cxnLst/>
            <a:rect l="0" t="0" r="0" b="0"/>
            <a:pathLst>
              <a:path w="762000" h="9525">
                <a:moveTo>
                  <a:pt x="762000" y="0"/>
                </a:moveTo>
                <a:lnTo>
                  <a:pt x="0" y="0"/>
                </a:lnTo>
              </a:path>
            </a:pathLst>
          </a:custGeom>
          <a:noFill/>
          <a:ln w="38100">
            <a:solidFill>
              <a:srgbClr val="88FF88"/>
            </a:solidFill>
          </a:ln>
        </p:spPr>
      </p:sp>
      <p:sp>
        <p:nvSpPr>
          <p:cNvPr id="6" name="line-450">
            <a:extLst>
              <a:ext uri="{FF2B5EF4-FFF2-40B4-BE49-F238E27FC236}">
                <a16:creationId xmlns:a16="http://schemas.microsoft.com/office/drawing/2014/main" id="{76827DF7-EA4F-4A91-A751-4639DB1F250A}"/>
              </a:ext>
            </a:extLst>
          </p:cNvPr>
          <p:cNvSpPr>
            <a:spLocks noGrp="1"/>
          </p:cNvSpPr>
          <p:nvPr/>
        </p:nvSpPr>
        <p:spPr>
          <a:xfrm>
            <a:off x="5381625" y="1702382"/>
            <a:ext cx="97444" cy="59743"/>
          </a:xfrm>
          <a:custGeom>
            <a:avLst/>
            <a:gdLst/>
            <a:ahLst/>
            <a:cxnLst/>
            <a:rect l="0" t="0" r="0" b="0"/>
            <a:pathLst>
              <a:path w="97444" h="59743">
                <a:moveTo>
                  <a:pt x="0" y="59743"/>
                </a:moveTo>
                <a:lnTo>
                  <a:pt x="97444" y="0"/>
                </a:lnTo>
              </a:path>
            </a:pathLst>
          </a:custGeom>
          <a:noFill/>
          <a:ln w="38100">
            <a:solidFill>
              <a:srgbClr val="88FF88"/>
            </a:solidFill>
          </a:ln>
        </p:spPr>
      </p:sp>
      <p:sp>
        <p:nvSpPr>
          <p:cNvPr id="7" name="line-451">
            <a:extLst>
              <a:ext uri="{FF2B5EF4-FFF2-40B4-BE49-F238E27FC236}">
                <a16:creationId xmlns:a16="http://schemas.microsoft.com/office/drawing/2014/main" id="{956AA5A7-C01A-49A6-AEE7-0D036D2DB338}"/>
              </a:ext>
            </a:extLst>
          </p:cNvPr>
          <p:cNvSpPr>
            <a:spLocks noGrp="1"/>
          </p:cNvSpPr>
          <p:nvPr/>
        </p:nvSpPr>
        <p:spPr>
          <a:xfrm>
            <a:off x="5381625" y="1762125"/>
            <a:ext cx="97444" cy="59743"/>
          </a:xfrm>
          <a:custGeom>
            <a:avLst/>
            <a:gdLst/>
            <a:ahLst/>
            <a:cxnLst/>
            <a:rect l="0" t="0" r="0" b="0"/>
            <a:pathLst>
              <a:path w="97444" h="59743">
                <a:moveTo>
                  <a:pt x="0" y="0"/>
                </a:moveTo>
                <a:lnTo>
                  <a:pt x="97444" y="59743"/>
                </a:lnTo>
              </a:path>
            </a:pathLst>
          </a:custGeom>
          <a:noFill/>
          <a:ln w="38100">
            <a:solidFill>
              <a:srgbClr val="88FF88"/>
            </a:solidFill>
          </a:ln>
        </p:spPr>
      </p:sp>
      <p:sp>
        <p:nvSpPr>
          <p:cNvPr id="8" name="shape-452">
            <a:extLst>
              <a:ext uri="{FF2B5EF4-FFF2-40B4-BE49-F238E27FC236}">
                <a16:creationId xmlns:a16="http://schemas.microsoft.com/office/drawing/2014/main" id="{B75759CC-989D-4F9D-8390-63824150E05E}"/>
              </a:ext>
            </a:extLst>
          </p:cNvPr>
          <p:cNvSpPr>
            <a:spLocks noGrp="1"/>
          </p:cNvSpPr>
          <p:nvPr/>
        </p:nvSpPr>
        <p:spPr>
          <a:xfrm>
            <a:off x="3238500" y="1381125"/>
            <a:ext cx="2095500" cy="762000"/>
          </a:xfrm>
          <a:prstGeom prst="rect">
            <a:avLst/>
          </a:prstGeom>
          <a:solidFill>
            <a:srgbClr val="25282B"/>
          </a:solidFill>
          <a:ln w="19050">
            <a:solidFill>
              <a:srgbClr val="8888FF"/>
            </a:solidFill>
          </a:ln>
        </p:spPr>
      </p:sp>
      <p:sp>
        <p:nvSpPr>
          <p:cNvPr id="9" name="text-453">
            <a:extLst>
              <a:ext uri="{FF2B5EF4-FFF2-40B4-BE49-F238E27FC236}">
                <a16:creationId xmlns:a16="http://schemas.microsoft.com/office/drawing/2014/main" id="{6E90C937-78A4-4373-B7C9-7C6076C83ADB}"/>
              </a:ext>
            </a:extLst>
          </p:cNvPr>
          <p:cNvSpPr>
            <a:spLocks noGrp="1"/>
          </p:cNvSpPr>
          <p:nvPr/>
        </p:nvSpPr>
        <p:spPr>
          <a:xfrm>
            <a:off x="3371850" y="1584960"/>
            <a:ext cx="1828800" cy="60960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הסוכן משנה</a:t>
            </a:r>
          </a:p>
        </p:txBody>
      </p:sp>
      <p:sp>
        <p:nvSpPr>
          <p:cNvPr id="10" name="line-454">
            <a:extLst>
              <a:ext uri="{FF2B5EF4-FFF2-40B4-BE49-F238E27FC236}">
                <a16:creationId xmlns:a16="http://schemas.microsoft.com/office/drawing/2014/main" id="{8AD90294-4F04-48CC-8E1D-DAD0374D9138}"/>
              </a:ext>
            </a:extLst>
          </p:cNvPr>
          <p:cNvSpPr>
            <a:spLocks noGrp="1"/>
          </p:cNvSpPr>
          <p:nvPr/>
        </p:nvSpPr>
        <p:spPr>
          <a:xfrm>
            <a:off x="2428875" y="1762125"/>
            <a:ext cx="762000" cy="9525"/>
          </a:xfrm>
          <a:custGeom>
            <a:avLst/>
            <a:gdLst/>
            <a:ahLst/>
            <a:cxnLst/>
            <a:rect l="0" t="0" r="0" b="0"/>
            <a:pathLst>
              <a:path w="762000" h="9525">
                <a:moveTo>
                  <a:pt x="762000" y="0"/>
                </a:moveTo>
                <a:lnTo>
                  <a:pt x="0" y="0"/>
                </a:lnTo>
              </a:path>
            </a:pathLst>
          </a:custGeom>
          <a:noFill/>
          <a:ln w="38100">
            <a:solidFill>
              <a:srgbClr val="42AFFA"/>
            </a:solidFill>
          </a:ln>
        </p:spPr>
      </p:sp>
      <p:sp>
        <p:nvSpPr>
          <p:cNvPr id="11" name="line-455">
            <a:extLst>
              <a:ext uri="{FF2B5EF4-FFF2-40B4-BE49-F238E27FC236}">
                <a16:creationId xmlns:a16="http://schemas.microsoft.com/office/drawing/2014/main" id="{5D04BE7A-B5A8-4A4F-A864-B754BD6BCA53}"/>
              </a:ext>
            </a:extLst>
          </p:cNvPr>
          <p:cNvSpPr>
            <a:spLocks noGrp="1"/>
          </p:cNvSpPr>
          <p:nvPr/>
        </p:nvSpPr>
        <p:spPr>
          <a:xfrm>
            <a:off x="2428875" y="1702382"/>
            <a:ext cx="97444" cy="59743"/>
          </a:xfrm>
          <a:custGeom>
            <a:avLst/>
            <a:gdLst/>
            <a:ahLst/>
            <a:cxnLst/>
            <a:rect l="0" t="0" r="0" b="0"/>
            <a:pathLst>
              <a:path w="97444" h="59743">
                <a:moveTo>
                  <a:pt x="0" y="59743"/>
                </a:moveTo>
                <a:lnTo>
                  <a:pt x="97444" y="0"/>
                </a:lnTo>
              </a:path>
            </a:pathLst>
          </a:custGeom>
          <a:noFill/>
          <a:ln w="38100">
            <a:solidFill>
              <a:srgbClr val="42AFFA"/>
            </a:solidFill>
          </a:ln>
        </p:spPr>
      </p:sp>
      <p:sp>
        <p:nvSpPr>
          <p:cNvPr id="12" name="line-456">
            <a:extLst>
              <a:ext uri="{FF2B5EF4-FFF2-40B4-BE49-F238E27FC236}">
                <a16:creationId xmlns:a16="http://schemas.microsoft.com/office/drawing/2014/main" id="{DB148BA7-0296-43B0-8FE6-40F99BDDBFD1}"/>
              </a:ext>
            </a:extLst>
          </p:cNvPr>
          <p:cNvSpPr>
            <a:spLocks noGrp="1"/>
          </p:cNvSpPr>
          <p:nvPr/>
        </p:nvSpPr>
        <p:spPr>
          <a:xfrm>
            <a:off x="2428875" y="1762125"/>
            <a:ext cx="97444" cy="59743"/>
          </a:xfrm>
          <a:custGeom>
            <a:avLst/>
            <a:gdLst/>
            <a:ahLst/>
            <a:cxnLst/>
            <a:rect l="0" t="0" r="0" b="0"/>
            <a:pathLst>
              <a:path w="97444" h="59743">
                <a:moveTo>
                  <a:pt x="0" y="0"/>
                </a:moveTo>
                <a:lnTo>
                  <a:pt x="97444" y="59743"/>
                </a:lnTo>
              </a:path>
            </a:pathLst>
          </a:custGeom>
          <a:noFill/>
          <a:ln w="38100">
            <a:solidFill>
              <a:srgbClr val="42AFFA"/>
            </a:solidFill>
          </a:ln>
        </p:spPr>
      </p:sp>
      <p:sp>
        <p:nvSpPr>
          <p:cNvPr id="13" name="shape-457">
            <a:extLst>
              <a:ext uri="{FF2B5EF4-FFF2-40B4-BE49-F238E27FC236}">
                <a16:creationId xmlns:a16="http://schemas.microsoft.com/office/drawing/2014/main" id="{312E0D85-E2FD-49A6-846C-EAD82F635D5D}"/>
              </a:ext>
            </a:extLst>
          </p:cNvPr>
          <p:cNvSpPr>
            <a:spLocks noGrp="1"/>
          </p:cNvSpPr>
          <p:nvPr/>
        </p:nvSpPr>
        <p:spPr>
          <a:xfrm>
            <a:off x="523875" y="1381125"/>
            <a:ext cx="1857375" cy="762000"/>
          </a:xfrm>
          <a:prstGeom prst="rect">
            <a:avLst/>
          </a:prstGeom>
          <a:solidFill>
            <a:srgbClr val="25282B"/>
          </a:solidFill>
          <a:ln w="19050">
            <a:solidFill>
              <a:srgbClr val="42AFFA"/>
            </a:solidFill>
          </a:ln>
        </p:spPr>
      </p:sp>
      <p:sp>
        <p:nvSpPr>
          <p:cNvPr id="14" name="text-458">
            <a:extLst>
              <a:ext uri="{FF2B5EF4-FFF2-40B4-BE49-F238E27FC236}">
                <a16:creationId xmlns:a16="http://schemas.microsoft.com/office/drawing/2014/main" id="{92018900-B410-4488-B36F-ECC967A964FD}"/>
              </a:ext>
            </a:extLst>
          </p:cNvPr>
          <p:cNvSpPr>
            <a:spLocks noGrp="1"/>
          </p:cNvSpPr>
          <p:nvPr/>
        </p:nvSpPr>
        <p:spPr>
          <a:xfrm>
            <a:off x="657225" y="1596390"/>
            <a:ext cx="1590675" cy="609600"/>
          </a:xfrm>
          <a:prstGeom prst="rect">
            <a:avLst/>
          </a:prstGeom>
          <a:noFill/>
          <a:ln w="0">
            <a:noFill/>
          </a:ln>
        </p:spPr>
        <p:txBody>
          <a:bodyPr wrap="square" lIns="0" tIns="0" rIns="0" bIns="0" anchor="t">
            <a:noAutofit/>
          </a:bodyPr>
          <a:lstStyle>
            <a:defPPr algn="ctr">
              <a:defRPr sz="2175" b="0">
                <a:solidFill>
                  <a:srgbClr val="F7F7F7"/>
                </a:solidFill>
                <a:latin typeface="Arial"/>
                <a:ea typeface="Arial"/>
                <a:cs typeface="Arial"/>
              </a:defRPr>
            </a:defPPr>
            <a:lvl1pPr algn="ctr">
              <a:defRPr sz="2175" b="0">
                <a:solidFill>
                  <a:srgbClr val="F7F7F7"/>
                </a:solidFill>
                <a:latin typeface="Arial"/>
                <a:ea typeface="Arial"/>
                <a:cs typeface="Arial"/>
              </a:defRPr>
            </a:lvl1pPr>
            <a:lvl2pPr algn="ctr">
              <a:defRPr sz="2175" b="0">
                <a:solidFill>
                  <a:srgbClr val="F7F7F7"/>
                </a:solidFill>
                <a:latin typeface="Arial"/>
                <a:ea typeface="Arial"/>
                <a:cs typeface="Arial"/>
              </a:defRPr>
            </a:lvl2pPr>
            <a:lvl3pPr algn="ctr">
              <a:defRPr sz="2175" b="0">
                <a:solidFill>
                  <a:srgbClr val="F7F7F7"/>
                </a:solidFill>
                <a:latin typeface="Arial"/>
                <a:ea typeface="Arial"/>
                <a:cs typeface="Arial"/>
              </a:defRPr>
            </a:lvl3pPr>
            <a:lvl4pPr algn="ctr">
              <a:defRPr sz="2175" b="0">
                <a:solidFill>
                  <a:srgbClr val="F7F7F7"/>
                </a:solidFill>
                <a:latin typeface="Arial"/>
                <a:ea typeface="Arial"/>
                <a:cs typeface="Arial"/>
              </a:defRPr>
            </a:lvl4pPr>
            <a:lvl5pPr algn="ctr">
              <a:defRPr sz="2175" b="0">
                <a:solidFill>
                  <a:srgbClr val="F7F7F7"/>
                </a:solidFill>
                <a:latin typeface="Arial"/>
                <a:ea typeface="Arial"/>
                <a:cs typeface="Arial"/>
              </a:defRPr>
            </a:lvl5pPr>
            <a:lvl6pPr algn="ctr">
              <a:defRPr sz="2175" b="0">
                <a:solidFill>
                  <a:srgbClr val="F7F7F7"/>
                </a:solidFill>
                <a:latin typeface="Arial"/>
                <a:ea typeface="Arial"/>
                <a:cs typeface="Arial"/>
              </a:defRPr>
            </a:lvl6pPr>
            <a:lvl7pPr algn="ctr">
              <a:defRPr sz="2175" b="0">
                <a:solidFill>
                  <a:srgbClr val="F7F7F7"/>
                </a:solidFill>
                <a:latin typeface="Arial"/>
                <a:ea typeface="Arial"/>
                <a:cs typeface="Arial"/>
              </a:defRPr>
            </a:lvl7pPr>
            <a:lvl8pPr algn="ctr">
              <a:defRPr sz="2175" b="0">
                <a:solidFill>
                  <a:srgbClr val="F7F7F7"/>
                </a:solidFill>
                <a:latin typeface="Arial"/>
                <a:ea typeface="Arial"/>
                <a:cs typeface="Arial"/>
              </a:defRPr>
            </a:lvl8pPr>
            <a:lvl9pPr algn="ctr">
              <a:defRPr sz="2175" b="0">
                <a:solidFill>
                  <a:srgbClr val="F7F7F7"/>
                </a:solidFill>
                <a:latin typeface="Arial"/>
                <a:ea typeface="Arial"/>
                <a:cs typeface="Arial"/>
              </a:defRPr>
            </a:lvl9pPr>
          </a:lstStyle>
          <a:p>
            <a:pPr algn="ctr" rtl="1">
              <a:lnSpc>
                <a:spcPct val="108000"/>
              </a:lnSpc>
              <a:buNone/>
              <a:defRPr sz="2175" b="0">
                <a:solidFill>
                  <a:srgbClr val="F7F7F7"/>
                </a:solidFill>
                <a:latin typeface="Arial"/>
                <a:ea typeface="Arial"/>
                <a:cs typeface="Arial"/>
              </a:defRPr>
            </a:pPr>
            <a:r>
              <a:rPr lang="he-IL" sz="2175" b="0">
                <a:solidFill>
                  <a:srgbClr val="F7F7F7"/>
                </a:solidFill>
                <a:latin typeface="Arial"/>
                <a:ea typeface="Arial"/>
                <a:cs typeface="Arial"/>
              </a:rPr>
              <a:t>בודקים</a:t>
            </a:r>
          </a:p>
        </p:txBody>
      </p:sp>
      <p:pic>
        <p:nvPicPr>
          <p:cNvPr id="15" name="image-459">
            <a:extLst>
              <a:ext uri="{FF2B5EF4-FFF2-40B4-BE49-F238E27FC236}">
                <a16:creationId xmlns:a16="http://schemas.microsoft.com/office/drawing/2014/main" id="{D12A60A1-251C-4229-B170-D6DCFB03D7AA}"/>
              </a:ext>
            </a:extLst>
          </p:cNvPr>
          <p:cNvPicPr>
            <a:picLocks noChangeAspect="1"/>
          </p:cNvPicPr>
          <p:nvPr/>
        </p:nvPicPr>
        <p:blipFill>
          <a:blip r:embed="rId3"/>
          <a:stretch/>
        </p:blipFill>
        <p:spPr>
          <a:xfrm>
            <a:off x="619125" y="2669127"/>
            <a:ext cx="7905750" cy="2567497"/>
          </a:xfrm>
          <a:prstGeom prst="rect">
            <a:avLst/>
          </a:prstGeom>
        </p:spPr>
      </p:pic>
      <p:sp>
        <p:nvSpPr>
          <p:cNvPr id="16" name="text-460">
            <a:extLst>
              <a:ext uri="{FF2B5EF4-FFF2-40B4-BE49-F238E27FC236}">
                <a16:creationId xmlns:a16="http://schemas.microsoft.com/office/drawing/2014/main" id="{7F54260A-06B7-4005-83EB-64CA219AEF9E}"/>
              </a:ext>
            </a:extLst>
          </p:cNvPr>
          <p:cNvSpPr>
            <a:spLocks noGrp="1"/>
          </p:cNvSpPr>
          <p:nvPr/>
        </p:nvSpPr>
        <p:spPr>
          <a:xfrm>
            <a:off x="3810000" y="5334000"/>
            <a:ext cx="4619625" cy="457200"/>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אחרי: קוראים את השינויים</a:t>
            </a:r>
          </a:p>
        </p:txBody>
      </p:sp>
      <p:sp>
        <p:nvSpPr>
          <p:cNvPr id="17" name="text-461">
            <a:extLst>
              <a:ext uri="{FF2B5EF4-FFF2-40B4-BE49-F238E27FC236}">
                <a16:creationId xmlns:a16="http://schemas.microsoft.com/office/drawing/2014/main" id="{5796EB29-832E-4591-9C33-6F6BF433EDD5}"/>
              </a:ext>
            </a:extLst>
          </p:cNvPr>
          <p:cNvSpPr>
            <a:spLocks noGrp="1"/>
          </p:cNvSpPr>
          <p:nvPr/>
        </p:nvSpPr>
        <p:spPr>
          <a:xfrm>
            <a:off x="742950" y="5334000"/>
            <a:ext cx="2571750" cy="457200"/>
          </a:xfrm>
          <a:prstGeom prst="rect">
            <a:avLst/>
          </a:prstGeom>
          <a:noFill/>
          <a:ln w="0">
            <a:noFill/>
          </a:ln>
        </p:spPr>
        <p:txBody>
          <a:bodyPr wrap="none" lIns="0" tIns="0" rIns="0" bIns="0" anchor="t">
            <a:noAutofit/>
          </a:bodyPr>
          <a:lstStyle>
            <a:defPPr algn="l">
              <a:defRPr sz="2625" b="0">
                <a:solidFill>
                  <a:srgbClr val="42AFFA"/>
                </a:solidFill>
                <a:latin typeface="Consolas"/>
                <a:ea typeface="Consolas"/>
                <a:cs typeface="Consolas"/>
              </a:defRPr>
            </a:defPPr>
            <a:lvl1pPr algn="l">
              <a:defRPr sz="2625" b="0">
                <a:solidFill>
                  <a:srgbClr val="42AFFA"/>
                </a:solidFill>
                <a:latin typeface="Consolas"/>
                <a:ea typeface="Consolas"/>
                <a:cs typeface="Consolas"/>
              </a:defRPr>
            </a:lvl1pPr>
            <a:lvl2pPr algn="l">
              <a:defRPr sz="2625" b="0">
                <a:solidFill>
                  <a:srgbClr val="42AFFA"/>
                </a:solidFill>
                <a:latin typeface="Consolas"/>
                <a:ea typeface="Consolas"/>
                <a:cs typeface="Consolas"/>
              </a:defRPr>
            </a:lvl2pPr>
            <a:lvl3pPr algn="l">
              <a:defRPr sz="2625" b="0">
                <a:solidFill>
                  <a:srgbClr val="42AFFA"/>
                </a:solidFill>
                <a:latin typeface="Consolas"/>
                <a:ea typeface="Consolas"/>
                <a:cs typeface="Consolas"/>
              </a:defRPr>
            </a:lvl3pPr>
            <a:lvl4pPr algn="l">
              <a:defRPr sz="2625" b="0">
                <a:solidFill>
                  <a:srgbClr val="42AFFA"/>
                </a:solidFill>
                <a:latin typeface="Consolas"/>
                <a:ea typeface="Consolas"/>
                <a:cs typeface="Consolas"/>
              </a:defRPr>
            </a:lvl4pPr>
            <a:lvl5pPr algn="l">
              <a:defRPr sz="2625" b="0">
                <a:solidFill>
                  <a:srgbClr val="42AFFA"/>
                </a:solidFill>
                <a:latin typeface="Consolas"/>
                <a:ea typeface="Consolas"/>
                <a:cs typeface="Consolas"/>
              </a:defRPr>
            </a:lvl5pPr>
            <a:lvl6pPr algn="l">
              <a:defRPr sz="2625" b="0">
                <a:solidFill>
                  <a:srgbClr val="42AFFA"/>
                </a:solidFill>
                <a:latin typeface="Consolas"/>
                <a:ea typeface="Consolas"/>
                <a:cs typeface="Consolas"/>
              </a:defRPr>
            </a:lvl6pPr>
            <a:lvl7pPr algn="l">
              <a:defRPr sz="2625" b="0">
                <a:solidFill>
                  <a:srgbClr val="42AFFA"/>
                </a:solidFill>
                <a:latin typeface="Consolas"/>
                <a:ea typeface="Consolas"/>
                <a:cs typeface="Consolas"/>
              </a:defRPr>
            </a:lvl7pPr>
            <a:lvl8pPr algn="l">
              <a:defRPr sz="2625" b="0">
                <a:solidFill>
                  <a:srgbClr val="42AFFA"/>
                </a:solidFill>
                <a:latin typeface="Consolas"/>
                <a:ea typeface="Consolas"/>
                <a:cs typeface="Consolas"/>
              </a:defRPr>
            </a:lvl8pPr>
            <a:lvl9pPr algn="l">
              <a:defRPr sz="2625" b="0">
                <a:solidFill>
                  <a:srgbClr val="42AFFA"/>
                </a:solidFill>
                <a:latin typeface="Consolas"/>
                <a:ea typeface="Consolas"/>
                <a:cs typeface="Consolas"/>
              </a:defRPr>
            </a:lvl9pPr>
          </a:lstStyle>
          <a:p>
            <a:pPr algn="l" rtl="0">
              <a:lnSpc>
                <a:spcPct val="108000"/>
              </a:lnSpc>
              <a:buNone/>
              <a:defRPr sz="2625" b="0">
                <a:solidFill>
                  <a:srgbClr val="42AFFA"/>
                </a:solidFill>
                <a:latin typeface="Consolas"/>
                <a:ea typeface="Consolas"/>
                <a:cs typeface="Consolas"/>
              </a:defRPr>
            </a:pPr>
            <a:r>
              <a:rPr lang="en-US" sz="2625" b="0">
                <a:solidFill>
                  <a:srgbClr val="42AFFA"/>
                </a:solidFill>
                <a:latin typeface="Consolas"/>
                <a:ea typeface="Consolas"/>
                <a:cs typeface="Consolas"/>
              </a:rPr>
              <a:t>git diff</a:t>
            </a:r>
          </a:p>
        </p:txBody>
      </p:sp>
      <p:sp>
        <p:nvSpPr>
          <p:cNvPr id="18" name="text-462">
            <a:extLst>
              <a:ext uri="{FF2B5EF4-FFF2-40B4-BE49-F238E27FC236}">
                <a16:creationId xmlns:a16="http://schemas.microsoft.com/office/drawing/2014/main" id="{5B225C0F-879F-4468-B8D3-1700048ED829}"/>
              </a:ext>
            </a:extLst>
          </p:cNvPr>
          <p:cNvSpPr>
            <a:spLocks noGrp="1"/>
          </p:cNvSpPr>
          <p:nvPr/>
        </p:nvSpPr>
        <p:spPr>
          <a:xfrm>
            <a:off x="619125" y="5810250"/>
            <a:ext cx="7905750" cy="400050"/>
          </a:xfrm>
          <a:prstGeom prst="rect">
            <a:avLst/>
          </a:prstGeom>
          <a:noFill/>
          <a:ln w="0">
            <a:noFill/>
          </a:ln>
        </p:spPr>
        <p:txBody>
          <a:bodyPr wrap="square" lIns="0" tIns="0" rIns="0" bIns="0" anchor="t">
            <a:noAutofit/>
          </a:bodyPr>
          <a:lstStyle>
            <a:defPPr algn="r">
              <a:defRPr sz="2250" b="0">
                <a:solidFill>
                  <a:srgbClr val="B7BBC2"/>
                </a:solidFill>
                <a:latin typeface="Arial"/>
                <a:ea typeface="Arial"/>
                <a:cs typeface="Arial"/>
              </a:defRPr>
            </a:defPPr>
            <a:lvl1pPr algn="r">
              <a:defRPr sz="2250" b="0">
                <a:solidFill>
                  <a:srgbClr val="B7BBC2"/>
                </a:solidFill>
                <a:latin typeface="Arial"/>
                <a:ea typeface="Arial"/>
                <a:cs typeface="Arial"/>
              </a:defRPr>
            </a:lvl1pPr>
            <a:lvl2pPr algn="r">
              <a:defRPr sz="2250" b="0">
                <a:solidFill>
                  <a:srgbClr val="B7BBC2"/>
                </a:solidFill>
                <a:latin typeface="Arial"/>
                <a:ea typeface="Arial"/>
                <a:cs typeface="Arial"/>
              </a:defRPr>
            </a:lvl2pPr>
            <a:lvl3pPr algn="r">
              <a:defRPr sz="2250" b="0">
                <a:solidFill>
                  <a:srgbClr val="B7BBC2"/>
                </a:solidFill>
                <a:latin typeface="Arial"/>
                <a:ea typeface="Arial"/>
                <a:cs typeface="Arial"/>
              </a:defRPr>
            </a:lvl3pPr>
            <a:lvl4pPr algn="r">
              <a:defRPr sz="2250" b="0">
                <a:solidFill>
                  <a:srgbClr val="B7BBC2"/>
                </a:solidFill>
                <a:latin typeface="Arial"/>
                <a:ea typeface="Arial"/>
                <a:cs typeface="Arial"/>
              </a:defRPr>
            </a:lvl4pPr>
            <a:lvl5pPr algn="r">
              <a:defRPr sz="2250" b="0">
                <a:solidFill>
                  <a:srgbClr val="B7BBC2"/>
                </a:solidFill>
                <a:latin typeface="Arial"/>
                <a:ea typeface="Arial"/>
                <a:cs typeface="Arial"/>
              </a:defRPr>
            </a:lvl5pPr>
            <a:lvl6pPr algn="r">
              <a:defRPr sz="2250" b="0">
                <a:solidFill>
                  <a:srgbClr val="B7BBC2"/>
                </a:solidFill>
                <a:latin typeface="Arial"/>
                <a:ea typeface="Arial"/>
                <a:cs typeface="Arial"/>
              </a:defRPr>
            </a:lvl6pPr>
            <a:lvl7pPr algn="r">
              <a:defRPr sz="2250" b="0">
                <a:solidFill>
                  <a:srgbClr val="B7BBC2"/>
                </a:solidFill>
                <a:latin typeface="Arial"/>
                <a:ea typeface="Arial"/>
                <a:cs typeface="Arial"/>
              </a:defRPr>
            </a:lvl7pPr>
            <a:lvl8pPr algn="r">
              <a:defRPr sz="2250" b="0">
                <a:solidFill>
                  <a:srgbClr val="B7BBC2"/>
                </a:solidFill>
                <a:latin typeface="Arial"/>
                <a:ea typeface="Arial"/>
                <a:cs typeface="Arial"/>
              </a:defRPr>
            </a:lvl8pPr>
            <a:lvl9pPr algn="r">
              <a:defRPr sz="2250" b="0">
                <a:solidFill>
                  <a:srgbClr val="B7BBC2"/>
                </a:solidFill>
                <a:latin typeface="Arial"/>
                <a:ea typeface="Arial"/>
                <a:cs typeface="Arial"/>
              </a:defRPr>
            </a:lvl9pPr>
          </a:lstStyle>
          <a:p>
            <a:pPr algn="r" rtl="1">
              <a:lnSpc>
                <a:spcPct val="108000"/>
              </a:lnSpc>
              <a:buNone/>
              <a:defRPr sz="2250" b="0">
                <a:solidFill>
                  <a:srgbClr val="B7BBC2"/>
                </a:solidFill>
                <a:latin typeface="Arial"/>
                <a:ea typeface="Arial"/>
                <a:cs typeface="Arial"/>
              </a:defRPr>
            </a:pPr>
            <a:r>
              <a:rPr lang="he-IL" sz="2250" b="0">
                <a:solidFill>
                  <a:srgbClr val="B7BBC2"/>
                </a:solidFill>
                <a:latin typeface="Arial"/>
                <a:ea typeface="Arial"/>
                <a:cs typeface="Arial"/>
              </a:rPr>
              <a:t>או בלשונית Changes ב־GitHub Desktop</a:t>
            </a:r>
          </a:p>
        </p:txBody>
      </p:sp>
    </p:spTree>
    <p:extLst>
      <p:ext uri="{BB962C8B-B14F-4D97-AF65-F5344CB8AC3E}">
        <p14:creationId xmlns:p14="http://schemas.microsoft.com/office/powerpoint/2010/main" val="1394966774"/>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2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2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2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2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6" grpId="0"/>
      <p:bldP spid="17" grpId="0"/>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6" name="text-463">
            <a:extLst>
              <a:ext uri="{FF2B5EF4-FFF2-40B4-BE49-F238E27FC236}">
                <a16:creationId xmlns:a16="http://schemas.microsoft.com/office/drawing/2014/main" id="{E9A382FC-7797-4CC1-B520-9D714DC82CE6}"/>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ביטול שינויים שלא אהבנו</a:t>
            </a:r>
          </a:p>
        </p:txBody>
      </p:sp>
      <p:sp>
        <p:nvSpPr>
          <p:cNvPr id="2" name="text-464">
            <a:extLst>
              <a:ext uri="{FF2B5EF4-FFF2-40B4-BE49-F238E27FC236}">
                <a16:creationId xmlns:a16="http://schemas.microsoft.com/office/drawing/2014/main" id="{57C95A3F-843F-4321-BAE3-08F1088F394D}"/>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30</a:t>
            </a:r>
          </a:p>
        </p:txBody>
      </p:sp>
      <p:sp>
        <p:nvSpPr>
          <p:cNvPr id="3" name="text-465">
            <a:extLst>
              <a:ext uri="{FF2B5EF4-FFF2-40B4-BE49-F238E27FC236}">
                <a16:creationId xmlns:a16="http://schemas.microsoft.com/office/drawing/2014/main" id="{CA1F4733-895E-433D-92EA-2A3E2717E6DA}"/>
              </a:ext>
            </a:extLst>
          </p:cNvPr>
          <p:cNvSpPr>
            <a:spLocks noGrp="1"/>
          </p:cNvSpPr>
          <p:nvPr/>
        </p:nvSpPr>
        <p:spPr>
          <a:xfrm>
            <a:off x="2333625" y="1238250"/>
            <a:ext cx="4953000" cy="619125"/>
          </a:xfrm>
          <a:prstGeom prst="rect">
            <a:avLst/>
          </a:prstGeom>
          <a:noFill/>
          <a:ln w="0">
            <a:noFill/>
          </a:ln>
        </p:spPr>
        <p:txBody>
          <a:bodyPr wrap="none" lIns="0" tIns="0" rIns="0" bIns="0" anchor="t">
            <a:noAutofit/>
          </a:bodyPr>
          <a:lstStyle>
            <a:defPPr algn="l">
              <a:defRPr sz="3375" b="0">
                <a:solidFill>
                  <a:srgbClr val="FF7777"/>
                </a:solidFill>
                <a:latin typeface="Consolas"/>
                <a:ea typeface="Consolas"/>
                <a:cs typeface="Consolas"/>
              </a:defRPr>
            </a:defPPr>
            <a:lvl1pPr algn="l">
              <a:defRPr sz="3375" b="0">
                <a:solidFill>
                  <a:srgbClr val="FF7777"/>
                </a:solidFill>
                <a:latin typeface="Consolas"/>
                <a:ea typeface="Consolas"/>
                <a:cs typeface="Consolas"/>
              </a:defRPr>
            </a:lvl1pPr>
            <a:lvl2pPr algn="l">
              <a:defRPr sz="3375" b="0">
                <a:solidFill>
                  <a:srgbClr val="FF7777"/>
                </a:solidFill>
                <a:latin typeface="Consolas"/>
                <a:ea typeface="Consolas"/>
                <a:cs typeface="Consolas"/>
              </a:defRPr>
            </a:lvl2pPr>
            <a:lvl3pPr algn="l">
              <a:defRPr sz="3375" b="0">
                <a:solidFill>
                  <a:srgbClr val="FF7777"/>
                </a:solidFill>
                <a:latin typeface="Consolas"/>
                <a:ea typeface="Consolas"/>
                <a:cs typeface="Consolas"/>
              </a:defRPr>
            </a:lvl3pPr>
            <a:lvl4pPr algn="l">
              <a:defRPr sz="3375" b="0">
                <a:solidFill>
                  <a:srgbClr val="FF7777"/>
                </a:solidFill>
                <a:latin typeface="Consolas"/>
                <a:ea typeface="Consolas"/>
                <a:cs typeface="Consolas"/>
              </a:defRPr>
            </a:lvl4pPr>
            <a:lvl5pPr algn="l">
              <a:defRPr sz="3375" b="0">
                <a:solidFill>
                  <a:srgbClr val="FF7777"/>
                </a:solidFill>
                <a:latin typeface="Consolas"/>
                <a:ea typeface="Consolas"/>
                <a:cs typeface="Consolas"/>
              </a:defRPr>
            </a:lvl5pPr>
            <a:lvl6pPr algn="l">
              <a:defRPr sz="3375" b="0">
                <a:solidFill>
                  <a:srgbClr val="FF7777"/>
                </a:solidFill>
                <a:latin typeface="Consolas"/>
                <a:ea typeface="Consolas"/>
                <a:cs typeface="Consolas"/>
              </a:defRPr>
            </a:lvl6pPr>
            <a:lvl7pPr algn="l">
              <a:defRPr sz="3375" b="0">
                <a:solidFill>
                  <a:srgbClr val="FF7777"/>
                </a:solidFill>
                <a:latin typeface="Consolas"/>
                <a:ea typeface="Consolas"/>
                <a:cs typeface="Consolas"/>
              </a:defRPr>
            </a:lvl7pPr>
            <a:lvl8pPr algn="l">
              <a:defRPr sz="3375" b="0">
                <a:solidFill>
                  <a:srgbClr val="FF7777"/>
                </a:solidFill>
                <a:latin typeface="Consolas"/>
                <a:ea typeface="Consolas"/>
                <a:cs typeface="Consolas"/>
              </a:defRPr>
            </a:lvl8pPr>
            <a:lvl9pPr algn="l">
              <a:defRPr sz="3375" b="0">
                <a:solidFill>
                  <a:srgbClr val="FF7777"/>
                </a:solidFill>
                <a:latin typeface="Consolas"/>
                <a:ea typeface="Consolas"/>
                <a:cs typeface="Consolas"/>
              </a:defRPr>
            </a:lvl9pPr>
          </a:lstStyle>
          <a:p>
            <a:pPr algn="l" rtl="0">
              <a:lnSpc>
                <a:spcPct val="108000"/>
              </a:lnSpc>
              <a:buNone/>
              <a:defRPr sz="3375" b="0">
                <a:solidFill>
                  <a:srgbClr val="FF7777"/>
                </a:solidFill>
                <a:latin typeface="Consolas"/>
                <a:ea typeface="Consolas"/>
                <a:cs typeface="Consolas"/>
              </a:defRPr>
            </a:pPr>
            <a:r>
              <a:rPr lang="en-US" sz="3375" b="0">
                <a:solidFill>
                  <a:srgbClr val="FF7777"/>
                </a:solidFill>
                <a:latin typeface="Consolas"/>
                <a:ea typeface="Consolas"/>
                <a:cs typeface="Consolas"/>
              </a:rPr>
              <a:t>git restore .</a:t>
            </a:r>
          </a:p>
        </p:txBody>
      </p:sp>
      <p:sp>
        <p:nvSpPr>
          <p:cNvPr id="4" name="text-466">
            <a:extLst>
              <a:ext uri="{FF2B5EF4-FFF2-40B4-BE49-F238E27FC236}">
                <a16:creationId xmlns:a16="http://schemas.microsoft.com/office/drawing/2014/main" id="{BF60600A-4665-45DE-BAB4-B79FF7DA01FB}"/>
              </a:ext>
            </a:extLst>
          </p:cNvPr>
          <p:cNvSpPr>
            <a:spLocks noGrp="1"/>
          </p:cNvSpPr>
          <p:nvPr/>
        </p:nvSpPr>
        <p:spPr>
          <a:xfrm>
            <a:off x="619125" y="1952625"/>
            <a:ext cx="7905750" cy="457200"/>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בתיקייה הנוכחית ובתיקיות שמתחתיה</a:t>
            </a:r>
          </a:p>
        </p:txBody>
      </p:sp>
      <p:sp>
        <p:nvSpPr>
          <p:cNvPr id="5" name="shape-467">
            <a:extLst>
              <a:ext uri="{FF2B5EF4-FFF2-40B4-BE49-F238E27FC236}">
                <a16:creationId xmlns:a16="http://schemas.microsoft.com/office/drawing/2014/main" id="{D2F584A5-7910-4504-BA5E-45A49E04267B}"/>
              </a:ext>
            </a:extLst>
          </p:cNvPr>
          <p:cNvSpPr>
            <a:spLocks noGrp="1"/>
          </p:cNvSpPr>
          <p:nvPr/>
        </p:nvSpPr>
        <p:spPr>
          <a:xfrm>
            <a:off x="5810250" y="2857500"/>
            <a:ext cx="2571750" cy="904875"/>
          </a:xfrm>
          <a:prstGeom prst="rect">
            <a:avLst/>
          </a:prstGeom>
          <a:solidFill>
            <a:srgbClr val="25282B"/>
          </a:solidFill>
          <a:ln w="19050">
            <a:solidFill>
              <a:srgbClr val="8888FF"/>
            </a:solidFill>
          </a:ln>
        </p:spPr>
      </p:sp>
      <p:sp>
        <p:nvSpPr>
          <p:cNvPr id="6" name="text-468">
            <a:extLst>
              <a:ext uri="{FF2B5EF4-FFF2-40B4-BE49-F238E27FC236}">
                <a16:creationId xmlns:a16="http://schemas.microsoft.com/office/drawing/2014/main" id="{73DD0F62-2CD9-4C7D-BDB3-7001E7610E96}"/>
              </a:ext>
            </a:extLst>
          </p:cNvPr>
          <p:cNvSpPr>
            <a:spLocks noGrp="1"/>
          </p:cNvSpPr>
          <p:nvPr/>
        </p:nvSpPr>
        <p:spPr>
          <a:xfrm>
            <a:off x="5943600" y="3132773"/>
            <a:ext cx="2305050" cy="75247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הגרסה ב־index</a:t>
            </a:r>
          </a:p>
        </p:txBody>
      </p:sp>
      <p:sp>
        <p:nvSpPr>
          <p:cNvPr id="7" name="line-469">
            <a:extLst>
              <a:ext uri="{FF2B5EF4-FFF2-40B4-BE49-F238E27FC236}">
                <a16:creationId xmlns:a16="http://schemas.microsoft.com/office/drawing/2014/main" id="{6529B7B4-82BB-4865-9EAD-457E2829C24B}"/>
              </a:ext>
            </a:extLst>
          </p:cNvPr>
          <p:cNvSpPr>
            <a:spLocks noGrp="1"/>
          </p:cNvSpPr>
          <p:nvPr/>
        </p:nvSpPr>
        <p:spPr>
          <a:xfrm>
            <a:off x="3429000" y="3305175"/>
            <a:ext cx="2286000" cy="9525"/>
          </a:xfrm>
          <a:custGeom>
            <a:avLst/>
            <a:gdLst/>
            <a:ahLst/>
            <a:cxnLst/>
            <a:rect l="0" t="0" r="0" b="0"/>
            <a:pathLst>
              <a:path w="2286000" h="9525">
                <a:moveTo>
                  <a:pt x="2286000" y="0"/>
                </a:moveTo>
                <a:lnTo>
                  <a:pt x="0" y="0"/>
                </a:lnTo>
              </a:path>
            </a:pathLst>
          </a:custGeom>
          <a:noFill/>
          <a:ln w="38100">
            <a:solidFill>
              <a:srgbClr val="FF7777"/>
            </a:solidFill>
          </a:ln>
        </p:spPr>
      </p:sp>
      <p:sp>
        <p:nvSpPr>
          <p:cNvPr id="8" name="line-470">
            <a:extLst>
              <a:ext uri="{FF2B5EF4-FFF2-40B4-BE49-F238E27FC236}">
                <a16:creationId xmlns:a16="http://schemas.microsoft.com/office/drawing/2014/main" id="{2E5A9FA3-7623-443B-8F8E-BB8D5E045097}"/>
              </a:ext>
            </a:extLst>
          </p:cNvPr>
          <p:cNvSpPr>
            <a:spLocks noGrp="1"/>
          </p:cNvSpPr>
          <p:nvPr/>
        </p:nvSpPr>
        <p:spPr>
          <a:xfrm>
            <a:off x="3429000" y="3245432"/>
            <a:ext cx="97444" cy="59743"/>
          </a:xfrm>
          <a:custGeom>
            <a:avLst/>
            <a:gdLst/>
            <a:ahLst/>
            <a:cxnLst/>
            <a:rect l="0" t="0" r="0" b="0"/>
            <a:pathLst>
              <a:path w="97444" h="59743">
                <a:moveTo>
                  <a:pt x="0" y="59743"/>
                </a:moveTo>
                <a:lnTo>
                  <a:pt x="97444" y="0"/>
                </a:lnTo>
              </a:path>
            </a:pathLst>
          </a:custGeom>
          <a:noFill/>
          <a:ln w="38100">
            <a:solidFill>
              <a:srgbClr val="FF7777"/>
            </a:solidFill>
          </a:ln>
        </p:spPr>
      </p:sp>
      <p:sp>
        <p:nvSpPr>
          <p:cNvPr id="9" name="line-471">
            <a:extLst>
              <a:ext uri="{FF2B5EF4-FFF2-40B4-BE49-F238E27FC236}">
                <a16:creationId xmlns:a16="http://schemas.microsoft.com/office/drawing/2014/main" id="{EB8EC5A5-569E-42A1-8C72-F107A6DECC49}"/>
              </a:ext>
            </a:extLst>
          </p:cNvPr>
          <p:cNvSpPr>
            <a:spLocks noGrp="1"/>
          </p:cNvSpPr>
          <p:nvPr/>
        </p:nvSpPr>
        <p:spPr>
          <a:xfrm>
            <a:off x="3429000" y="3305175"/>
            <a:ext cx="97444" cy="59743"/>
          </a:xfrm>
          <a:custGeom>
            <a:avLst/>
            <a:gdLst/>
            <a:ahLst/>
            <a:cxnLst/>
            <a:rect l="0" t="0" r="0" b="0"/>
            <a:pathLst>
              <a:path w="97444" h="59743">
                <a:moveTo>
                  <a:pt x="0" y="0"/>
                </a:moveTo>
                <a:lnTo>
                  <a:pt x="97444" y="59743"/>
                </a:lnTo>
              </a:path>
            </a:pathLst>
          </a:custGeom>
          <a:noFill/>
          <a:ln w="38100">
            <a:solidFill>
              <a:srgbClr val="FF7777"/>
            </a:solidFill>
          </a:ln>
        </p:spPr>
      </p:sp>
      <p:sp>
        <p:nvSpPr>
          <p:cNvPr id="10" name="shape-472">
            <a:extLst>
              <a:ext uri="{FF2B5EF4-FFF2-40B4-BE49-F238E27FC236}">
                <a16:creationId xmlns:a16="http://schemas.microsoft.com/office/drawing/2014/main" id="{CF017DAF-7575-4AC7-A83C-78AD9303FE16}"/>
              </a:ext>
            </a:extLst>
          </p:cNvPr>
          <p:cNvSpPr>
            <a:spLocks noGrp="1"/>
          </p:cNvSpPr>
          <p:nvPr/>
        </p:nvSpPr>
        <p:spPr>
          <a:xfrm>
            <a:off x="619125" y="2714625"/>
            <a:ext cx="2714625" cy="1190625"/>
          </a:xfrm>
          <a:prstGeom prst="rect">
            <a:avLst/>
          </a:prstGeom>
          <a:solidFill>
            <a:srgbClr val="25282B"/>
          </a:solidFill>
          <a:ln w="19050">
            <a:solidFill>
              <a:srgbClr val="42AFFA"/>
            </a:solidFill>
          </a:ln>
        </p:spPr>
      </p:sp>
      <p:sp>
        <p:nvSpPr>
          <p:cNvPr id="11" name="text-473">
            <a:extLst>
              <a:ext uri="{FF2B5EF4-FFF2-40B4-BE49-F238E27FC236}">
                <a16:creationId xmlns:a16="http://schemas.microsoft.com/office/drawing/2014/main" id="{3D3CE6BA-BEC9-4EBF-A14A-A7B7E67F4E85}"/>
              </a:ext>
            </a:extLst>
          </p:cNvPr>
          <p:cNvSpPr>
            <a:spLocks noGrp="1"/>
          </p:cNvSpPr>
          <p:nvPr/>
        </p:nvSpPr>
        <p:spPr>
          <a:xfrm>
            <a:off x="752475" y="2967038"/>
            <a:ext cx="2447925" cy="1038225"/>
          </a:xfrm>
          <a:prstGeom prst="rect">
            <a:avLst/>
          </a:prstGeom>
          <a:noFill/>
          <a:ln w="0">
            <a:noFill/>
          </a:ln>
        </p:spPr>
        <p:txBody>
          <a:bodyPr wrap="square" lIns="0" tIns="0" rIns="0" bIns="0" anchor="t">
            <a:noAutofit/>
          </a:bodyPr>
          <a:lstStyle>
            <a:defPPr algn="ctr">
              <a:defRPr sz="2250" b="0">
                <a:solidFill>
                  <a:srgbClr val="F7F7F7"/>
                </a:solidFill>
                <a:latin typeface="Arial"/>
                <a:ea typeface="Arial"/>
                <a:cs typeface="Arial"/>
              </a:defRPr>
            </a:defPPr>
            <a:lvl1pPr algn="ctr">
              <a:defRPr sz="2250" b="0">
                <a:solidFill>
                  <a:srgbClr val="F7F7F7"/>
                </a:solidFill>
                <a:latin typeface="Arial"/>
                <a:ea typeface="Arial"/>
                <a:cs typeface="Arial"/>
              </a:defRPr>
            </a:lvl1pPr>
            <a:lvl2pPr algn="ctr">
              <a:defRPr sz="2250" b="0">
                <a:solidFill>
                  <a:srgbClr val="F7F7F7"/>
                </a:solidFill>
                <a:latin typeface="Arial"/>
                <a:ea typeface="Arial"/>
                <a:cs typeface="Arial"/>
              </a:defRPr>
            </a:lvl2pPr>
            <a:lvl3pPr algn="ctr">
              <a:defRPr sz="2250" b="0">
                <a:solidFill>
                  <a:srgbClr val="F7F7F7"/>
                </a:solidFill>
                <a:latin typeface="Arial"/>
                <a:ea typeface="Arial"/>
                <a:cs typeface="Arial"/>
              </a:defRPr>
            </a:lvl3pPr>
            <a:lvl4pPr algn="ctr">
              <a:defRPr sz="2250" b="0">
                <a:solidFill>
                  <a:srgbClr val="F7F7F7"/>
                </a:solidFill>
                <a:latin typeface="Arial"/>
                <a:ea typeface="Arial"/>
                <a:cs typeface="Arial"/>
              </a:defRPr>
            </a:lvl4pPr>
            <a:lvl5pPr algn="ctr">
              <a:defRPr sz="2250" b="0">
                <a:solidFill>
                  <a:srgbClr val="F7F7F7"/>
                </a:solidFill>
                <a:latin typeface="Arial"/>
                <a:ea typeface="Arial"/>
                <a:cs typeface="Arial"/>
              </a:defRPr>
            </a:lvl5pPr>
            <a:lvl6pPr algn="ctr">
              <a:defRPr sz="2250" b="0">
                <a:solidFill>
                  <a:srgbClr val="F7F7F7"/>
                </a:solidFill>
                <a:latin typeface="Arial"/>
                <a:ea typeface="Arial"/>
                <a:cs typeface="Arial"/>
              </a:defRPr>
            </a:lvl6pPr>
            <a:lvl7pPr algn="ctr">
              <a:defRPr sz="2250" b="0">
                <a:solidFill>
                  <a:srgbClr val="F7F7F7"/>
                </a:solidFill>
                <a:latin typeface="Arial"/>
                <a:ea typeface="Arial"/>
                <a:cs typeface="Arial"/>
              </a:defRPr>
            </a:lvl7pPr>
            <a:lvl8pPr algn="ctr">
              <a:defRPr sz="2250" b="0">
                <a:solidFill>
                  <a:srgbClr val="F7F7F7"/>
                </a:solidFill>
                <a:latin typeface="Arial"/>
                <a:ea typeface="Arial"/>
                <a:cs typeface="Arial"/>
              </a:defRPr>
            </a:lvl8pPr>
            <a:lvl9pPr algn="ctr">
              <a:defRPr sz="2250" b="0">
                <a:solidFill>
                  <a:srgbClr val="F7F7F7"/>
                </a:solidFill>
                <a:latin typeface="Arial"/>
                <a:ea typeface="Arial"/>
                <a:cs typeface="Arial"/>
              </a:defRPr>
            </a:lvl9pPr>
          </a:lstStyle>
          <a:p>
            <a:pPr algn="ct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קבצים במעקב</a:t>
            </a:r>
          </a:p>
          <a:p>
            <a:pPr algn="ct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בתיקיית העבודה</a:t>
            </a:r>
          </a:p>
        </p:txBody>
      </p:sp>
      <p:sp>
        <p:nvSpPr>
          <p:cNvPr id="12" name="text-474">
            <a:extLst>
              <a:ext uri="{FF2B5EF4-FFF2-40B4-BE49-F238E27FC236}">
                <a16:creationId xmlns:a16="http://schemas.microsoft.com/office/drawing/2014/main" id="{C24A11F7-79E0-4DBB-BF7D-746E2DA4B5D3}"/>
              </a:ext>
            </a:extLst>
          </p:cNvPr>
          <p:cNvSpPr>
            <a:spLocks noGrp="1"/>
          </p:cNvSpPr>
          <p:nvPr/>
        </p:nvSpPr>
        <p:spPr>
          <a:xfrm>
            <a:off x="619125" y="4191000"/>
            <a:ext cx="7905750" cy="457200"/>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מבטל את השינויים שטרם הוכנסו ל־staging</a:t>
            </a:r>
          </a:p>
        </p:txBody>
      </p:sp>
      <p:sp>
        <p:nvSpPr>
          <p:cNvPr id="13" name="text-475">
            <a:extLst>
              <a:ext uri="{FF2B5EF4-FFF2-40B4-BE49-F238E27FC236}">
                <a16:creationId xmlns:a16="http://schemas.microsoft.com/office/drawing/2014/main" id="{4398A183-97FB-4B0B-ACC5-74FCDC48DB2A}"/>
              </a:ext>
            </a:extLst>
          </p:cNvPr>
          <p:cNvSpPr>
            <a:spLocks noGrp="1"/>
          </p:cNvSpPr>
          <p:nvPr/>
        </p:nvSpPr>
        <p:spPr>
          <a:xfrm>
            <a:off x="619125" y="4714875"/>
            <a:ext cx="7905750" cy="457200"/>
          </a:xfrm>
          <a:prstGeom prst="rect">
            <a:avLst/>
          </a:prstGeom>
          <a:noFill/>
          <a:ln w="0">
            <a:noFill/>
          </a:ln>
        </p:spPr>
        <p:txBody>
          <a:bodyPr wrap="square" lIns="0" tIns="0" rIns="0" bIns="0" anchor="t">
            <a:noAutofit/>
          </a:bodyPr>
          <a:lstStyle>
            <a:defPPr algn="r">
              <a:defRPr sz="2400" b="0">
                <a:solidFill>
                  <a:srgbClr val="B7BBC2"/>
                </a:solidFill>
                <a:latin typeface="Arial"/>
                <a:ea typeface="Arial"/>
                <a:cs typeface="Arial"/>
              </a:defRPr>
            </a:defPPr>
            <a:lvl1pPr algn="r">
              <a:defRPr sz="2400" b="0">
                <a:solidFill>
                  <a:srgbClr val="B7BBC2"/>
                </a:solidFill>
                <a:latin typeface="Arial"/>
                <a:ea typeface="Arial"/>
                <a:cs typeface="Arial"/>
              </a:defRPr>
            </a:lvl1pPr>
            <a:lvl2pPr algn="r">
              <a:defRPr sz="2400" b="0">
                <a:solidFill>
                  <a:srgbClr val="B7BBC2"/>
                </a:solidFill>
                <a:latin typeface="Arial"/>
                <a:ea typeface="Arial"/>
                <a:cs typeface="Arial"/>
              </a:defRPr>
            </a:lvl2pPr>
            <a:lvl3pPr algn="r">
              <a:defRPr sz="2400" b="0">
                <a:solidFill>
                  <a:srgbClr val="B7BBC2"/>
                </a:solidFill>
                <a:latin typeface="Arial"/>
                <a:ea typeface="Arial"/>
                <a:cs typeface="Arial"/>
              </a:defRPr>
            </a:lvl3pPr>
            <a:lvl4pPr algn="r">
              <a:defRPr sz="2400" b="0">
                <a:solidFill>
                  <a:srgbClr val="B7BBC2"/>
                </a:solidFill>
                <a:latin typeface="Arial"/>
                <a:ea typeface="Arial"/>
                <a:cs typeface="Arial"/>
              </a:defRPr>
            </a:lvl4pPr>
            <a:lvl5pPr algn="r">
              <a:defRPr sz="2400" b="0">
                <a:solidFill>
                  <a:srgbClr val="B7BBC2"/>
                </a:solidFill>
                <a:latin typeface="Arial"/>
                <a:ea typeface="Arial"/>
                <a:cs typeface="Arial"/>
              </a:defRPr>
            </a:lvl5pPr>
            <a:lvl6pPr algn="r">
              <a:defRPr sz="2400" b="0">
                <a:solidFill>
                  <a:srgbClr val="B7BBC2"/>
                </a:solidFill>
                <a:latin typeface="Arial"/>
                <a:ea typeface="Arial"/>
                <a:cs typeface="Arial"/>
              </a:defRPr>
            </a:lvl6pPr>
            <a:lvl7pPr algn="r">
              <a:defRPr sz="2400" b="0">
                <a:solidFill>
                  <a:srgbClr val="B7BBC2"/>
                </a:solidFill>
                <a:latin typeface="Arial"/>
                <a:ea typeface="Arial"/>
                <a:cs typeface="Arial"/>
              </a:defRPr>
            </a:lvl7pPr>
            <a:lvl8pPr algn="r">
              <a:defRPr sz="2400" b="0">
                <a:solidFill>
                  <a:srgbClr val="B7BBC2"/>
                </a:solidFill>
                <a:latin typeface="Arial"/>
                <a:ea typeface="Arial"/>
                <a:cs typeface="Arial"/>
              </a:defRPr>
            </a:lvl8pPr>
            <a:lvl9pPr algn="r">
              <a:defRPr sz="2400" b="0">
                <a:solidFill>
                  <a:srgbClr val="B7BBC2"/>
                </a:solidFill>
                <a:latin typeface="Arial"/>
                <a:ea typeface="Arial"/>
                <a:cs typeface="Arial"/>
              </a:defRPr>
            </a:lvl9pPr>
          </a:lstStyle>
          <a:p>
            <a:pPr algn="r" rtl="1">
              <a:lnSpc>
                <a:spcPct val="108000"/>
              </a:lnSpc>
              <a:buNone/>
              <a:defRPr sz="2400" b="0">
                <a:solidFill>
                  <a:srgbClr val="B7BBC2"/>
                </a:solidFill>
                <a:latin typeface="Arial"/>
                <a:ea typeface="Arial"/>
                <a:cs typeface="Arial"/>
              </a:defRPr>
            </a:pPr>
            <a:r>
              <a:rPr lang="he-IL" sz="2400" b="0">
                <a:solidFill>
                  <a:srgbClr val="B7BBC2"/>
                </a:solidFill>
                <a:latin typeface="Arial"/>
                <a:ea typeface="Arial"/>
                <a:cs typeface="Arial"/>
              </a:rPr>
              <a:t>ה־staging וקבצים חדשים ללא מעקב נשארים</a:t>
            </a:r>
          </a:p>
        </p:txBody>
      </p:sp>
      <p:sp>
        <p:nvSpPr>
          <p:cNvPr id="14" name="shape-476">
            <a:extLst>
              <a:ext uri="{FF2B5EF4-FFF2-40B4-BE49-F238E27FC236}">
                <a16:creationId xmlns:a16="http://schemas.microsoft.com/office/drawing/2014/main" id="{76D5E2C5-0917-489D-99E7-D53FF5560345}"/>
              </a:ext>
            </a:extLst>
          </p:cNvPr>
          <p:cNvSpPr>
            <a:spLocks noGrp="1"/>
          </p:cNvSpPr>
          <p:nvPr/>
        </p:nvSpPr>
        <p:spPr>
          <a:xfrm>
            <a:off x="476250" y="5381625"/>
            <a:ext cx="8191500" cy="733425"/>
          </a:xfrm>
          <a:prstGeom prst="rect">
            <a:avLst/>
          </a:prstGeom>
          <a:solidFill>
            <a:srgbClr val="402328"/>
          </a:solidFill>
          <a:ln w="19050">
            <a:solidFill>
              <a:srgbClr val="FF7777"/>
            </a:solidFill>
          </a:ln>
        </p:spPr>
      </p:sp>
      <p:sp>
        <p:nvSpPr>
          <p:cNvPr id="15" name="text-477">
            <a:extLst>
              <a:ext uri="{FF2B5EF4-FFF2-40B4-BE49-F238E27FC236}">
                <a16:creationId xmlns:a16="http://schemas.microsoft.com/office/drawing/2014/main" id="{A541335F-FB9F-4112-BEB1-55CFB0332C7B}"/>
              </a:ext>
            </a:extLst>
          </p:cNvPr>
          <p:cNvSpPr>
            <a:spLocks noGrp="1"/>
          </p:cNvSpPr>
          <p:nvPr/>
        </p:nvSpPr>
        <p:spPr>
          <a:xfrm>
            <a:off x="714375" y="5534025"/>
            <a:ext cx="7715250" cy="476250"/>
          </a:xfrm>
          <a:prstGeom prst="rect">
            <a:avLst/>
          </a:prstGeom>
          <a:noFill/>
          <a:ln w="0">
            <a:noFill/>
          </a:ln>
        </p:spPr>
        <p:txBody>
          <a:bodyPr wrap="square" lIns="0" tIns="0" rIns="0" bIns="0" anchor="t">
            <a:noAutofit/>
          </a:bodyPr>
          <a:lstStyle>
            <a:defPPr algn="r">
              <a:defRPr sz="2700" b="1">
                <a:solidFill>
                  <a:srgbClr val="FF7777"/>
                </a:solidFill>
                <a:latin typeface="Arial"/>
                <a:ea typeface="Arial"/>
                <a:cs typeface="Arial"/>
              </a:defRPr>
            </a:defPPr>
            <a:lvl1pPr algn="r">
              <a:defRPr sz="2700" b="1">
                <a:solidFill>
                  <a:srgbClr val="FF7777"/>
                </a:solidFill>
                <a:latin typeface="Arial"/>
                <a:ea typeface="Arial"/>
                <a:cs typeface="Arial"/>
              </a:defRPr>
            </a:lvl1pPr>
            <a:lvl2pPr algn="r">
              <a:defRPr sz="2700" b="1">
                <a:solidFill>
                  <a:srgbClr val="FF7777"/>
                </a:solidFill>
                <a:latin typeface="Arial"/>
                <a:ea typeface="Arial"/>
                <a:cs typeface="Arial"/>
              </a:defRPr>
            </a:lvl2pPr>
            <a:lvl3pPr algn="r">
              <a:defRPr sz="2700" b="1">
                <a:solidFill>
                  <a:srgbClr val="FF7777"/>
                </a:solidFill>
                <a:latin typeface="Arial"/>
                <a:ea typeface="Arial"/>
                <a:cs typeface="Arial"/>
              </a:defRPr>
            </a:lvl3pPr>
            <a:lvl4pPr algn="r">
              <a:defRPr sz="2700" b="1">
                <a:solidFill>
                  <a:srgbClr val="FF7777"/>
                </a:solidFill>
                <a:latin typeface="Arial"/>
                <a:ea typeface="Arial"/>
                <a:cs typeface="Arial"/>
              </a:defRPr>
            </a:lvl4pPr>
            <a:lvl5pPr algn="r">
              <a:defRPr sz="2700" b="1">
                <a:solidFill>
                  <a:srgbClr val="FF7777"/>
                </a:solidFill>
                <a:latin typeface="Arial"/>
                <a:ea typeface="Arial"/>
                <a:cs typeface="Arial"/>
              </a:defRPr>
            </a:lvl5pPr>
            <a:lvl6pPr algn="r">
              <a:defRPr sz="2700" b="1">
                <a:solidFill>
                  <a:srgbClr val="FF7777"/>
                </a:solidFill>
                <a:latin typeface="Arial"/>
                <a:ea typeface="Arial"/>
                <a:cs typeface="Arial"/>
              </a:defRPr>
            </a:lvl6pPr>
            <a:lvl7pPr algn="r">
              <a:defRPr sz="2700" b="1">
                <a:solidFill>
                  <a:srgbClr val="FF7777"/>
                </a:solidFill>
                <a:latin typeface="Arial"/>
                <a:ea typeface="Arial"/>
                <a:cs typeface="Arial"/>
              </a:defRPr>
            </a:lvl7pPr>
            <a:lvl8pPr algn="r">
              <a:defRPr sz="2700" b="1">
                <a:solidFill>
                  <a:srgbClr val="FF7777"/>
                </a:solidFill>
                <a:latin typeface="Arial"/>
                <a:ea typeface="Arial"/>
                <a:cs typeface="Arial"/>
              </a:defRPr>
            </a:lvl8pPr>
            <a:lvl9pPr algn="r">
              <a:defRPr sz="2700" b="1">
                <a:solidFill>
                  <a:srgbClr val="FF7777"/>
                </a:solidFill>
                <a:latin typeface="Arial"/>
                <a:ea typeface="Arial"/>
                <a:cs typeface="Arial"/>
              </a:defRPr>
            </a:lvl9pPr>
          </a:lstStyle>
          <a:p>
            <a:pPr algn="r" rtl="1">
              <a:lnSpc>
                <a:spcPct val="108000"/>
              </a:lnSpc>
              <a:buNone/>
              <a:defRPr sz="2700" b="1">
                <a:solidFill>
                  <a:srgbClr val="FF7777"/>
                </a:solidFill>
                <a:latin typeface="Arial"/>
                <a:ea typeface="Arial"/>
                <a:cs typeface="Arial"/>
              </a:defRPr>
            </a:pPr>
            <a:r>
              <a:rPr lang="he-IL" sz="2700" b="1">
                <a:solidFill>
                  <a:srgbClr val="FF7777"/>
                </a:solidFill>
                <a:latin typeface="Arial"/>
                <a:ea typeface="Arial"/>
                <a:cs typeface="Arial"/>
              </a:rPr>
              <a:t>זהירות: השינויים שיבוטלו יאבדו</a:t>
            </a:r>
          </a:p>
        </p:txBody>
      </p:sp>
    </p:spTree>
    <p:extLst>
      <p:ext uri="{BB962C8B-B14F-4D97-AF65-F5344CB8AC3E}">
        <p14:creationId xmlns:p14="http://schemas.microsoft.com/office/powerpoint/2010/main" val="826717670"/>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8" name="text-478">
            <a:extLst>
              <a:ext uri="{FF2B5EF4-FFF2-40B4-BE49-F238E27FC236}">
                <a16:creationId xmlns:a16="http://schemas.microsoft.com/office/drawing/2014/main" id="{5DC22E02-7927-49CE-B70F-18D0F2B25222}"/>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אהבתם את השינוי? שומרים</a:t>
            </a:r>
          </a:p>
        </p:txBody>
      </p:sp>
      <p:sp>
        <p:nvSpPr>
          <p:cNvPr id="2" name="text-479">
            <a:extLst>
              <a:ext uri="{FF2B5EF4-FFF2-40B4-BE49-F238E27FC236}">
                <a16:creationId xmlns:a16="http://schemas.microsoft.com/office/drawing/2014/main" id="{2EDD5EFF-DFC6-429F-BE45-E5B53011BBD4}"/>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31</a:t>
            </a:r>
          </a:p>
        </p:txBody>
      </p:sp>
      <p:sp>
        <p:nvSpPr>
          <p:cNvPr id="3" name="shape-480">
            <a:extLst>
              <a:ext uri="{FF2B5EF4-FFF2-40B4-BE49-F238E27FC236}">
                <a16:creationId xmlns:a16="http://schemas.microsoft.com/office/drawing/2014/main" id="{D5B6DBFC-E411-4BB3-96C5-0CCD4BC3273C}"/>
              </a:ext>
            </a:extLst>
          </p:cNvPr>
          <p:cNvSpPr>
            <a:spLocks noGrp="1"/>
          </p:cNvSpPr>
          <p:nvPr/>
        </p:nvSpPr>
        <p:spPr>
          <a:xfrm>
            <a:off x="5905500" y="1619250"/>
            <a:ext cx="2571750" cy="904875"/>
          </a:xfrm>
          <a:prstGeom prst="rect">
            <a:avLst/>
          </a:prstGeom>
          <a:solidFill>
            <a:srgbClr val="25282B"/>
          </a:solidFill>
          <a:ln w="19050">
            <a:solidFill>
              <a:srgbClr val="42AFFA"/>
            </a:solidFill>
          </a:ln>
        </p:spPr>
      </p:sp>
      <p:sp>
        <p:nvSpPr>
          <p:cNvPr id="4" name="text-481">
            <a:extLst>
              <a:ext uri="{FF2B5EF4-FFF2-40B4-BE49-F238E27FC236}">
                <a16:creationId xmlns:a16="http://schemas.microsoft.com/office/drawing/2014/main" id="{BB9840BA-B303-4E23-B620-D806AFA34546}"/>
              </a:ext>
            </a:extLst>
          </p:cNvPr>
          <p:cNvSpPr>
            <a:spLocks noGrp="1"/>
          </p:cNvSpPr>
          <p:nvPr/>
        </p:nvSpPr>
        <p:spPr>
          <a:xfrm>
            <a:off x="6038850" y="1894523"/>
            <a:ext cx="2305050" cy="75247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קראנו את הקוד</a:t>
            </a:r>
          </a:p>
        </p:txBody>
      </p:sp>
      <p:sp>
        <p:nvSpPr>
          <p:cNvPr id="5" name="line-482">
            <a:extLst>
              <a:ext uri="{FF2B5EF4-FFF2-40B4-BE49-F238E27FC236}">
                <a16:creationId xmlns:a16="http://schemas.microsoft.com/office/drawing/2014/main" id="{91D70E46-3C8C-4F77-8786-A327830B6A9E}"/>
              </a:ext>
            </a:extLst>
          </p:cNvPr>
          <p:cNvSpPr>
            <a:spLocks noGrp="1"/>
          </p:cNvSpPr>
          <p:nvPr/>
        </p:nvSpPr>
        <p:spPr>
          <a:xfrm>
            <a:off x="7143750" y="2571750"/>
            <a:ext cx="9525" cy="619125"/>
          </a:xfrm>
          <a:custGeom>
            <a:avLst/>
            <a:gdLst/>
            <a:ahLst/>
            <a:cxnLst/>
            <a:rect l="0" t="0" r="0" b="0"/>
            <a:pathLst>
              <a:path w="9525" h="619125">
                <a:moveTo>
                  <a:pt x="0" y="0"/>
                </a:moveTo>
                <a:lnTo>
                  <a:pt x="0" y="619125"/>
                </a:lnTo>
              </a:path>
            </a:pathLst>
          </a:custGeom>
          <a:noFill/>
          <a:ln w="38100">
            <a:solidFill>
              <a:srgbClr val="42AFFA"/>
            </a:solidFill>
          </a:ln>
        </p:spPr>
      </p:sp>
      <p:sp>
        <p:nvSpPr>
          <p:cNvPr id="6" name="line-483">
            <a:extLst>
              <a:ext uri="{FF2B5EF4-FFF2-40B4-BE49-F238E27FC236}">
                <a16:creationId xmlns:a16="http://schemas.microsoft.com/office/drawing/2014/main" id="{60703008-856E-4262-A034-CB06F06E96D3}"/>
              </a:ext>
            </a:extLst>
          </p:cNvPr>
          <p:cNvSpPr>
            <a:spLocks noGrp="1"/>
          </p:cNvSpPr>
          <p:nvPr/>
        </p:nvSpPr>
        <p:spPr>
          <a:xfrm>
            <a:off x="7084007" y="3093431"/>
            <a:ext cx="59743" cy="97444"/>
          </a:xfrm>
          <a:custGeom>
            <a:avLst/>
            <a:gdLst/>
            <a:ahLst/>
            <a:cxnLst/>
            <a:rect l="0" t="0" r="0" b="0"/>
            <a:pathLst>
              <a:path w="59743" h="97444">
                <a:moveTo>
                  <a:pt x="59743" y="97444"/>
                </a:moveTo>
                <a:lnTo>
                  <a:pt x="0" y="0"/>
                </a:lnTo>
              </a:path>
            </a:pathLst>
          </a:custGeom>
          <a:noFill/>
          <a:ln w="38100">
            <a:solidFill>
              <a:srgbClr val="42AFFA"/>
            </a:solidFill>
          </a:ln>
        </p:spPr>
      </p:sp>
      <p:sp>
        <p:nvSpPr>
          <p:cNvPr id="7" name="line-484">
            <a:extLst>
              <a:ext uri="{FF2B5EF4-FFF2-40B4-BE49-F238E27FC236}">
                <a16:creationId xmlns:a16="http://schemas.microsoft.com/office/drawing/2014/main" id="{931E9DFE-554F-498C-B7A7-D1A36D1FB3CE}"/>
              </a:ext>
            </a:extLst>
          </p:cNvPr>
          <p:cNvSpPr>
            <a:spLocks noGrp="1"/>
          </p:cNvSpPr>
          <p:nvPr/>
        </p:nvSpPr>
        <p:spPr>
          <a:xfrm>
            <a:off x="7143750" y="3093431"/>
            <a:ext cx="59743" cy="97444"/>
          </a:xfrm>
          <a:custGeom>
            <a:avLst/>
            <a:gdLst/>
            <a:ahLst/>
            <a:cxnLst/>
            <a:rect l="0" t="0" r="0" b="0"/>
            <a:pathLst>
              <a:path w="59743" h="97444">
                <a:moveTo>
                  <a:pt x="0" y="97444"/>
                </a:moveTo>
                <a:lnTo>
                  <a:pt x="59743" y="0"/>
                </a:lnTo>
              </a:path>
            </a:pathLst>
          </a:custGeom>
          <a:noFill/>
          <a:ln w="38100">
            <a:solidFill>
              <a:srgbClr val="42AFFA"/>
            </a:solidFill>
          </a:ln>
        </p:spPr>
      </p:sp>
      <p:sp>
        <p:nvSpPr>
          <p:cNvPr id="8" name="shape-485">
            <a:extLst>
              <a:ext uri="{FF2B5EF4-FFF2-40B4-BE49-F238E27FC236}">
                <a16:creationId xmlns:a16="http://schemas.microsoft.com/office/drawing/2014/main" id="{EA301AE8-D90D-441F-B570-2921460639B5}"/>
              </a:ext>
            </a:extLst>
          </p:cNvPr>
          <p:cNvSpPr>
            <a:spLocks noGrp="1"/>
          </p:cNvSpPr>
          <p:nvPr/>
        </p:nvSpPr>
        <p:spPr>
          <a:xfrm>
            <a:off x="5905500" y="3286125"/>
            <a:ext cx="2571750" cy="904875"/>
          </a:xfrm>
          <a:prstGeom prst="rect">
            <a:avLst/>
          </a:prstGeom>
          <a:solidFill>
            <a:srgbClr val="25282B"/>
          </a:solidFill>
          <a:ln w="19050">
            <a:solidFill>
              <a:srgbClr val="88FF88"/>
            </a:solidFill>
          </a:ln>
        </p:spPr>
      </p:sp>
      <p:sp>
        <p:nvSpPr>
          <p:cNvPr id="9" name="text-486">
            <a:extLst>
              <a:ext uri="{FF2B5EF4-FFF2-40B4-BE49-F238E27FC236}">
                <a16:creationId xmlns:a16="http://schemas.microsoft.com/office/drawing/2014/main" id="{C64ED63A-C37E-4C8B-94CF-E2EA872C3801}"/>
              </a:ext>
            </a:extLst>
          </p:cNvPr>
          <p:cNvSpPr>
            <a:spLocks noGrp="1"/>
          </p:cNvSpPr>
          <p:nvPr/>
        </p:nvSpPr>
        <p:spPr>
          <a:xfrm>
            <a:off x="6038850" y="3561398"/>
            <a:ext cx="2305050" cy="75247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בדקנו במשחק</a:t>
            </a:r>
          </a:p>
        </p:txBody>
      </p:sp>
      <p:sp>
        <p:nvSpPr>
          <p:cNvPr id="10" name="line-487">
            <a:extLst>
              <a:ext uri="{FF2B5EF4-FFF2-40B4-BE49-F238E27FC236}">
                <a16:creationId xmlns:a16="http://schemas.microsoft.com/office/drawing/2014/main" id="{7A05CA8D-3055-4313-8132-7A9752895AF7}"/>
              </a:ext>
            </a:extLst>
          </p:cNvPr>
          <p:cNvSpPr>
            <a:spLocks noGrp="1"/>
          </p:cNvSpPr>
          <p:nvPr/>
        </p:nvSpPr>
        <p:spPr>
          <a:xfrm>
            <a:off x="4333875" y="3733800"/>
            <a:ext cx="1476375" cy="9525"/>
          </a:xfrm>
          <a:custGeom>
            <a:avLst/>
            <a:gdLst/>
            <a:ahLst/>
            <a:cxnLst/>
            <a:rect l="0" t="0" r="0" b="0"/>
            <a:pathLst>
              <a:path w="1476375" h="9525">
                <a:moveTo>
                  <a:pt x="1476375" y="0"/>
                </a:moveTo>
                <a:lnTo>
                  <a:pt x="0" y="0"/>
                </a:lnTo>
              </a:path>
            </a:pathLst>
          </a:custGeom>
          <a:noFill/>
          <a:ln w="38100">
            <a:solidFill>
              <a:srgbClr val="88FF88"/>
            </a:solidFill>
          </a:ln>
        </p:spPr>
      </p:sp>
      <p:sp>
        <p:nvSpPr>
          <p:cNvPr id="11" name="line-488">
            <a:extLst>
              <a:ext uri="{FF2B5EF4-FFF2-40B4-BE49-F238E27FC236}">
                <a16:creationId xmlns:a16="http://schemas.microsoft.com/office/drawing/2014/main" id="{FFAF601D-D919-447D-BE57-2C5011A3953B}"/>
              </a:ext>
            </a:extLst>
          </p:cNvPr>
          <p:cNvSpPr>
            <a:spLocks noGrp="1"/>
          </p:cNvSpPr>
          <p:nvPr/>
        </p:nvSpPr>
        <p:spPr>
          <a:xfrm>
            <a:off x="4333875" y="3674057"/>
            <a:ext cx="97444" cy="59743"/>
          </a:xfrm>
          <a:custGeom>
            <a:avLst/>
            <a:gdLst/>
            <a:ahLst/>
            <a:cxnLst/>
            <a:rect l="0" t="0" r="0" b="0"/>
            <a:pathLst>
              <a:path w="97444" h="59743">
                <a:moveTo>
                  <a:pt x="0" y="59743"/>
                </a:moveTo>
                <a:lnTo>
                  <a:pt x="97444" y="0"/>
                </a:lnTo>
              </a:path>
            </a:pathLst>
          </a:custGeom>
          <a:noFill/>
          <a:ln w="38100">
            <a:solidFill>
              <a:srgbClr val="88FF88"/>
            </a:solidFill>
          </a:ln>
        </p:spPr>
      </p:sp>
      <p:sp>
        <p:nvSpPr>
          <p:cNvPr id="12" name="line-489">
            <a:extLst>
              <a:ext uri="{FF2B5EF4-FFF2-40B4-BE49-F238E27FC236}">
                <a16:creationId xmlns:a16="http://schemas.microsoft.com/office/drawing/2014/main" id="{0239FBC8-60A6-4C1F-8265-7626E44C932C}"/>
              </a:ext>
            </a:extLst>
          </p:cNvPr>
          <p:cNvSpPr>
            <a:spLocks noGrp="1"/>
          </p:cNvSpPr>
          <p:nvPr/>
        </p:nvSpPr>
        <p:spPr>
          <a:xfrm>
            <a:off x="4333875" y="3733800"/>
            <a:ext cx="97444" cy="59743"/>
          </a:xfrm>
          <a:custGeom>
            <a:avLst/>
            <a:gdLst/>
            <a:ahLst/>
            <a:cxnLst/>
            <a:rect l="0" t="0" r="0" b="0"/>
            <a:pathLst>
              <a:path w="97444" h="59743">
                <a:moveTo>
                  <a:pt x="0" y="0"/>
                </a:moveTo>
                <a:lnTo>
                  <a:pt x="97444" y="59743"/>
                </a:lnTo>
              </a:path>
            </a:pathLst>
          </a:custGeom>
          <a:noFill/>
          <a:ln w="38100">
            <a:solidFill>
              <a:srgbClr val="88FF88"/>
            </a:solidFill>
          </a:ln>
        </p:spPr>
      </p:sp>
      <p:sp>
        <p:nvSpPr>
          <p:cNvPr id="13" name="shape-490">
            <a:extLst>
              <a:ext uri="{FF2B5EF4-FFF2-40B4-BE49-F238E27FC236}">
                <a16:creationId xmlns:a16="http://schemas.microsoft.com/office/drawing/2014/main" id="{51F729A0-D412-41FB-8BB9-ADFD98D85837}"/>
              </a:ext>
            </a:extLst>
          </p:cNvPr>
          <p:cNvSpPr>
            <a:spLocks noGrp="1"/>
          </p:cNvSpPr>
          <p:nvPr/>
        </p:nvSpPr>
        <p:spPr>
          <a:xfrm>
            <a:off x="809625" y="3238500"/>
            <a:ext cx="3333750" cy="1000125"/>
          </a:xfrm>
          <a:prstGeom prst="rect">
            <a:avLst/>
          </a:prstGeom>
          <a:solidFill>
            <a:srgbClr val="25282B"/>
          </a:solidFill>
          <a:ln w="19050">
            <a:solidFill>
              <a:srgbClr val="8888FF"/>
            </a:solidFill>
          </a:ln>
        </p:spPr>
      </p:sp>
      <p:sp>
        <p:nvSpPr>
          <p:cNvPr id="14" name="text-491">
            <a:extLst>
              <a:ext uri="{FF2B5EF4-FFF2-40B4-BE49-F238E27FC236}">
                <a16:creationId xmlns:a16="http://schemas.microsoft.com/office/drawing/2014/main" id="{6DC016F6-3DDF-49E1-BE18-2CD8260327DA}"/>
              </a:ext>
            </a:extLst>
          </p:cNvPr>
          <p:cNvSpPr>
            <a:spLocks noGrp="1"/>
          </p:cNvSpPr>
          <p:nvPr/>
        </p:nvSpPr>
        <p:spPr>
          <a:xfrm>
            <a:off x="942975" y="3492818"/>
            <a:ext cx="3067050" cy="847725"/>
          </a:xfrm>
          <a:prstGeom prst="rect">
            <a:avLst/>
          </a:prstGeom>
          <a:noFill/>
          <a:ln w="0">
            <a:noFill/>
          </a:ln>
        </p:spPr>
        <p:txBody>
          <a:bodyPr wrap="square" lIns="0" tIns="0" rIns="0" bIns="0" anchor="t">
            <a:noAutofit/>
          </a:bodyPr>
          <a:lstStyle>
            <a:defPPr algn="ctr">
              <a:defRPr sz="3225" b="0">
                <a:solidFill>
                  <a:srgbClr val="F7F7F7"/>
                </a:solidFill>
                <a:latin typeface="Arial"/>
                <a:ea typeface="Arial"/>
                <a:cs typeface="Arial"/>
              </a:defRPr>
            </a:defPPr>
            <a:lvl1pPr algn="ctr">
              <a:defRPr sz="3225" b="0">
                <a:solidFill>
                  <a:srgbClr val="F7F7F7"/>
                </a:solidFill>
                <a:latin typeface="Arial"/>
                <a:ea typeface="Arial"/>
                <a:cs typeface="Arial"/>
              </a:defRPr>
            </a:lvl1pPr>
            <a:lvl2pPr algn="ctr">
              <a:defRPr sz="3225" b="0">
                <a:solidFill>
                  <a:srgbClr val="F7F7F7"/>
                </a:solidFill>
                <a:latin typeface="Arial"/>
                <a:ea typeface="Arial"/>
                <a:cs typeface="Arial"/>
              </a:defRPr>
            </a:lvl2pPr>
            <a:lvl3pPr algn="ctr">
              <a:defRPr sz="3225" b="0">
                <a:solidFill>
                  <a:srgbClr val="F7F7F7"/>
                </a:solidFill>
                <a:latin typeface="Arial"/>
                <a:ea typeface="Arial"/>
                <a:cs typeface="Arial"/>
              </a:defRPr>
            </a:lvl3pPr>
            <a:lvl4pPr algn="ctr">
              <a:defRPr sz="3225" b="0">
                <a:solidFill>
                  <a:srgbClr val="F7F7F7"/>
                </a:solidFill>
                <a:latin typeface="Arial"/>
                <a:ea typeface="Arial"/>
                <a:cs typeface="Arial"/>
              </a:defRPr>
            </a:lvl4pPr>
            <a:lvl5pPr algn="ctr">
              <a:defRPr sz="3225" b="0">
                <a:solidFill>
                  <a:srgbClr val="F7F7F7"/>
                </a:solidFill>
                <a:latin typeface="Arial"/>
                <a:ea typeface="Arial"/>
                <a:cs typeface="Arial"/>
              </a:defRPr>
            </a:lvl5pPr>
            <a:lvl6pPr algn="ctr">
              <a:defRPr sz="3225" b="0">
                <a:solidFill>
                  <a:srgbClr val="F7F7F7"/>
                </a:solidFill>
                <a:latin typeface="Arial"/>
                <a:ea typeface="Arial"/>
                <a:cs typeface="Arial"/>
              </a:defRPr>
            </a:lvl6pPr>
            <a:lvl7pPr algn="ctr">
              <a:defRPr sz="3225" b="0">
                <a:solidFill>
                  <a:srgbClr val="F7F7F7"/>
                </a:solidFill>
                <a:latin typeface="Arial"/>
                <a:ea typeface="Arial"/>
                <a:cs typeface="Arial"/>
              </a:defRPr>
            </a:lvl7pPr>
            <a:lvl8pPr algn="ctr">
              <a:defRPr sz="3225" b="0">
                <a:solidFill>
                  <a:srgbClr val="F7F7F7"/>
                </a:solidFill>
                <a:latin typeface="Arial"/>
                <a:ea typeface="Arial"/>
                <a:cs typeface="Arial"/>
              </a:defRPr>
            </a:lvl8pPr>
            <a:lvl9pPr algn="ctr">
              <a:defRPr sz="3225" b="0">
                <a:solidFill>
                  <a:srgbClr val="F7F7F7"/>
                </a:solidFill>
                <a:latin typeface="Arial"/>
                <a:ea typeface="Arial"/>
                <a:cs typeface="Arial"/>
              </a:defRPr>
            </a:lvl9pPr>
          </a:lstStyle>
          <a:p>
            <a:pPr algn="ctr" rtl="1">
              <a:lnSpc>
                <a:spcPct val="108000"/>
              </a:lnSpc>
              <a:buNone/>
              <a:defRPr sz="3225" b="0">
                <a:solidFill>
                  <a:srgbClr val="F7F7F7"/>
                </a:solidFill>
                <a:latin typeface="Arial"/>
                <a:ea typeface="Arial"/>
                <a:cs typeface="Arial"/>
              </a:defRPr>
            </a:pPr>
            <a:r>
              <a:rPr lang="he-IL" sz="3225" b="0">
                <a:solidFill>
                  <a:srgbClr val="F7F7F7"/>
                </a:solidFill>
                <a:latin typeface="Arial"/>
                <a:ea typeface="Arial"/>
                <a:cs typeface="Arial"/>
              </a:rPr>
              <a:t>קומיט</a:t>
            </a:r>
          </a:p>
        </p:txBody>
      </p:sp>
      <p:sp>
        <p:nvSpPr>
          <p:cNvPr id="15" name="text-492">
            <a:extLst>
              <a:ext uri="{FF2B5EF4-FFF2-40B4-BE49-F238E27FC236}">
                <a16:creationId xmlns:a16="http://schemas.microsoft.com/office/drawing/2014/main" id="{D918F7F8-E57D-4D71-B4FB-C3B33236A6F6}"/>
              </a:ext>
            </a:extLst>
          </p:cNvPr>
          <p:cNvSpPr>
            <a:spLocks noGrp="1"/>
          </p:cNvSpPr>
          <p:nvPr/>
        </p:nvSpPr>
        <p:spPr>
          <a:xfrm>
            <a:off x="619125" y="4762500"/>
            <a:ext cx="8096250" cy="523875"/>
          </a:xfrm>
          <a:prstGeom prst="rect">
            <a:avLst/>
          </a:prstGeom>
          <a:noFill/>
          <a:ln w="0">
            <a:noFill/>
          </a:ln>
        </p:spPr>
        <p:txBody>
          <a:bodyPr wrap="none" lIns="0" tIns="0" rIns="0" bIns="0" anchor="t">
            <a:noAutofit/>
          </a:bodyPr>
          <a:lstStyle>
            <a:defPPr algn="l">
              <a:defRPr sz="2400" b="0">
                <a:solidFill>
                  <a:srgbClr val="42AFFA"/>
                </a:solidFill>
                <a:latin typeface="Consolas"/>
                <a:ea typeface="Consolas"/>
                <a:cs typeface="Consolas"/>
              </a:defRPr>
            </a:defPPr>
            <a:lvl1pPr algn="l">
              <a:defRPr sz="2400" b="0">
                <a:solidFill>
                  <a:srgbClr val="42AFFA"/>
                </a:solidFill>
                <a:latin typeface="Consolas"/>
                <a:ea typeface="Consolas"/>
                <a:cs typeface="Consolas"/>
              </a:defRPr>
            </a:lvl1pPr>
            <a:lvl2pPr algn="l">
              <a:defRPr sz="2400" b="0">
                <a:solidFill>
                  <a:srgbClr val="42AFFA"/>
                </a:solidFill>
                <a:latin typeface="Consolas"/>
                <a:ea typeface="Consolas"/>
                <a:cs typeface="Consolas"/>
              </a:defRPr>
            </a:lvl2pPr>
            <a:lvl3pPr algn="l">
              <a:defRPr sz="2400" b="0">
                <a:solidFill>
                  <a:srgbClr val="42AFFA"/>
                </a:solidFill>
                <a:latin typeface="Consolas"/>
                <a:ea typeface="Consolas"/>
                <a:cs typeface="Consolas"/>
              </a:defRPr>
            </a:lvl3pPr>
            <a:lvl4pPr algn="l">
              <a:defRPr sz="2400" b="0">
                <a:solidFill>
                  <a:srgbClr val="42AFFA"/>
                </a:solidFill>
                <a:latin typeface="Consolas"/>
                <a:ea typeface="Consolas"/>
                <a:cs typeface="Consolas"/>
              </a:defRPr>
            </a:lvl4pPr>
            <a:lvl5pPr algn="l">
              <a:defRPr sz="2400" b="0">
                <a:solidFill>
                  <a:srgbClr val="42AFFA"/>
                </a:solidFill>
                <a:latin typeface="Consolas"/>
                <a:ea typeface="Consolas"/>
                <a:cs typeface="Consolas"/>
              </a:defRPr>
            </a:lvl5pPr>
            <a:lvl6pPr algn="l">
              <a:defRPr sz="2400" b="0">
                <a:solidFill>
                  <a:srgbClr val="42AFFA"/>
                </a:solidFill>
                <a:latin typeface="Consolas"/>
                <a:ea typeface="Consolas"/>
                <a:cs typeface="Consolas"/>
              </a:defRPr>
            </a:lvl6pPr>
            <a:lvl7pPr algn="l">
              <a:defRPr sz="2400" b="0">
                <a:solidFill>
                  <a:srgbClr val="42AFFA"/>
                </a:solidFill>
                <a:latin typeface="Consolas"/>
                <a:ea typeface="Consolas"/>
                <a:cs typeface="Consolas"/>
              </a:defRPr>
            </a:lvl7pPr>
            <a:lvl8pPr algn="l">
              <a:defRPr sz="2400" b="0">
                <a:solidFill>
                  <a:srgbClr val="42AFFA"/>
                </a:solidFill>
                <a:latin typeface="Consolas"/>
                <a:ea typeface="Consolas"/>
                <a:cs typeface="Consolas"/>
              </a:defRPr>
            </a:lvl8pPr>
            <a:lvl9pPr algn="l">
              <a:defRPr sz="2400" b="0">
                <a:solidFill>
                  <a:srgbClr val="42AFFA"/>
                </a:solidFill>
                <a:latin typeface="Consolas"/>
                <a:ea typeface="Consolas"/>
                <a:cs typeface="Consolas"/>
              </a:defRPr>
            </a:lvl9pPr>
          </a:lstStyle>
          <a:p>
            <a:pPr algn="l" rtl="0">
              <a:lnSpc>
                <a:spcPct val="108000"/>
              </a:lnSpc>
              <a:buNone/>
              <a:defRPr sz="2400" b="0">
                <a:solidFill>
                  <a:srgbClr val="42AFFA"/>
                </a:solidFill>
                <a:latin typeface="Consolas"/>
                <a:ea typeface="Consolas"/>
                <a:cs typeface="Consolas"/>
              </a:defRPr>
            </a:pPr>
            <a:r>
              <a:rPr lang="en-US" sz="2400" b="0">
                <a:solidFill>
                  <a:srgbClr val="42AFFA"/>
                </a:solidFill>
                <a:latin typeface="Consolas"/>
                <a:ea typeface="Consolas"/>
                <a:cs typeface="Consolas"/>
              </a:rPr>
              <a:t>git commit -m "Add enemy chase"</a:t>
            </a:r>
          </a:p>
        </p:txBody>
      </p:sp>
      <p:sp>
        <p:nvSpPr>
          <p:cNvPr id="16" name="text-493">
            <a:extLst>
              <a:ext uri="{FF2B5EF4-FFF2-40B4-BE49-F238E27FC236}">
                <a16:creationId xmlns:a16="http://schemas.microsoft.com/office/drawing/2014/main" id="{5359DAAE-23FE-43FE-9643-74F8188F474C}"/>
              </a:ext>
            </a:extLst>
          </p:cNvPr>
          <p:cNvSpPr>
            <a:spLocks noGrp="1"/>
          </p:cNvSpPr>
          <p:nvPr/>
        </p:nvSpPr>
        <p:spPr>
          <a:xfrm>
            <a:off x="619125" y="5524500"/>
            <a:ext cx="7905750" cy="552450"/>
          </a:xfrm>
          <a:prstGeom prst="rect">
            <a:avLst/>
          </a:prstGeom>
          <a:noFill/>
          <a:ln w="0">
            <a:noFill/>
          </a:ln>
        </p:spPr>
        <p:txBody>
          <a:bodyPr wrap="square" lIns="0" tIns="0" rIns="0" bIns="0" anchor="t">
            <a:noAutofit/>
          </a:bodyPr>
          <a:lstStyle>
            <a:defPPr algn="r">
              <a:defRPr sz="2700" b="1">
                <a:solidFill>
                  <a:srgbClr val="88FF88"/>
                </a:solidFill>
                <a:latin typeface="Arial"/>
                <a:ea typeface="Arial"/>
                <a:cs typeface="Arial"/>
              </a:defRPr>
            </a:defPPr>
            <a:lvl1pPr algn="r">
              <a:defRPr sz="2700" b="1">
                <a:solidFill>
                  <a:srgbClr val="88FF88"/>
                </a:solidFill>
                <a:latin typeface="Arial"/>
                <a:ea typeface="Arial"/>
                <a:cs typeface="Arial"/>
              </a:defRPr>
            </a:lvl1pPr>
            <a:lvl2pPr algn="r">
              <a:defRPr sz="2700" b="1">
                <a:solidFill>
                  <a:srgbClr val="88FF88"/>
                </a:solidFill>
                <a:latin typeface="Arial"/>
                <a:ea typeface="Arial"/>
                <a:cs typeface="Arial"/>
              </a:defRPr>
            </a:lvl2pPr>
            <a:lvl3pPr algn="r">
              <a:defRPr sz="2700" b="1">
                <a:solidFill>
                  <a:srgbClr val="88FF88"/>
                </a:solidFill>
                <a:latin typeface="Arial"/>
                <a:ea typeface="Arial"/>
                <a:cs typeface="Arial"/>
              </a:defRPr>
            </a:lvl3pPr>
            <a:lvl4pPr algn="r">
              <a:defRPr sz="2700" b="1">
                <a:solidFill>
                  <a:srgbClr val="88FF88"/>
                </a:solidFill>
                <a:latin typeface="Arial"/>
                <a:ea typeface="Arial"/>
                <a:cs typeface="Arial"/>
              </a:defRPr>
            </a:lvl4pPr>
            <a:lvl5pPr algn="r">
              <a:defRPr sz="2700" b="1">
                <a:solidFill>
                  <a:srgbClr val="88FF88"/>
                </a:solidFill>
                <a:latin typeface="Arial"/>
                <a:ea typeface="Arial"/>
                <a:cs typeface="Arial"/>
              </a:defRPr>
            </a:lvl5pPr>
            <a:lvl6pPr algn="r">
              <a:defRPr sz="2700" b="1">
                <a:solidFill>
                  <a:srgbClr val="88FF88"/>
                </a:solidFill>
                <a:latin typeface="Arial"/>
                <a:ea typeface="Arial"/>
                <a:cs typeface="Arial"/>
              </a:defRPr>
            </a:lvl6pPr>
            <a:lvl7pPr algn="r">
              <a:defRPr sz="2700" b="1">
                <a:solidFill>
                  <a:srgbClr val="88FF88"/>
                </a:solidFill>
                <a:latin typeface="Arial"/>
                <a:ea typeface="Arial"/>
                <a:cs typeface="Arial"/>
              </a:defRPr>
            </a:lvl7pPr>
            <a:lvl8pPr algn="r">
              <a:defRPr sz="2700" b="1">
                <a:solidFill>
                  <a:srgbClr val="88FF88"/>
                </a:solidFill>
                <a:latin typeface="Arial"/>
                <a:ea typeface="Arial"/>
                <a:cs typeface="Arial"/>
              </a:defRPr>
            </a:lvl8pPr>
            <a:lvl9pPr algn="r">
              <a:defRPr sz="2700" b="1">
                <a:solidFill>
                  <a:srgbClr val="88FF88"/>
                </a:solidFill>
                <a:latin typeface="Arial"/>
                <a:ea typeface="Arial"/>
                <a:cs typeface="Arial"/>
              </a:defRPr>
            </a:lvl9pPr>
          </a:lstStyle>
          <a:p>
            <a:pPr algn="r" rtl="1">
              <a:lnSpc>
                <a:spcPct val="108000"/>
              </a:lnSpc>
              <a:buNone/>
              <a:defRPr sz="2700" b="1">
                <a:solidFill>
                  <a:srgbClr val="88FF88"/>
                </a:solidFill>
                <a:latin typeface="Arial"/>
                <a:ea typeface="Arial"/>
                <a:cs typeface="Arial"/>
              </a:defRPr>
            </a:pPr>
            <a:r>
              <a:rPr lang="he-IL" sz="2700" b="1">
                <a:solidFill>
                  <a:srgbClr val="88FF88"/>
                </a:solidFill>
                <a:latin typeface="Arial"/>
                <a:ea typeface="Arial"/>
                <a:cs typeface="Arial"/>
              </a:rPr>
              <a:t>עם הודעה שאתם כתבתם וקראתם</a:t>
            </a:r>
          </a:p>
        </p:txBody>
      </p:sp>
      <p:sp>
        <p:nvSpPr>
          <p:cNvPr id="17" name="text-494">
            <a:extLst>
              <a:ext uri="{FF2B5EF4-FFF2-40B4-BE49-F238E27FC236}">
                <a16:creationId xmlns:a16="http://schemas.microsoft.com/office/drawing/2014/main" id="{8AE81937-8EB5-41D1-B462-C23F650ADD2F}"/>
              </a:ext>
            </a:extLst>
          </p:cNvPr>
          <p:cNvSpPr>
            <a:spLocks noGrp="1"/>
          </p:cNvSpPr>
          <p:nvPr/>
        </p:nvSpPr>
        <p:spPr>
          <a:xfrm>
            <a:off x="619125" y="1285875"/>
            <a:ext cx="4762500" cy="1143000"/>
          </a:xfrm>
          <a:prstGeom prst="rect">
            <a:avLst/>
          </a:prstGeom>
          <a:noFill/>
          <a:ln w="0">
            <a:noFill/>
          </a:ln>
        </p:spPr>
        <p:txBody>
          <a:bodyPr wrap="square" lIns="0" tIns="0" rIns="0" bIns="0" anchor="t">
            <a:noAutofit/>
          </a:bodyPr>
          <a:lstStyle>
            <a:defPPr algn="r">
              <a:defRPr sz="2700" b="0">
                <a:solidFill>
                  <a:srgbClr val="F7F7F7"/>
                </a:solidFill>
                <a:latin typeface="Arial"/>
                <a:ea typeface="Arial"/>
                <a:cs typeface="Arial"/>
              </a:defRPr>
            </a:defPPr>
            <a:lvl1pPr algn="r">
              <a:defRPr sz="2700" b="0">
                <a:solidFill>
                  <a:srgbClr val="F7F7F7"/>
                </a:solidFill>
                <a:latin typeface="Arial"/>
                <a:ea typeface="Arial"/>
                <a:cs typeface="Arial"/>
              </a:defRPr>
            </a:lvl1pPr>
            <a:lvl2pPr algn="r">
              <a:defRPr sz="2700" b="0">
                <a:solidFill>
                  <a:srgbClr val="F7F7F7"/>
                </a:solidFill>
                <a:latin typeface="Arial"/>
                <a:ea typeface="Arial"/>
                <a:cs typeface="Arial"/>
              </a:defRPr>
            </a:lvl2pPr>
            <a:lvl3pPr algn="r">
              <a:defRPr sz="2700" b="0">
                <a:solidFill>
                  <a:srgbClr val="F7F7F7"/>
                </a:solidFill>
                <a:latin typeface="Arial"/>
                <a:ea typeface="Arial"/>
                <a:cs typeface="Arial"/>
              </a:defRPr>
            </a:lvl3pPr>
            <a:lvl4pPr algn="r">
              <a:defRPr sz="2700" b="0">
                <a:solidFill>
                  <a:srgbClr val="F7F7F7"/>
                </a:solidFill>
                <a:latin typeface="Arial"/>
                <a:ea typeface="Arial"/>
                <a:cs typeface="Arial"/>
              </a:defRPr>
            </a:lvl4pPr>
            <a:lvl5pPr algn="r">
              <a:defRPr sz="2700" b="0">
                <a:solidFill>
                  <a:srgbClr val="F7F7F7"/>
                </a:solidFill>
                <a:latin typeface="Arial"/>
                <a:ea typeface="Arial"/>
                <a:cs typeface="Arial"/>
              </a:defRPr>
            </a:lvl5pPr>
            <a:lvl6pPr algn="r">
              <a:defRPr sz="2700" b="0">
                <a:solidFill>
                  <a:srgbClr val="F7F7F7"/>
                </a:solidFill>
                <a:latin typeface="Arial"/>
                <a:ea typeface="Arial"/>
                <a:cs typeface="Arial"/>
              </a:defRPr>
            </a:lvl6pPr>
            <a:lvl7pPr algn="r">
              <a:defRPr sz="2700" b="0">
                <a:solidFill>
                  <a:srgbClr val="F7F7F7"/>
                </a:solidFill>
                <a:latin typeface="Arial"/>
                <a:ea typeface="Arial"/>
                <a:cs typeface="Arial"/>
              </a:defRPr>
            </a:lvl7pPr>
            <a:lvl8pPr algn="r">
              <a:defRPr sz="2700" b="0">
                <a:solidFill>
                  <a:srgbClr val="F7F7F7"/>
                </a:solidFill>
                <a:latin typeface="Arial"/>
                <a:ea typeface="Arial"/>
                <a:cs typeface="Arial"/>
              </a:defRPr>
            </a:lvl8pPr>
            <a:lvl9pPr algn="r">
              <a:defRPr sz="2700" b="0">
                <a:solidFill>
                  <a:srgbClr val="F7F7F7"/>
                </a:solidFill>
                <a:latin typeface="Arial"/>
                <a:ea typeface="Arial"/>
                <a:cs typeface="Arial"/>
              </a:defRPr>
            </a:lvl9pPr>
          </a:lstStyle>
          <a:p>
            <a:pPr algn="r" rtl="1">
              <a:lnSpc>
                <a:spcPct val="108000"/>
              </a:lnSpc>
              <a:buNone/>
              <a:defRPr sz="2700" b="0">
                <a:solidFill>
                  <a:srgbClr val="F7F7F7"/>
                </a:solidFill>
                <a:latin typeface="Arial"/>
                <a:ea typeface="Arial"/>
                <a:cs typeface="Arial"/>
              </a:defRPr>
            </a:pPr>
            <a:r>
              <a:rPr lang="he-IL" sz="2700" b="0">
                <a:solidFill>
                  <a:srgbClr val="F7F7F7"/>
                </a:solidFill>
                <a:latin typeface="Arial"/>
                <a:ea typeface="Arial"/>
                <a:cs typeface="Arial"/>
              </a:rPr>
              <a:t>אנחנו אחראים למה שנכנס למאגר</a:t>
            </a:r>
          </a:p>
        </p:txBody>
      </p:sp>
    </p:spTree>
    <p:extLst>
      <p:ext uri="{BB962C8B-B14F-4D97-AF65-F5344CB8AC3E}">
        <p14:creationId xmlns:p14="http://schemas.microsoft.com/office/powerpoint/2010/main" val="1779155727"/>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
                                        <p:tgtEl>
                                          <p:spTgt spid="10"/>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200"/>
                                        <p:tgtEl>
                                          <p:spTgt spid="12"/>
                                        </p:tgtEl>
                                      </p:cBhvr>
                                    </p:animEffect>
                                  </p:childTnLst>
                                </p:cTn>
                              </p:par>
                              <p:par>
                                <p:cTn id="39" presetID="10"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2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2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4" grpId="0"/>
      <p:bldP spid="15" grpId="0"/>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6" name="text-495">
            <a:extLst>
              <a:ext uri="{FF2B5EF4-FFF2-40B4-BE49-F238E27FC236}">
                <a16:creationId xmlns:a16="http://schemas.microsoft.com/office/drawing/2014/main" id="{6B67B456-E314-476E-AFFC-314853F40379}"/>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סודות נשארים מחוץ למאגר</a:t>
            </a:r>
          </a:p>
        </p:txBody>
      </p:sp>
      <p:sp>
        <p:nvSpPr>
          <p:cNvPr id="2" name="text-496">
            <a:extLst>
              <a:ext uri="{FF2B5EF4-FFF2-40B4-BE49-F238E27FC236}">
                <a16:creationId xmlns:a16="http://schemas.microsoft.com/office/drawing/2014/main" id="{09FE9BF8-9266-45A5-92CB-7262DAE467BC}"/>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32</a:t>
            </a:r>
          </a:p>
        </p:txBody>
      </p:sp>
      <p:sp>
        <p:nvSpPr>
          <p:cNvPr id="3" name="shape-497">
            <a:extLst>
              <a:ext uri="{FF2B5EF4-FFF2-40B4-BE49-F238E27FC236}">
                <a16:creationId xmlns:a16="http://schemas.microsoft.com/office/drawing/2014/main" id="{D3017733-D795-4BDE-8067-054AA3F78895}"/>
              </a:ext>
            </a:extLst>
          </p:cNvPr>
          <p:cNvSpPr>
            <a:spLocks noGrp="1"/>
          </p:cNvSpPr>
          <p:nvPr/>
        </p:nvSpPr>
        <p:spPr>
          <a:xfrm>
            <a:off x="5810250" y="1428750"/>
            <a:ext cx="2714625" cy="809625"/>
          </a:xfrm>
          <a:prstGeom prst="rect">
            <a:avLst/>
          </a:prstGeom>
          <a:solidFill>
            <a:srgbClr val="25282B"/>
          </a:solidFill>
          <a:ln w="19050">
            <a:solidFill>
              <a:srgbClr val="8888FF"/>
            </a:solidFill>
          </a:ln>
        </p:spPr>
      </p:sp>
      <p:sp>
        <p:nvSpPr>
          <p:cNvPr id="4" name="text-498">
            <a:extLst>
              <a:ext uri="{FF2B5EF4-FFF2-40B4-BE49-F238E27FC236}">
                <a16:creationId xmlns:a16="http://schemas.microsoft.com/office/drawing/2014/main" id="{F19587BF-591F-496A-BC2F-501C6691A382}"/>
              </a:ext>
            </a:extLst>
          </p:cNvPr>
          <p:cNvSpPr>
            <a:spLocks noGrp="1"/>
          </p:cNvSpPr>
          <p:nvPr/>
        </p:nvSpPr>
        <p:spPr>
          <a:xfrm>
            <a:off x="5943600" y="1633538"/>
            <a:ext cx="2447925" cy="657225"/>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1">
              <a:lnSpc>
                <a:spcPct val="108000"/>
              </a:lnSpc>
              <a:buNone/>
              <a:defRPr sz="2625" b="0">
                <a:solidFill>
                  <a:srgbClr val="F7F7F7"/>
                </a:solidFill>
                <a:latin typeface="Arial"/>
                <a:ea typeface="Arial"/>
                <a:cs typeface="Arial"/>
              </a:defRPr>
            </a:pPr>
            <a:r>
              <a:rPr lang="he-IL" sz="2625" b="0">
                <a:solidFill>
                  <a:srgbClr val="F7F7F7"/>
                </a:solidFill>
                <a:latin typeface="Arial"/>
                <a:ea typeface="Arial"/>
                <a:cs typeface="Arial"/>
              </a:rPr>
              <a:t>המחשב שלכם</a:t>
            </a:r>
          </a:p>
        </p:txBody>
      </p:sp>
      <p:sp>
        <p:nvSpPr>
          <p:cNvPr id="5" name="text-499">
            <a:extLst>
              <a:ext uri="{FF2B5EF4-FFF2-40B4-BE49-F238E27FC236}">
                <a16:creationId xmlns:a16="http://schemas.microsoft.com/office/drawing/2014/main" id="{21C92D6B-E9B2-4E3E-9774-FE03A6BFBA52}"/>
              </a:ext>
            </a:extLst>
          </p:cNvPr>
          <p:cNvSpPr>
            <a:spLocks noGrp="1"/>
          </p:cNvSpPr>
          <p:nvPr/>
        </p:nvSpPr>
        <p:spPr>
          <a:xfrm>
            <a:off x="6048375" y="2667000"/>
            <a:ext cx="2238375" cy="476250"/>
          </a:xfrm>
          <a:prstGeom prst="rect">
            <a:avLst/>
          </a:prstGeom>
          <a:noFill/>
          <a:ln w="0">
            <a:noFill/>
          </a:ln>
        </p:spPr>
        <p:txBody>
          <a:bodyPr wrap="none" lIns="0" tIns="0" rIns="0" bIns="0" anchor="t">
            <a:noAutofit/>
          </a:bodyPr>
          <a:lstStyle>
            <a:defPPr algn="l">
              <a:defRPr sz="2625" b="0">
                <a:solidFill>
                  <a:srgbClr val="FF7777"/>
                </a:solidFill>
                <a:latin typeface="Consolas"/>
                <a:ea typeface="Consolas"/>
                <a:cs typeface="Consolas"/>
              </a:defRPr>
            </a:defPPr>
            <a:lvl1pPr algn="l">
              <a:defRPr sz="2625" b="0">
                <a:solidFill>
                  <a:srgbClr val="FF7777"/>
                </a:solidFill>
                <a:latin typeface="Consolas"/>
                <a:ea typeface="Consolas"/>
                <a:cs typeface="Consolas"/>
              </a:defRPr>
            </a:lvl1pPr>
            <a:lvl2pPr algn="l">
              <a:defRPr sz="2625" b="0">
                <a:solidFill>
                  <a:srgbClr val="FF7777"/>
                </a:solidFill>
                <a:latin typeface="Consolas"/>
                <a:ea typeface="Consolas"/>
                <a:cs typeface="Consolas"/>
              </a:defRPr>
            </a:lvl2pPr>
            <a:lvl3pPr algn="l">
              <a:defRPr sz="2625" b="0">
                <a:solidFill>
                  <a:srgbClr val="FF7777"/>
                </a:solidFill>
                <a:latin typeface="Consolas"/>
                <a:ea typeface="Consolas"/>
                <a:cs typeface="Consolas"/>
              </a:defRPr>
            </a:lvl3pPr>
            <a:lvl4pPr algn="l">
              <a:defRPr sz="2625" b="0">
                <a:solidFill>
                  <a:srgbClr val="FF7777"/>
                </a:solidFill>
                <a:latin typeface="Consolas"/>
                <a:ea typeface="Consolas"/>
                <a:cs typeface="Consolas"/>
              </a:defRPr>
            </a:lvl4pPr>
            <a:lvl5pPr algn="l">
              <a:defRPr sz="2625" b="0">
                <a:solidFill>
                  <a:srgbClr val="FF7777"/>
                </a:solidFill>
                <a:latin typeface="Consolas"/>
                <a:ea typeface="Consolas"/>
                <a:cs typeface="Consolas"/>
              </a:defRPr>
            </a:lvl5pPr>
            <a:lvl6pPr algn="l">
              <a:defRPr sz="2625" b="0">
                <a:solidFill>
                  <a:srgbClr val="FF7777"/>
                </a:solidFill>
                <a:latin typeface="Consolas"/>
                <a:ea typeface="Consolas"/>
                <a:cs typeface="Consolas"/>
              </a:defRPr>
            </a:lvl6pPr>
            <a:lvl7pPr algn="l">
              <a:defRPr sz="2625" b="0">
                <a:solidFill>
                  <a:srgbClr val="FF7777"/>
                </a:solidFill>
                <a:latin typeface="Consolas"/>
                <a:ea typeface="Consolas"/>
                <a:cs typeface="Consolas"/>
              </a:defRPr>
            </a:lvl7pPr>
            <a:lvl8pPr algn="l">
              <a:defRPr sz="2625" b="0">
                <a:solidFill>
                  <a:srgbClr val="FF7777"/>
                </a:solidFill>
                <a:latin typeface="Consolas"/>
                <a:ea typeface="Consolas"/>
                <a:cs typeface="Consolas"/>
              </a:defRPr>
            </a:lvl8pPr>
            <a:lvl9pPr algn="l">
              <a:defRPr sz="2625" b="0">
                <a:solidFill>
                  <a:srgbClr val="FF7777"/>
                </a:solidFill>
                <a:latin typeface="Consolas"/>
                <a:ea typeface="Consolas"/>
                <a:cs typeface="Consolas"/>
              </a:defRPr>
            </a:lvl9pPr>
          </a:lstStyle>
          <a:p>
            <a:pPr algn="l" rtl="0">
              <a:lnSpc>
                <a:spcPct val="108000"/>
              </a:lnSpc>
              <a:buNone/>
              <a:defRPr sz="2625" b="0">
                <a:solidFill>
                  <a:srgbClr val="FF7777"/>
                </a:solidFill>
                <a:latin typeface="Consolas"/>
                <a:ea typeface="Consolas"/>
                <a:cs typeface="Consolas"/>
              </a:defRPr>
            </a:pPr>
            <a:r>
              <a:rPr lang="en-US" sz="2625" b="0">
                <a:solidFill>
                  <a:srgbClr val="FF7777"/>
                </a:solidFill>
                <a:latin typeface="Consolas"/>
                <a:ea typeface="Consolas"/>
                <a:cs typeface="Consolas"/>
              </a:rPr>
              <a:t>API keys</a:t>
            </a:r>
          </a:p>
        </p:txBody>
      </p:sp>
      <p:sp>
        <p:nvSpPr>
          <p:cNvPr id="6" name="text-500">
            <a:extLst>
              <a:ext uri="{FF2B5EF4-FFF2-40B4-BE49-F238E27FC236}">
                <a16:creationId xmlns:a16="http://schemas.microsoft.com/office/drawing/2014/main" id="{D25D4F7C-2106-4188-BCBE-DB306368108C}"/>
              </a:ext>
            </a:extLst>
          </p:cNvPr>
          <p:cNvSpPr>
            <a:spLocks noGrp="1"/>
          </p:cNvSpPr>
          <p:nvPr/>
        </p:nvSpPr>
        <p:spPr>
          <a:xfrm>
            <a:off x="6048375" y="3286125"/>
            <a:ext cx="2238375" cy="476250"/>
          </a:xfrm>
          <a:prstGeom prst="rect">
            <a:avLst/>
          </a:prstGeom>
          <a:noFill/>
          <a:ln w="0">
            <a:noFill/>
          </a:ln>
        </p:spPr>
        <p:txBody>
          <a:bodyPr wrap="square" lIns="0" tIns="0" rIns="0" bIns="0" anchor="t">
            <a:noAutofit/>
          </a:bodyPr>
          <a:lstStyle>
            <a:defPPr algn="r">
              <a:defRPr sz="2700" b="0">
                <a:solidFill>
                  <a:srgbClr val="FF7777"/>
                </a:solidFill>
                <a:latin typeface="Arial"/>
                <a:ea typeface="Arial"/>
                <a:cs typeface="Arial"/>
              </a:defRPr>
            </a:defPPr>
            <a:lvl1pPr algn="r">
              <a:defRPr sz="2700" b="0">
                <a:solidFill>
                  <a:srgbClr val="FF7777"/>
                </a:solidFill>
                <a:latin typeface="Arial"/>
                <a:ea typeface="Arial"/>
                <a:cs typeface="Arial"/>
              </a:defRPr>
            </a:lvl1pPr>
            <a:lvl2pPr algn="r">
              <a:defRPr sz="2700" b="0">
                <a:solidFill>
                  <a:srgbClr val="FF7777"/>
                </a:solidFill>
                <a:latin typeface="Arial"/>
                <a:ea typeface="Arial"/>
                <a:cs typeface="Arial"/>
              </a:defRPr>
            </a:lvl2pPr>
            <a:lvl3pPr algn="r">
              <a:defRPr sz="2700" b="0">
                <a:solidFill>
                  <a:srgbClr val="FF7777"/>
                </a:solidFill>
                <a:latin typeface="Arial"/>
                <a:ea typeface="Arial"/>
                <a:cs typeface="Arial"/>
              </a:defRPr>
            </a:lvl3pPr>
            <a:lvl4pPr algn="r">
              <a:defRPr sz="2700" b="0">
                <a:solidFill>
                  <a:srgbClr val="FF7777"/>
                </a:solidFill>
                <a:latin typeface="Arial"/>
                <a:ea typeface="Arial"/>
                <a:cs typeface="Arial"/>
              </a:defRPr>
            </a:lvl4pPr>
            <a:lvl5pPr algn="r">
              <a:defRPr sz="2700" b="0">
                <a:solidFill>
                  <a:srgbClr val="FF7777"/>
                </a:solidFill>
                <a:latin typeface="Arial"/>
                <a:ea typeface="Arial"/>
                <a:cs typeface="Arial"/>
              </a:defRPr>
            </a:lvl5pPr>
            <a:lvl6pPr algn="r">
              <a:defRPr sz="2700" b="0">
                <a:solidFill>
                  <a:srgbClr val="FF7777"/>
                </a:solidFill>
                <a:latin typeface="Arial"/>
                <a:ea typeface="Arial"/>
                <a:cs typeface="Arial"/>
              </a:defRPr>
            </a:lvl6pPr>
            <a:lvl7pPr algn="r">
              <a:defRPr sz="2700" b="0">
                <a:solidFill>
                  <a:srgbClr val="FF7777"/>
                </a:solidFill>
                <a:latin typeface="Arial"/>
                <a:ea typeface="Arial"/>
                <a:cs typeface="Arial"/>
              </a:defRPr>
            </a:lvl7pPr>
            <a:lvl8pPr algn="r">
              <a:defRPr sz="2700" b="0">
                <a:solidFill>
                  <a:srgbClr val="FF7777"/>
                </a:solidFill>
                <a:latin typeface="Arial"/>
                <a:ea typeface="Arial"/>
                <a:cs typeface="Arial"/>
              </a:defRPr>
            </a:lvl8pPr>
            <a:lvl9pPr algn="r">
              <a:defRPr sz="2700" b="0">
                <a:solidFill>
                  <a:srgbClr val="FF7777"/>
                </a:solidFill>
                <a:latin typeface="Arial"/>
                <a:ea typeface="Arial"/>
                <a:cs typeface="Arial"/>
              </a:defRPr>
            </a:lvl9pPr>
          </a:lstStyle>
          <a:p>
            <a:pPr algn="r" rtl="1">
              <a:lnSpc>
                <a:spcPct val="108000"/>
              </a:lnSpc>
              <a:buNone/>
              <a:defRPr sz="2700" b="0">
                <a:solidFill>
                  <a:srgbClr val="FF7777"/>
                </a:solidFill>
                <a:latin typeface="Arial"/>
                <a:ea typeface="Arial"/>
                <a:cs typeface="Arial"/>
              </a:defRPr>
            </a:pPr>
            <a:r>
              <a:rPr lang="he-IL" sz="2700" b="0">
                <a:solidFill>
                  <a:srgbClr val="FF7777"/>
                </a:solidFill>
                <a:latin typeface="Arial"/>
                <a:ea typeface="Arial"/>
                <a:cs typeface="Arial"/>
              </a:rPr>
              <a:t>סיסמאות</a:t>
            </a:r>
          </a:p>
        </p:txBody>
      </p:sp>
      <p:sp>
        <p:nvSpPr>
          <p:cNvPr id="7" name="shape-501">
            <a:extLst>
              <a:ext uri="{FF2B5EF4-FFF2-40B4-BE49-F238E27FC236}">
                <a16:creationId xmlns:a16="http://schemas.microsoft.com/office/drawing/2014/main" id="{24765F81-7376-4CC2-BA14-6FAE2BFD6CF2}"/>
              </a:ext>
            </a:extLst>
          </p:cNvPr>
          <p:cNvSpPr>
            <a:spLocks noGrp="1"/>
          </p:cNvSpPr>
          <p:nvPr/>
        </p:nvSpPr>
        <p:spPr>
          <a:xfrm>
            <a:off x="619125" y="2571750"/>
            <a:ext cx="3143250" cy="1190625"/>
          </a:xfrm>
          <a:prstGeom prst="rect">
            <a:avLst/>
          </a:prstGeom>
          <a:solidFill>
            <a:srgbClr val="25282B"/>
          </a:solidFill>
          <a:ln w="19050">
            <a:solidFill>
              <a:srgbClr val="42AFFA"/>
            </a:solidFill>
          </a:ln>
        </p:spPr>
      </p:sp>
      <p:sp>
        <p:nvSpPr>
          <p:cNvPr id="8" name="text-502">
            <a:extLst>
              <a:ext uri="{FF2B5EF4-FFF2-40B4-BE49-F238E27FC236}">
                <a16:creationId xmlns:a16="http://schemas.microsoft.com/office/drawing/2014/main" id="{05498B15-57EB-44C1-828D-1EE21A272579}"/>
              </a:ext>
            </a:extLst>
          </p:cNvPr>
          <p:cNvSpPr>
            <a:spLocks noGrp="1"/>
          </p:cNvSpPr>
          <p:nvPr/>
        </p:nvSpPr>
        <p:spPr>
          <a:xfrm>
            <a:off x="752475" y="2967038"/>
            <a:ext cx="2876550" cy="1038225"/>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1">
              <a:lnSpc>
                <a:spcPct val="108000"/>
              </a:lnSpc>
              <a:buNone/>
              <a:defRPr sz="2625" b="0">
                <a:solidFill>
                  <a:srgbClr val="F7F7F7"/>
                </a:solidFill>
                <a:latin typeface="Arial"/>
                <a:ea typeface="Arial"/>
                <a:cs typeface="Arial"/>
              </a:defRPr>
            </a:pPr>
            <a:r>
              <a:rPr lang="he-IL" sz="2625" b="0">
                <a:solidFill>
                  <a:srgbClr val="F7F7F7"/>
                </a:solidFill>
                <a:latin typeface="Arial"/>
                <a:ea typeface="Arial"/>
                <a:cs typeface="Arial"/>
              </a:rPr>
              <a:t>המאגר ב־GitHub</a:t>
            </a:r>
          </a:p>
        </p:txBody>
      </p:sp>
      <p:sp>
        <p:nvSpPr>
          <p:cNvPr id="9" name="line-503">
            <a:extLst>
              <a:ext uri="{FF2B5EF4-FFF2-40B4-BE49-F238E27FC236}">
                <a16:creationId xmlns:a16="http://schemas.microsoft.com/office/drawing/2014/main" id="{65D76830-6BB4-4DC5-A341-F0700C4A1110}"/>
              </a:ext>
            </a:extLst>
          </p:cNvPr>
          <p:cNvSpPr>
            <a:spLocks noGrp="1"/>
          </p:cNvSpPr>
          <p:nvPr/>
        </p:nvSpPr>
        <p:spPr>
          <a:xfrm>
            <a:off x="3905250" y="3114675"/>
            <a:ext cx="1809750" cy="9525"/>
          </a:xfrm>
          <a:custGeom>
            <a:avLst/>
            <a:gdLst/>
            <a:ahLst/>
            <a:cxnLst/>
            <a:rect l="0" t="0" r="0" b="0"/>
            <a:pathLst>
              <a:path w="1809750" h="9525">
                <a:moveTo>
                  <a:pt x="1809750" y="0"/>
                </a:moveTo>
                <a:lnTo>
                  <a:pt x="0" y="0"/>
                </a:lnTo>
              </a:path>
            </a:pathLst>
          </a:custGeom>
          <a:noFill/>
          <a:ln w="38100">
            <a:solidFill>
              <a:srgbClr val="FF7777"/>
            </a:solidFill>
          </a:ln>
        </p:spPr>
      </p:sp>
      <p:sp>
        <p:nvSpPr>
          <p:cNvPr id="10" name="line-504">
            <a:extLst>
              <a:ext uri="{FF2B5EF4-FFF2-40B4-BE49-F238E27FC236}">
                <a16:creationId xmlns:a16="http://schemas.microsoft.com/office/drawing/2014/main" id="{742A6E72-6777-419A-B8B3-CC9AB3012FC3}"/>
              </a:ext>
            </a:extLst>
          </p:cNvPr>
          <p:cNvSpPr>
            <a:spLocks noGrp="1"/>
          </p:cNvSpPr>
          <p:nvPr/>
        </p:nvSpPr>
        <p:spPr>
          <a:xfrm>
            <a:off x="3905250" y="3054932"/>
            <a:ext cx="97444" cy="59743"/>
          </a:xfrm>
          <a:custGeom>
            <a:avLst/>
            <a:gdLst/>
            <a:ahLst/>
            <a:cxnLst/>
            <a:rect l="0" t="0" r="0" b="0"/>
            <a:pathLst>
              <a:path w="97444" h="59743">
                <a:moveTo>
                  <a:pt x="0" y="59743"/>
                </a:moveTo>
                <a:lnTo>
                  <a:pt x="97444" y="0"/>
                </a:lnTo>
              </a:path>
            </a:pathLst>
          </a:custGeom>
          <a:noFill/>
          <a:ln w="38100">
            <a:solidFill>
              <a:srgbClr val="FF7777"/>
            </a:solidFill>
          </a:ln>
        </p:spPr>
      </p:sp>
      <p:sp>
        <p:nvSpPr>
          <p:cNvPr id="11" name="line-505">
            <a:extLst>
              <a:ext uri="{FF2B5EF4-FFF2-40B4-BE49-F238E27FC236}">
                <a16:creationId xmlns:a16="http://schemas.microsoft.com/office/drawing/2014/main" id="{30037CC4-A2BC-4F38-A262-2D82A97681A0}"/>
              </a:ext>
            </a:extLst>
          </p:cNvPr>
          <p:cNvSpPr>
            <a:spLocks noGrp="1"/>
          </p:cNvSpPr>
          <p:nvPr/>
        </p:nvSpPr>
        <p:spPr>
          <a:xfrm>
            <a:off x="3905250" y="3114675"/>
            <a:ext cx="97444" cy="59743"/>
          </a:xfrm>
          <a:custGeom>
            <a:avLst/>
            <a:gdLst/>
            <a:ahLst/>
            <a:cxnLst/>
            <a:rect l="0" t="0" r="0" b="0"/>
            <a:pathLst>
              <a:path w="97444" h="59743">
                <a:moveTo>
                  <a:pt x="0" y="0"/>
                </a:moveTo>
                <a:lnTo>
                  <a:pt x="97444" y="59743"/>
                </a:lnTo>
              </a:path>
            </a:pathLst>
          </a:custGeom>
          <a:noFill/>
          <a:ln w="38100">
            <a:solidFill>
              <a:srgbClr val="FF7777"/>
            </a:solidFill>
          </a:ln>
        </p:spPr>
      </p:sp>
      <p:sp>
        <p:nvSpPr>
          <p:cNvPr id="12" name="line-506">
            <a:extLst>
              <a:ext uri="{FF2B5EF4-FFF2-40B4-BE49-F238E27FC236}">
                <a16:creationId xmlns:a16="http://schemas.microsoft.com/office/drawing/2014/main" id="{FBDB103D-A880-4E24-A2B3-DA8875EA428D}"/>
              </a:ext>
            </a:extLst>
          </p:cNvPr>
          <p:cNvSpPr>
            <a:spLocks noGrp="1"/>
          </p:cNvSpPr>
          <p:nvPr/>
        </p:nvSpPr>
        <p:spPr>
          <a:xfrm>
            <a:off x="4572000" y="2619375"/>
            <a:ext cx="523875" cy="1000125"/>
          </a:xfrm>
          <a:custGeom>
            <a:avLst/>
            <a:gdLst/>
            <a:ahLst/>
            <a:cxnLst/>
            <a:rect l="0" t="0" r="0" b="0"/>
            <a:pathLst>
              <a:path w="523875" h="1000125">
                <a:moveTo>
                  <a:pt x="0" y="0"/>
                </a:moveTo>
                <a:lnTo>
                  <a:pt x="523875" y="1000125"/>
                </a:lnTo>
              </a:path>
            </a:pathLst>
          </a:custGeom>
          <a:noFill/>
          <a:ln w="76200">
            <a:solidFill>
              <a:srgbClr val="FF7777"/>
            </a:solidFill>
          </a:ln>
        </p:spPr>
      </p:sp>
      <p:sp>
        <p:nvSpPr>
          <p:cNvPr id="13" name="line-507">
            <a:extLst>
              <a:ext uri="{FF2B5EF4-FFF2-40B4-BE49-F238E27FC236}">
                <a16:creationId xmlns:a16="http://schemas.microsoft.com/office/drawing/2014/main" id="{D7CFE6D3-8180-4640-B3B9-76C747CF80BD}"/>
              </a:ext>
            </a:extLst>
          </p:cNvPr>
          <p:cNvSpPr>
            <a:spLocks noGrp="1"/>
          </p:cNvSpPr>
          <p:nvPr/>
        </p:nvSpPr>
        <p:spPr>
          <a:xfrm>
            <a:off x="4572000" y="2619375"/>
            <a:ext cx="523875" cy="1000125"/>
          </a:xfrm>
          <a:custGeom>
            <a:avLst/>
            <a:gdLst/>
            <a:ahLst/>
            <a:cxnLst/>
            <a:rect l="0" t="0" r="0" b="0"/>
            <a:pathLst>
              <a:path w="523875" h="1000125">
                <a:moveTo>
                  <a:pt x="523875" y="0"/>
                </a:moveTo>
                <a:lnTo>
                  <a:pt x="0" y="1000125"/>
                </a:lnTo>
              </a:path>
            </a:pathLst>
          </a:custGeom>
          <a:noFill/>
          <a:ln w="76200">
            <a:solidFill>
              <a:srgbClr val="FF7777"/>
            </a:solidFill>
          </a:ln>
        </p:spPr>
      </p:sp>
      <p:sp>
        <p:nvSpPr>
          <p:cNvPr id="14" name="text-508">
            <a:extLst>
              <a:ext uri="{FF2B5EF4-FFF2-40B4-BE49-F238E27FC236}">
                <a16:creationId xmlns:a16="http://schemas.microsoft.com/office/drawing/2014/main" id="{9229F2E2-092B-492F-AB7D-5CD1134BE4BB}"/>
              </a:ext>
            </a:extLst>
          </p:cNvPr>
          <p:cNvSpPr>
            <a:spLocks noGrp="1"/>
          </p:cNvSpPr>
          <p:nvPr/>
        </p:nvSpPr>
        <p:spPr>
          <a:xfrm>
            <a:off x="619125" y="4667250"/>
            <a:ext cx="7905750" cy="666750"/>
          </a:xfrm>
          <a:prstGeom prst="rect">
            <a:avLst/>
          </a:prstGeom>
          <a:noFill/>
          <a:ln w="0">
            <a:noFill/>
          </a:ln>
        </p:spPr>
        <p:txBody>
          <a:bodyPr wrap="square" lIns="0" tIns="0" rIns="0" bIns="0" anchor="t">
            <a:noAutofit/>
          </a:bodyPr>
          <a:lstStyle>
            <a:defPPr algn="r">
              <a:defRPr sz="2775" b="1">
                <a:solidFill>
                  <a:srgbClr val="FF7777"/>
                </a:solidFill>
                <a:latin typeface="Arial"/>
                <a:ea typeface="Arial"/>
                <a:cs typeface="Arial"/>
              </a:defRPr>
            </a:defPPr>
            <a:lvl1pPr algn="r">
              <a:defRPr sz="2775" b="1">
                <a:solidFill>
                  <a:srgbClr val="FF7777"/>
                </a:solidFill>
                <a:latin typeface="Arial"/>
                <a:ea typeface="Arial"/>
                <a:cs typeface="Arial"/>
              </a:defRPr>
            </a:lvl1pPr>
            <a:lvl2pPr algn="r">
              <a:defRPr sz="2775" b="1">
                <a:solidFill>
                  <a:srgbClr val="FF7777"/>
                </a:solidFill>
                <a:latin typeface="Arial"/>
                <a:ea typeface="Arial"/>
                <a:cs typeface="Arial"/>
              </a:defRPr>
            </a:lvl2pPr>
            <a:lvl3pPr algn="r">
              <a:defRPr sz="2775" b="1">
                <a:solidFill>
                  <a:srgbClr val="FF7777"/>
                </a:solidFill>
                <a:latin typeface="Arial"/>
                <a:ea typeface="Arial"/>
                <a:cs typeface="Arial"/>
              </a:defRPr>
            </a:lvl3pPr>
            <a:lvl4pPr algn="r">
              <a:defRPr sz="2775" b="1">
                <a:solidFill>
                  <a:srgbClr val="FF7777"/>
                </a:solidFill>
                <a:latin typeface="Arial"/>
                <a:ea typeface="Arial"/>
                <a:cs typeface="Arial"/>
              </a:defRPr>
            </a:lvl4pPr>
            <a:lvl5pPr algn="r">
              <a:defRPr sz="2775" b="1">
                <a:solidFill>
                  <a:srgbClr val="FF7777"/>
                </a:solidFill>
                <a:latin typeface="Arial"/>
                <a:ea typeface="Arial"/>
                <a:cs typeface="Arial"/>
              </a:defRPr>
            </a:lvl5pPr>
            <a:lvl6pPr algn="r">
              <a:defRPr sz="2775" b="1">
                <a:solidFill>
                  <a:srgbClr val="FF7777"/>
                </a:solidFill>
                <a:latin typeface="Arial"/>
                <a:ea typeface="Arial"/>
                <a:cs typeface="Arial"/>
              </a:defRPr>
            </a:lvl6pPr>
            <a:lvl7pPr algn="r">
              <a:defRPr sz="2775" b="1">
                <a:solidFill>
                  <a:srgbClr val="FF7777"/>
                </a:solidFill>
                <a:latin typeface="Arial"/>
                <a:ea typeface="Arial"/>
                <a:cs typeface="Arial"/>
              </a:defRPr>
            </a:lvl7pPr>
            <a:lvl8pPr algn="r">
              <a:defRPr sz="2775" b="1">
                <a:solidFill>
                  <a:srgbClr val="FF7777"/>
                </a:solidFill>
                <a:latin typeface="Arial"/>
                <a:ea typeface="Arial"/>
                <a:cs typeface="Arial"/>
              </a:defRPr>
            </a:lvl8pPr>
            <a:lvl9pPr algn="r">
              <a:defRPr sz="2775" b="1">
                <a:solidFill>
                  <a:srgbClr val="FF7777"/>
                </a:solidFill>
                <a:latin typeface="Arial"/>
                <a:ea typeface="Arial"/>
                <a:cs typeface="Arial"/>
              </a:defRPr>
            </a:lvl9pPr>
          </a:lstStyle>
          <a:p>
            <a:pPr algn="r" rtl="1">
              <a:lnSpc>
                <a:spcPct val="108000"/>
              </a:lnSpc>
              <a:buNone/>
              <a:defRPr sz="2775" b="1">
                <a:solidFill>
                  <a:srgbClr val="FF7777"/>
                </a:solidFill>
                <a:latin typeface="Arial"/>
                <a:ea typeface="Arial"/>
                <a:cs typeface="Arial"/>
              </a:defRPr>
            </a:pPr>
            <a:r>
              <a:rPr lang="he-IL" sz="2775" b="1">
                <a:solidFill>
                  <a:srgbClr val="FF7777"/>
                </a:solidFill>
                <a:latin typeface="Arial"/>
                <a:ea typeface="Arial"/>
                <a:cs typeface="Arial"/>
              </a:rPr>
              <a:t>לעולם לא מעלים מפתחות או סיסמאות</a:t>
            </a:r>
          </a:p>
        </p:txBody>
      </p:sp>
      <p:sp>
        <p:nvSpPr>
          <p:cNvPr id="15" name="text-509">
            <a:extLst>
              <a:ext uri="{FF2B5EF4-FFF2-40B4-BE49-F238E27FC236}">
                <a16:creationId xmlns:a16="http://schemas.microsoft.com/office/drawing/2014/main" id="{EF68E8F2-FB07-4637-B230-FD86B2FE7EF8}"/>
              </a:ext>
            </a:extLst>
          </p:cNvPr>
          <p:cNvSpPr>
            <a:spLocks noGrp="1"/>
          </p:cNvSpPr>
          <p:nvPr/>
        </p:nvSpPr>
        <p:spPr>
          <a:xfrm>
            <a:off x="619125" y="5476875"/>
            <a:ext cx="7905750" cy="428625"/>
          </a:xfrm>
          <a:prstGeom prst="rect">
            <a:avLst/>
          </a:prstGeom>
          <a:noFill/>
          <a:ln w="0">
            <a:noFill/>
          </a:ln>
        </p:spPr>
        <p:txBody>
          <a:bodyPr wrap="square" lIns="0" tIns="0" rIns="0" bIns="0" anchor="t">
            <a:noAutofit/>
          </a:bodyPr>
          <a:lstStyle>
            <a:defPPr algn="r">
              <a:defRPr sz="2400" b="0">
                <a:solidFill>
                  <a:srgbClr val="B7BBC2"/>
                </a:solidFill>
                <a:latin typeface="Arial"/>
                <a:ea typeface="Arial"/>
                <a:cs typeface="Arial"/>
              </a:defRPr>
            </a:defPPr>
            <a:lvl1pPr algn="r">
              <a:defRPr sz="2400" b="0">
                <a:solidFill>
                  <a:srgbClr val="B7BBC2"/>
                </a:solidFill>
                <a:latin typeface="Arial"/>
                <a:ea typeface="Arial"/>
                <a:cs typeface="Arial"/>
              </a:defRPr>
            </a:lvl1pPr>
            <a:lvl2pPr algn="r">
              <a:defRPr sz="2400" b="0">
                <a:solidFill>
                  <a:srgbClr val="B7BBC2"/>
                </a:solidFill>
                <a:latin typeface="Arial"/>
                <a:ea typeface="Arial"/>
                <a:cs typeface="Arial"/>
              </a:defRPr>
            </a:lvl2pPr>
            <a:lvl3pPr algn="r">
              <a:defRPr sz="2400" b="0">
                <a:solidFill>
                  <a:srgbClr val="B7BBC2"/>
                </a:solidFill>
                <a:latin typeface="Arial"/>
                <a:ea typeface="Arial"/>
                <a:cs typeface="Arial"/>
              </a:defRPr>
            </a:lvl3pPr>
            <a:lvl4pPr algn="r">
              <a:defRPr sz="2400" b="0">
                <a:solidFill>
                  <a:srgbClr val="B7BBC2"/>
                </a:solidFill>
                <a:latin typeface="Arial"/>
                <a:ea typeface="Arial"/>
                <a:cs typeface="Arial"/>
              </a:defRPr>
            </a:lvl4pPr>
            <a:lvl5pPr algn="r">
              <a:defRPr sz="2400" b="0">
                <a:solidFill>
                  <a:srgbClr val="B7BBC2"/>
                </a:solidFill>
                <a:latin typeface="Arial"/>
                <a:ea typeface="Arial"/>
                <a:cs typeface="Arial"/>
              </a:defRPr>
            </a:lvl5pPr>
            <a:lvl6pPr algn="r">
              <a:defRPr sz="2400" b="0">
                <a:solidFill>
                  <a:srgbClr val="B7BBC2"/>
                </a:solidFill>
                <a:latin typeface="Arial"/>
                <a:ea typeface="Arial"/>
                <a:cs typeface="Arial"/>
              </a:defRPr>
            </a:lvl6pPr>
            <a:lvl7pPr algn="r">
              <a:defRPr sz="2400" b="0">
                <a:solidFill>
                  <a:srgbClr val="B7BBC2"/>
                </a:solidFill>
                <a:latin typeface="Arial"/>
                <a:ea typeface="Arial"/>
                <a:cs typeface="Arial"/>
              </a:defRPr>
            </a:lvl7pPr>
            <a:lvl8pPr algn="r">
              <a:defRPr sz="2400" b="0">
                <a:solidFill>
                  <a:srgbClr val="B7BBC2"/>
                </a:solidFill>
                <a:latin typeface="Arial"/>
                <a:ea typeface="Arial"/>
                <a:cs typeface="Arial"/>
              </a:defRPr>
            </a:lvl8pPr>
            <a:lvl9pPr algn="r">
              <a:defRPr sz="2400" b="0">
                <a:solidFill>
                  <a:srgbClr val="B7BBC2"/>
                </a:solidFill>
                <a:latin typeface="Arial"/>
                <a:ea typeface="Arial"/>
                <a:cs typeface="Arial"/>
              </a:defRPr>
            </a:lvl9pPr>
          </a:lstStyle>
          <a:p>
            <a:pPr algn="r" rtl="1">
              <a:lnSpc>
                <a:spcPct val="108000"/>
              </a:lnSpc>
              <a:buNone/>
              <a:defRPr sz="2400" b="0">
                <a:solidFill>
                  <a:srgbClr val="B7BBC2"/>
                </a:solidFill>
                <a:latin typeface="Arial"/>
                <a:ea typeface="Arial"/>
                <a:cs typeface="Arial"/>
              </a:defRPr>
            </a:pPr>
            <a:r>
              <a:rPr lang="he-IL" sz="2400" b="0">
                <a:solidFill>
                  <a:srgbClr val="B7BBC2"/>
                </a:solidFill>
                <a:latin typeface="Arial"/>
                <a:ea typeface="Arial"/>
                <a:cs typeface="Arial"/>
              </a:rPr>
              <a:t>גם במאגר פרטי</a:t>
            </a:r>
          </a:p>
        </p:txBody>
      </p:sp>
    </p:spTree>
    <p:extLst>
      <p:ext uri="{BB962C8B-B14F-4D97-AF65-F5344CB8AC3E}">
        <p14:creationId xmlns:p14="http://schemas.microsoft.com/office/powerpoint/2010/main" val="1532426239"/>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2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2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4" name="text-510">
            <a:extLst>
              <a:ext uri="{FF2B5EF4-FFF2-40B4-BE49-F238E27FC236}">
                <a16:creationId xmlns:a16="http://schemas.microsoft.com/office/drawing/2014/main" id="{C044A450-8EDF-471D-A17B-D26357D10045}"/>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README.md — חלון הראווה</a:t>
            </a:r>
          </a:p>
        </p:txBody>
      </p:sp>
      <p:sp>
        <p:nvSpPr>
          <p:cNvPr id="2" name="text-511">
            <a:extLst>
              <a:ext uri="{FF2B5EF4-FFF2-40B4-BE49-F238E27FC236}">
                <a16:creationId xmlns:a16="http://schemas.microsoft.com/office/drawing/2014/main" id="{D3B2B64F-19C6-4799-8D21-5F100075980D}"/>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33</a:t>
            </a:r>
          </a:p>
        </p:txBody>
      </p:sp>
      <p:sp>
        <p:nvSpPr>
          <p:cNvPr id="3" name="text-512">
            <a:extLst>
              <a:ext uri="{FF2B5EF4-FFF2-40B4-BE49-F238E27FC236}">
                <a16:creationId xmlns:a16="http://schemas.microsoft.com/office/drawing/2014/main" id="{E121F7C5-8AFA-4959-B9E3-81775558CEBA}"/>
              </a:ext>
            </a:extLst>
          </p:cNvPr>
          <p:cNvSpPr>
            <a:spLocks noGrp="1"/>
          </p:cNvSpPr>
          <p:nvPr/>
        </p:nvSpPr>
        <p:spPr>
          <a:xfrm>
            <a:off x="523875" y="1143000"/>
            <a:ext cx="8096250" cy="428625"/>
          </a:xfrm>
          <a:prstGeom prst="rect">
            <a:avLst/>
          </a:prstGeom>
          <a:noFill/>
          <a:ln w="0">
            <a:noFill/>
          </a:ln>
        </p:spPr>
        <p:txBody>
          <a:bodyPr wrap="square" lIns="0" tIns="0" rIns="0" bIns="0" anchor="t">
            <a:noAutofit/>
          </a:bodyPr>
          <a:lstStyle>
            <a:defPPr algn="r">
              <a:defRPr sz="2400" b="0">
                <a:solidFill>
                  <a:srgbClr val="F7F7F7"/>
                </a:solidFill>
                <a:latin typeface="Arial"/>
                <a:ea typeface="Arial"/>
                <a:cs typeface="Arial"/>
              </a:defRPr>
            </a:defPPr>
            <a:lvl1pPr algn="r">
              <a:defRPr sz="2400" b="0">
                <a:solidFill>
                  <a:srgbClr val="F7F7F7"/>
                </a:solidFill>
                <a:latin typeface="Arial"/>
                <a:ea typeface="Arial"/>
                <a:cs typeface="Arial"/>
              </a:defRPr>
            </a:lvl1pPr>
            <a:lvl2pPr algn="r">
              <a:defRPr sz="2400" b="0">
                <a:solidFill>
                  <a:srgbClr val="F7F7F7"/>
                </a:solidFill>
                <a:latin typeface="Arial"/>
                <a:ea typeface="Arial"/>
                <a:cs typeface="Arial"/>
              </a:defRPr>
            </a:lvl2pPr>
            <a:lvl3pPr algn="r">
              <a:defRPr sz="2400" b="0">
                <a:solidFill>
                  <a:srgbClr val="F7F7F7"/>
                </a:solidFill>
                <a:latin typeface="Arial"/>
                <a:ea typeface="Arial"/>
                <a:cs typeface="Arial"/>
              </a:defRPr>
            </a:lvl3pPr>
            <a:lvl4pPr algn="r">
              <a:defRPr sz="2400" b="0">
                <a:solidFill>
                  <a:srgbClr val="F7F7F7"/>
                </a:solidFill>
                <a:latin typeface="Arial"/>
                <a:ea typeface="Arial"/>
                <a:cs typeface="Arial"/>
              </a:defRPr>
            </a:lvl4pPr>
            <a:lvl5pPr algn="r">
              <a:defRPr sz="2400" b="0">
                <a:solidFill>
                  <a:srgbClr val="F7F7F7"/>
                </a:solidFill>
                <a:latin typeface="Arial"/>
                <a:ea typeface="Arial"/>
                <a:cs typeface="Arial"/>
              </a:defRPr>
            </a:lvl5pPr>
            <a:lvl6pPr algn="r">
              <a:defRPr sz="2400" b="0">
                <a:solidFill>
                  <a:srgbClr val="F7F7F7"/>
                </a:solidFill>
                <a:latin typeface="Arial"/>
                <a:ea typeface="Arial"/>
                <a:cs typeface="Arial"/>
              </a:defRPr>
            </a:lvl6pPr>
            <a:lvl7pPr algn="r">
              <a:defRPr sz="2400" b="0">
                <a:solidFill>
                  <a:srgbClr val="F7F7F7"/>
                </a:solidFill>
                <a:latin typeface="Arial"/>
                <a:ea typeface="Arial"/>
                <a:cs typeface="Arial"/>
              </a:defRPr>
            </a:lvl7pPr>
            <a:lvl8pPr algn="r">
              <a:defRPr sz="2400" b="0">
                <a:solidFill>
                  <a:srgbClr val="F7F7F7"/>
                </a:solidFill>
                <a:latin typeface="Arial"/>
                <a:ea typeface="Arial"/>
                <a:cs typeface="Arial"/>
              </a:defRPr>
            </a:lvl8pPr>
            <a:lvl9pPr algn="r">
              <a:defRPr sz="2400" b="0">
                <a:solidFill>
                  <a:srgbClr val="F7F7F7"/>
                </a:solidFill>
                <a:latin typeface="Arial"/>
                <a:ea typeface="Arial"/>
                <a:cs typeface="Arial"/>
              </a:defRPr>
            </a:lvl9pPr>
          </a:lstStyle>
          <a:p>
            <a:pPr algn="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הדבר הראשון שרואים כשנכנסים למאגר</a:t>
            </a:r>
          </a:p>
        </p:txBody>
      </p:sp>
      <p:sp>
        <p:nvSpPr>
          <p:cNvPr id="4" name="shape-513">
            <a:extLst>
              <a:ext uri="{FF2B5EF4-FFF2-40B4-BE49-F238E27FC236}">
                <a16:creationId xmlns:a16="http://schemas.microsoft.com/office/drawing/2014/main" id="{47605C4E-A32E-43C8-AD8B-FE6208747C37}"/>
              </a:ext>
            </a:extLst>
          </p:cNvPr>
          <p:cNvSpPr>
            <a:spLocks noGrp="1"/>
          </p:cNvSpPr>
          <p:nvPr/>
        </p:nvSpPr>
        <p:spPr>
          <a:xfrm>
            <a:off x="571500" y="1809750"/>
            <a:ext cx="5143500" cy="3714750"/>
          </a:xfrm>
          <a:prstGeom prst="rect">
            <a:avLst/>
          </a:prstGeom>
          <a:solidFill>
            <a:srgbClr val="F4F5F7"/>
          </a:solidFill>
          <a:ln w="0">
            <a:noFill/>
          </a:ln>
        </p:spPr>
      </p:sp>
      <p:sp>
        <p:nvSpPr>
          <p:cNvPr id="5" name="text-514">
            <a:extLst>
              <a:ext uri="{FF2B5EF4-FFF2-40B4-BE49-F238E27FC236}">
                <a16:creationId xmlns:a16="http://schemas.microsoft.com/office/drawing/2014/main" id="{527332AB-79C0-4E0D-867D-F117A24A41B5}"/>
              </a:ext>
            </a:extLst>
          </p:cNvPr>
          <p:cNvSpPr>
            <a:spLocks noGrp="1"/>
          </p:cNvSpPr>
          <p:nvPr/>
        </p:nvSpPr>
        <p:spPr>
          <a:xfrm>
            <a:off x="762000" y="1952625"/>
            <a:ext cx="4762500" cy="333375"/>
          </a:xfrm>
          <a:prstGeom prst="rect">
            <a:avLst/>
          </a:prstGeom>
          <a:noFill/>
          <a:ln w="0">
            <a:noFill/>
          </a:ln>
        </p:spPr>
        <p:txBody>
          <a:bodyPr wrap="square" lIns="0" tIns="0" rIns="0" bIns="0" anchor="t">
            <a:noAutofit/>
          </a:bodyPr>
          <a:lstStyle>
            <a:defPPr algn="r">
              <a:defRPr sz="1875" b="0">
                <a:solidFill>
                  <a:srgbClr val="646B74"/>
                </a:solidFill>
                <a:latin typeface="Arial"/>
                <a:ea typeface="Arial"/>
                <a:cs typeface="Arial"/>
              </a:defRPr>
            </a:defPPr>
            <a:lvl1pPr algn="r">
              <a:defRPr sz="1875" b="0">
                <a:solidFill>
                  <a:srgbClr val="646B74"/>
                </a:solidFill>
                <a:latin typeface="Arial"/>
                <a:ea typeface="Arial"/>
                <a:cs typeface="Arial"/>
              </a:defRPr>
            </a:lvl1pPr>
            <a:lvl2pPr algn="r">
              <a:defRPr sz="1875" b="0">
                <a:solidFill>
                  <a:srgbClr val="646B74"/>
                </a:solidFill>
                <a:latin typeface="Arial"/>
                <a:ea typeface="Arial"/>
                <a:cs typeface="Arial"/>
              </a:defRPr>
            </a:lvl2pPr>
            <a:lvl3pPr algn="r">
              <a:defRPr sz="1875" b="0">
                <a:solidFill>
                  <a:srgbClr val="646B74"/>
                </a:solidFill>
                <a:latin typeface="Arial"/>
                <a:ea typeface="Arial"/>
                <a:cs typeface="Arial"/>
              </a:defRPr>
            </a:lvl3pPr>
            <a:lvl4pPr algn="r">
              <a:defRPr sz="1875" b="0">
                <a:solidFill>
                  <a:srgbClr val="646B74"/>
                </a:solidFill>
                <a:latin typeface="Arial"/>
                <a:ea typeface="Arial"/>
                <a:cs typeface="Arial"/>
              </a:defRPr>
            </a:lvl4pPr>
            <a:lvl5pPr algn="r">
              <a:defRPr sz="1875" b="0">
                <a:solidFill>
                  <a:srgbClr val="646B74"/>
                </a:solidFill>
                <a:latin typeface="Arial"/>
                <a:ea typeface="Arial"/>
                <a:cs typeface="Arial"/>
              </a:defRPr>
            </a:lvl5pPr>
            <a:lvl6pPr algn="r">
              <a:defRPr sz="1875" b="0">
                <a:solidFill>
                  <a:srgbClr val="646B74"/>
                </a:solidFill>
                <a:latin typeface="Arial"/>
                <a:ea typeface="Arial"/>
                <a:cs typeface="Arial"/>
              </a:defRPr>
            </a:lvl6pPr>
            <a:lvl7pPr algn="r">
              <a:defRPr sz="1875" b="0">
                <a:solidFill>
                  <a:srgbClr val="646B74"/>
                </a:solidFill>
                <a:latin typeface="Arial"/>
                <a:ea typeface="Arial"/>
                <a:cs typeface="Arial"/>
              </a:defRPr>
            </a:lvl7pPr>
            <a:lvl8pPr algn="r">
              <a:defRPr sz="1875" b="0">
                <a:solidFill>
                  <a:srgbClr val="646B74"/>
                </a:solidFill>
                <a:latin typeface="Arial"/>
                <a:ea typeface="Arial"/>
                <a:cs typeface="Arial"/>
              </a:defRPr>
            </a:lvl8pPr>
            <a:lvl9pPr algn="r">
              <a:defRPr sz="1875" b="0">
                <a:solidFill>
                  <a:srgbClr val="646B74"/>
                </a:solidFill>
                <a:latin typeface="Arial"/>
                <a:ea typeface="Arial"/>
                <a:cs typeface="Arial"/>
              </a:defRPr>
            </a:lvl9pPr>
          </a:lstStyle>
          <a:p>
            <a:pPr algn="r" rtl="1">
              <a:lnSpc>
                <a:spcPct val="108000"/>
              </a:lnSpc>
              <a:buNone/>
              <a:defRPr sz="1875" b="0">
                <a:solidFill>
                  <a:srgbClr val="646B74"/>
                </a:solidFill>
                <a:latin typeface="Arial"/>
                <a:ea typeface="Arial"/>
                <a:cs typeface="Arial"/>
              </a:defRPr>
            </a:pPr>
            <a:r>
              <a:rPr lang="he-IL" sz="1875" b="0">
                <a:solidFill>
                  <a:srgbClr val="646B74"/>
                </a:solidFill>
                <a:latin typeface="Arial"/>
                <a:ea typeface="Arial"/>
                <a:cs typeface="Arial"/>
              </a:rPr>
              <a:t>דוגמה</a:t>
            </a:r>
          </a:p>
        </p:txBody>
      </p:sp>
      <p:sp>
        <p:nvSpPr>
          <p:cNvPr id="6" name="text-515">
            <a:extLst>
              <a:ext uri="{FF2B5EF4-FFF2-40B4-BE49-F238E27FC236}">
                <a16:creationId xmlns:a16="http://schemas.microsoft.com/office/drawing/2014/main" id="{600F6211-1E90-4A18-8222-DC29F3C65C9C}"/>
              </a:ext>
            </a:extLst>
          </p:cNvPr>
          <p:cNvSpPr>
            <a:spLocks noGrp="1"/>
          </p:cNvSpPr>
          <p:nvPr/>
        </p:nvSpPr>
        <p:spPr>
          <a:xfrm>
            <a:off x="809625" y="2381250"/>
            <a:ext cx="4619625" cy="571500"/>
          </a:xfrm>
          <a:prstGeom prst="rect">
            <a:avLst/>
          </a:prstGeom>
          <a:noFill/>
          <a:ln w="0">
            <a:noFill/>
          </a:ln>
        </p:spPr>
        <p:txBody>
          <a:bodyPr wrap="square" lIns="0" tIns="0" rIns="0" bIns="0" anchor="t">
            <a:noAutofit/>
          </a:bodyPr>
          <a:lstStyle>
            <a:defPPr algn="r">
              <a:defRPr sz="2850" b="1">
                <a:solidFill>
                  <a:srgbClr val="15191E"/>
                </a:solidFill>
                <a:latin typeface="Arial"/>
                <a:ea typeface="Arial"/>
                <a:cs typeface="Arial"/>
              </a:defRPr>
            </a:defPPr>
            <a:lvl1pPr algn="r">
              <a:defRPr sz="2850" b="1">
                <a:solidFill>
                  <a:srgbClr val="15191E"/>
                </a:solidFill>
                <a:latin typeface="Arial"/>
                <a:ea typeface="Arial"/>
                <a:cs typeface="Arial"/>
              </a:defRPr>
            </a:lvl1pPr>
            <a:lvl2pPr algn="r">
              <a:defRPr sz="2850" b="1">
                <a:solidFill>
                  <a:srgbClr val="15191E"/>
                </a:solidFill>
                <a:latin typeface="Arial"/>
                <a:ea typeface="Arial"/>
                <a:cs typeface="Arial"/>
              </a:defRPr>
            </a:lvl2pPr>
            <a:lvl3pPr algn="r">
              <a:defRPr sz="2850" b="1">
                <a:solidFill>
                  <a:srgbClr val="15191E"/>
                </a:solidFill>
                <a:latin typeface="Arial"/>
                <a:ea typeface="Arial"/>
                <a:cs typeface="Arial"/>
              </a:defRPr>
            </a:lvl3pPr>
            <a:lvl4pPr algn="r">
              <a:defRPr sz="2850" b="1">
                <a:solidFill>
                  <a:srgbClr val="15191E"/>
                </a:solidFill>
                <a:latin typeface="Arial"/>
                <a:ea typeface="Arial"/>
                <a:cs typeface="Arial"/>
              </a:defRPr>
            </a:lvl4pPr>
            <a:lvl5pPr algn="r">
              <a:defRPr sz="2850" b="1">
                <a:solidFill>
                  <a:srgbClr val="15191E"/>
                </a:solidFill>
                <a:latin typeface="Arial"/>
                <a:ea typeface="Arial"/>
                <a:cs typeface="Arial"/>
              </a:defRPr>
            </a:lvl5pPr>
            <a:lvl6pPr algn="r">
              <a:defRPr sz="2850" b="1">
                <a:solidFill>
                  <a:srgbClr val="15191E"/>
                </a:solidFill>
                <a:latin typeface="Arial"/>
                <a:ea typeface="Arial"/>
                <a:cs typeface="Arial"/>
              </a:defRPr>
            </a:lvl6pPr>
            <a:lvl7pPr algn="r">
              <a:defRPr sz="2850" b="1">
                <a:solidFill>
                  <a:srgbClr val="15191E"/>
                </a:solidFill>
                <a:latin typeface="Arial"/>
                <a:ea typeface="Arial"/>
                <a:cs typeface="Arial"/>
              </a:defRPr>
            </a:lvl7pPr>
            <a:lvl8pPr algn="r">
              <a:defRPr sz="2850" b="1">
                <a:solidFill>
                  <a:srgbClr val="15191E"/>
                </a:solidFill>
                <a:latin typeface="Arial"/>
                <a:ea typeface="Arial"/>
                <a:cs typeface="Arial"/>
              </a:defRPr>
            </a:lvl8pPr>
            <a:lvl9pPr algn="r">
              <a:defRPr sz="2850" b="1">
                <a:solidFill>
                  <a:srgbClr val="15191E"/>
                </a:solidFill>
                <a:latin typeface="Arial"/>
                <a:ea typeface="Arial"/>
                <a:cs typeface="Arial"/>
              </a:defRPr>
            </a:lvl9pPr>
          </a:lstStyle>
          <a:p>
            <a:pPr algn="r" rtl="1">
              <a:lnSpc>
                <a:spcPct val="108000"/>
              </a:lnSpc>
              <a:buNone/>
              <a:defRPr sz="2850" b="1">
                <a:solidFill>
                  <a:srgbClr val="15191E"/>
                </a:solidFill>
                <a:latin typeface="Arial"/>
                <a:ea typeface="Arial"/>
                <a:cs typeface="Arial"/>
              </a:defRPr>
            </a:pPr>
            <a:r>
              <a:rPr lang="he-IL" sz="2850" b="1">
                <a:solidFill>
                  <a:srgbClr val="15191E"/>
                </a:solidFill>
                <a:latin typeface="Arial"/>
                <a:ea typeface="Arial"/>
                <a:cs typeface="Arial"/>
              </a:rPr>
              <a:t>הכדור המתגלגל</a:t>
            </a:r>
          </a:p>
        </p:txBody>
      </p:sp>
      <p:sp>
        <p:nvSpPr>
          <p:cNvPr id="7" name="text-516">
            <a:extLst>
              <a:ext uri="{FF2B5EF4-FFF2-40B4-BE49-F238E27FC236}">
                <a16:creationId xmlns:a16="http://schemas.microsoft.com/office/drawing/2014/main" id="{DEA59F6C-1E96-4413-BFDF-4BE24AC12681}"/>
              </a:ext>
            </a:extLst>
          </p:cNvPr>
          <p:cNvSpPr>
            <a:spLocks noGrp="1"/>
          </p:cNvSpPr>
          <p:nvPr/>
        </p:nvSpPr>
        <p:spPr>
          <a:xfrm>
            <a:off x="809625" y="3095625"/>
            <a:ext cx="4619625" cy="857250"/>
          </a:xfrm>
          <a:prstGeom prst="rect">
            <a:avLst/>
          </a:prstGeom>
          <a:noFill/>
          <a:ln w="0">
            <a:noFill/>
          </a:ln>
        </p:spPr>
        <p:txBody>
          <a:bodyPr wrap="square" lIns="0" tIns="0" rIns="0" bIns="0" anchor="t">
            <a:noAutofit/>
          </a:bodyPr>
          <a:lstStyle>
            <a:defPPr algn="r">
              <a:defRPr sz="2325" b="0">
                <a:solidFill>
                  <a:srgbClr val="303742"/>
                </a:solidFill>
                <a:latin typeface="Arial"/>
                <a:ea typeface="Arial"/>
                <a:cs typeface="Arial"/>
              </a:defRPr>
            </a:defPPr>
            <a:lvl1pPr algn="r">
              <a:defRPr sz="2325" b="0">
                <a:solidFill>
                  <a:srgbClr val="303742"/>
                </a:solidFill>
                <a:latin typeface="Arial"/>
                <a:ea typeface="Arial"/>
                <a:cs typeface="Arial"/>
              </a:defRPr>
            </a:lvl1pPr>
            <a:lvl2pPr algn="r">
              <a:defRPr sz="2325" b="0">
                <a:solidFill>
                  <a:srgbClr val="303742"/>
                </a:solidFill>
                <a:latin typeface="Arial"/>
                <a:ea typeface="Arial"/>
                <a:cs typeface="Arial"/>
              </a:defRPr>
            </a:lvl2pPr>
            <a:lvl3pPr algn="r">
              <a:defRPr sz="2325" b="0">
                <a:solidFill>
                  <a:srgbClr val="303742"/>
                </a:solidFill>
                <a:latin typeface="Arial"/>
                <a:ea typeface="Arial"/>
                <a:cs typeface="Arial"/>
              </a:defRPr>
            </a:lvl3pPr>
            <a:lvl4pPr algn="r">
              <a:defRPr sz="2325" b="0">
                <a:solidFill>
                  <a:srgbClr val="303742"/>
                </a:solidFill>
                <a:latin typeface="Arial"/>
                <a:ea typeface="Arial"/>
                <a:cs typeface="Arial"/>
              </a:defRPr>
            </a:lvl4pPr>
            <a:lvl5pPr algn="r">
              <a:defRPr sz="2325" b="0">
                <a:solidFill>
                  <a:srgbClr val="303742"/>
                </a:solidFill>
                <a:latin typeface="Arial"/>
                <a:ea typeface="Arial"/>
                <a:cs typeface="Arial"/>
              </a:defRPr>
            </a:lvl5pPr>
            <a:lvl6pPr algn="r">
              <a:defRPr sz="2325" b="0">
                <a:solidFill>
                  <a:srgbClr val="303742"/>
                </a:solidFill>
                <a:latin typeface="Arial"/>
                <a:ea typeface="Arial"/>
                <a:cs typeface="Arial"/>
              </a:defRPr>
            </a:lvl6pPr>
            <a:lvl7pPr algn="r">
              <a:defRPr sz="2325" b="0">
                <a:solidFill>
                  <a:srgbClr val="303742"/>
                </a:solidFill>
                <a:latin typeface="Arial"/>
                <a:ea typeface="Arial"/>
                <a:cs typeface="Arial"/>
              </a:defRPr>
            </a:lvl7pPr>
            <a:lvl8pPr algn="r">
              <a:defRPr sz="2325" b="0">
                <a:solidFill>
                  <a:srgbClr val="303742"/>
                </a:solidFill>
                <a:latin typeface="Arial"/>
                <a:ea typeface="Arial"/>
                <a:cs typeface="Arial"/>
              </a:defRPr>
            </a:lvl8pPr>
            <a:lvl9pPr algn="r">
              <a:defRPr sz="2325" b="0">
                <a:solidFill>
                  <a:srgbClr val="303742"/>
                </a:solidFill>
                <a:latin typeface="Arial"/>
                <a:ea typeface="Arial"/>
                <a:cs typeface="Arial"/>
              </a:defRPr>
            </a:lvl9pPr>
          </a:lstStyle>
          <a:p>
            <a:pPr algn="r" rtl="1">
              <a:lnSpc>
                <a:spcPct val="108000"/>
              </a:lnSpc>
              <a:buNone/>
              <a:defRPr sz="2325" b="0">
                <a:solidFill>
                  <a:srgbClr val="303742"/>
                </a:solidFill>
                <a:latin typeface="Arial"/>
                <a:ea typeface="Arial"/>
                <a:cs typeface="Arial"/>
              </a:defRPr>
            </a:pPr>
            <a:r>
              <a:rPr lang="he-IL" sz="2325" b="0">
                <a:solidFill>
                  <a:srgbClr val="303742"/>
                </a:solidFill>
                <a:latin typeface="Arial"/>
                <a:ea typeface="Arial"/>
                <a:cs typeface="Arial"/>
              </a:rPr>
              <a:t>מגיעים לסיום בלי ליפול</a:t>
            </a:r>
          </a:p>
          <a:p>
            <a:pPr algn="r" rtl="1">
              <a:lnSpc>
                <a:spcPct val="108000"/>
              </a:lnSpc>
              <a:buNone/>
              <a:defRPr sz="2325" b="0">
                <a:solidFill>
                  <a:srgbClr val="303742"/>
                </a:solidFill>
                <a:latin typeface="Arial"/>
                <a:ea typeface="Arial"/>
                <a:cs typeface="Arial"/>
              </a:defRPr>
            </a:pPr>
            <a:r>
              <a:rPr lang="he-IL" sz="2325" b="0">
                <a:solidFill>
                  <a:srgbClr val="303742"/>
                </a:solidFill>
                <a:latin typeface="Arial"/>
                <a:ea typeface="Arial"/>
                <a:cs typeface="Arial"/>
              </a:rPr>
              <a:t>זזים בעזרת החיצים</a:t>
            </a:r>
          </a:p>
        </p:txBody>
      </p:sp>
      <p:sp>
        <p:nvSpPr>
          <p:cNvPr id="8" name="text-517">
            <a:hlinkClick r:id="rId3"/>
            <a:extLst>
              <a:ext uri="{FF2B5EF4-FFF2-40B4-BE49-F238E27FC236}">
                <a16:creationId xmlns:a16="http://schemas.microsoft.com/office/drawing/2014/main" id="{FD1CD614-8FF6-4991-8118-A8A6871C3E8D}"/>
              </a:ext>
            </a:extLst>
          </p:cNvPr>
          <p:cNvSpPr>
            <a:spLocks noGrp="1"/>
          </p:cNvSpPr>
          <p:nvPr/>
        </p:nvSpPr>
        <p:spPr>
          <a:xfrm>
            <a:off x="809625" y="4191000"/>
            <a:ext cx="4619625" cy="428625"/>
          </a:xfrm>
          <a:prstGeom prst="rect">
            <a:avLst/>
          </a:prstGeom>
          <a:noFill/>
          <a:ln w="0">
            <a:noFill/>
          </a:ln>
        </p:spPr>
        <p:txBody>
          <a:bodyPr wrap="square" lIns="0" tIns="0" rIns="0" bIns="0" anchor="t">
            <a:noAutofit/>
          </a:bodyPr>
          <a:lstStyle>
            <a:defPPr algn="r">
              <a:defRPr sz="2325" b="0">
                <a:solidFill>
                  <a:srgbClr val="3466BB"/>
                </a:solidFill>
                <a:latin typeface="Arial"/>
                <a:ea typeface="Arial"/>
                <a:cs typeface="Arial"/>
              </a:defRPr>
            </a:defPPr>
            <a:lvl1pPr algn="r">
              <a:defRPr sz="2325" b="0">
                <a:solidFill>
                  <a:srgbClr val="3466BB"/>
                </a:solidFill>
                <a:latin typeface="Arial"/>
                <a:ea typeface="Arial"/>
                <a:cs typeface="Arial"/>
              </a:defRPr>
            </a:lvl1pPr>
            <a:lvl2pPr algn="r">
              <a:defRPr sz="2325" b="0">
                <a:solidFill>
                  <a:srgbClr val="3466BB"/>
                </a:solidFill>
                <a:latin typeface="Arial"/>
                <a:ea typeface="Arial"/>
                <a:cs typeface="Arial"/>
              </a:defRPr>
            </a:lvl2pPr>
            <a:lvl3pPr algn="r">
              <a:defRPr sz="2325" b="0">
                <a:solidFill>
                  <a:srgbClr val="3466BB"/>
                </a:solidFill>
                <a:latin typeface="Arial"/>
                <a:ea typeface="Arial"/>
                <a:cs typeface="Arial"/>
              </a:defRPr>
            </a:lvl3pPr>
            <a:lvl4pPr algn="r">
              <a:defRPr sz="2325" b="0">
                <a:solidFill>
                  <a:srgbClr val="3466BB"/>
                </a:solidFill>
                <a:latin typeface="Arial"/>
                <a:ea typeface="Arial"/>
                <a:cs typeface="Arial"/>
              </a:defRPr>
            </a:lvl4pPr>
            <a:lvl5pPr algn="r">
              <a:defRPr sz="2325" b="0">
                <a:solidFill>
                  <a:srgbClr val="3466BB"/>
                </a:solidFill>
                <a:latin typeface="Arial"/>
                <a:ea typeface="Arial"/>
                <a:cs typeface="Arial"/>
              </a:defRPr>
            </a:lvl5pPr>
            <a:lvl6pPr algn="r">
              <a:defRPr sz="2325" b="0">
                <a:solidFill>
                  <a:srgbClr val="3466BB"/>
                </a:solidFill>
                <a:latin typeface="Arial"/>
                <a:ea typeface="Arial"/>
                <a:cs typeface="Arial"/>
              </a:defRPr>
            </a:lvl6pPr>
            <a:lvl7pPr algn="r">
              <a:defRPr sz="2325" b="0">
                <a:solidFill>
                  <a:srgbClr val="3466BB"/>
                </a:solidFill>
                <a:latin typeface="Arial"/>
                <a:ea typeface="Arial"/>
                <a:cs typeface="Arial"/>
              </a:defRPr>
            </a:lvl7pPr>
            <a:lvl8pPr algn="r">
              <a:defRPr sz="2325" b="0">
                <a:solidFill>
                  <a:srgbClr val="3466BB"/>
                </a:solidFill>
                <a:latin typeface="Arial"/>
                <a:ea typeface="Arial"/>
                <a:cs typeface="Arial"/>
              </a:defRPr>
            </a:lvl8pPr>
            <a:lvl9pPr algn="r">
              <a:defRPr sz="2325" b="0">
                <a:solidFill>
                  <a:srgbClr val="3466BB"/>
                </a:solidFill>
                <a:latin typeface="Arial"/>
                <a:ea typeface="Arial"/>
                <a:cs typeface="Arial"/>
              </a:defRPr>
            </a:lvl9pPr>
          </a:lstStyle>
          <a:p>
            <a:pPr algn="r" rtl="1">
              <a:lnSpc>
                <a:spcPct val="108000"/>
              </a:lnSpc>
              <a:buNone/>
              <a:defRPr sz="2325" b="0">
                <a:solidFill>
                  <a:srgbClr val="3466BB"/>
                </a:solidFill>
                <a:latin typeface="Arial"/>
                <a:ea typeface="Arial"/>
                <a:cs typeface="Arial"/>
              </a:defRPr>
            </a:pPr>
            <a:r>
              <a:rPr lang="he-IL" sz="2325" b="0">
                <a:solidFill>
                  <a:srgbClr val="3466BB"/>
                </a:solidFill>
                <a:latin typeface="Arial"/>
                <a:ea typeface="Arial"/>
                <a:cs typeface="Arial"/>
              </a:rPr>
              <a:t>לשחק במשחק</a:t>
            </a:r>
          </a:p>
        </p:txBody>
      </p:sp>
      <p:sp>
        <p:nvSpPr>
          <p:cNvPr id="9" name="text-518">
            <a:extLst>
              <a:ext uri="{FF2B5EF4-FFF2-40B4-BE49-F238E27FC236}">
                <a16:creationId xmlns:a16="http://schemas.microsoft.com/office/drawing/2014/main" id="{1A74ABF7-FA46-4930-A7F4-34B49570E979}"/>
              </a:ext>
            </a:extLst>
          </p:cNvPr>
          <p:cNvSpPr>
            <a:spLocks noGrp="1"/>
          </p:cNvSpPr>
          <p:nvPr/>
        </p:nvSpPr>
        <p:spPr>
          <a:xfrm>
            <a:off x="809625" y="4905375"/>
            <a:ext cx="4619625" cy="428625"/>
          </a:xfrm>
          <a:prstGeom prst="rect">
            <a:avLst/>
          </a:prstGeom>
          <a:noFill/>
          <a:ln w="0">
            <a:noFill/>
          </a:ln>
        </p:spPr>
        <p:txBody>
          <a:bodyPr wrap="square" lIns="0" tIns="0" rIns="0" bIns="0" anchor="t">
            <a:noAutofit/>
          </a:bodyPr>
          <a:lstStyle>
            <a:defPPr algn="r">
              <a:defRPr sz="2175" b="0">
                <a:solidFill>
                  <a:srgbClr val="303742"/>
                </a:solidFill>
                <a:latin typeface="Arial"/>
                <a:ea typeface="Arial"/>
                <a:cs typeface="Arial"/>
              </a:defRPr>
            </a:defPPr>
            <a:lvl1pPr algn="r">
              <a:defRPr sz="2175" b="0">
                <a:solidFill>
                  <a:srgbClr val="303742"/>
                </a:solidFill>
                <a:latin typeface="Arial"/>
                <a:ea typeface="Arial"/>
                <a:cs typeface="Arial"/>
              </a:defRPr>
            </a:lvl1pPr>
            <a:lvl2pPr algn="r">
              <a:defRPr sz="2175" b="0">
                <a:solidFill>
                  <a:srgbClr val="303742"/>
                </a:solidFill>
                <a:latin typeface="Arial"/>
                <a:ea typeface="Arial"/>
                <a:cs typeface="Arial"/>
              </a:defRPr>
            </a:lvl2pPr>
            <a:lvl3pPr algn="r">
              <a:defRPr sz="2175" b="0">
                <a:solidFill>
                  <a:srgbClr val="303742"/>
                </a:solidFill>
                <a:latin typeface="Arial"/>
                <a:ea typeface="Arial"/>
                <a:cs typeface="Arial"/>
              </a:defRPr>
            </a:lvl3pPr>
            <a:lvl4pPr algn="r">
              <a:defRPr sz="2175" b="0">
                <a:solidFill>
                  <a:srgbClr val="303742"/>
                </a:solidFill>
                <a:latin typeface="Arial"/>
                <a:ea typeface="Arial"/>
                <a:cs typeface="Arial"/>
              </a:defRPr>
            </a:lvl4pPr>
            <a:lvl5pPr algn="r">
              <a:defRPr sz="2175" b="0">
                <a:solidFill>
                  <a:srgbClr val="303742"/>
                </a:solidFill>
                <a:latin typeface="Arial"/>
                <a:ea typeface="Arial"/>
                <a:cs typeface="Arial"/>
              </a:defRPr>
            </a:lvl5pPr>
            <a:lvl6pPr algn="r">
              <a:defRPr sz="2175" b="0">
                <a:solidFill>
                  <a:srgbClr val="303742"/>
                </a:solidFill>
                <a:latin typeface="Arial"/>
                <a:ea typeface="Arial"/>
                <a:cs typeface="Arial"/>
              </a:defRPr>
            </a:lvl6pPr>
            <a:lvl7pPr algn="r">
              <a:defRPr sz="2175" b="0">
                <a:solidFill>
                  <a:srgbClr val="303742"/>
                </a:solidFill>
                <a:latin typeface="Arial"/>
                <a:ea typeface="Arial"/>
                <a:cs typeface="Arial"/>
              </a:defRPr>
            </a:lvl7pPr>
            <a:lvl8pPr algn="r">
              <a:defRPr sz="2175" b="0">
                <a:solidFill>
                  <a:srgbClr val="303742"/>
                </a:solidFill>
                <a:latin typeface="Arial"/>
                <a:ea typeface="Arial"/>
                <a:cs typeface="Arial"/>
              </a:defRPr>
            </a:lvl8pPr>
            <a:lvl9pPr algn="r">
              <a:defRPr sz="2175" b="0">
                <a:solidFill>
                  <a:srgbClr val="303742"/>
                </a:solidFill>
                <a:latin typeface="Arial"/>
                <a:ea typeface="Arial"/>
                <a:cs typeface="Arial"/>
              </a:defRPr>
            </a:lvl9pPr>
          </a:lstStyle>
          <a:p>
            <a:pPr algn="r" rtl="1">
              <a:lnSpc>
                <a:spcPct val="108000"/>
              </a:lnSpc>
              <a:buNone/>
              <a:defRPr sz="2175" b="0">
                <a:solidFill>
                  <a:srgbClr val="303742"/>
                </a:solidFill>
                <a:latin typeface="Arial"/>
                <a:ea typeface="Arial"/>
                <a:cs typeface="Arial"/>
              </a:defRPr>
            </a:pPr>
            <a:r>
              <a:rPr lang="he-IL" sz="2175" b="0">
                <a:solidFill>
                  <a:srgbClr val="303742"/>
                </a:solidFill>
                <a:latin typeface="Arial"/>
                <a:ea typeface="Arial"/>
                <a:cs typeface="Arial"/>
              </a:rPr>
              <a:t>צילום מסך  •  סרטון הדגמה</a:t>
            </a:r>
          </a:p>
        </p:txBody>
      </p:sp>
      <p:sp>
        <p:nvSpPr>
          <p:cNvPr id="10" name="text-519">
            <a:extLst>
              <a:ext uri="{FF2B5EF4-FFF2-40B4-BE49-F238E27FC236}">
                <a16:creationId xmlns:a16="http://schemas.microsoft.com/office/drawing/2014/main" id="{349A6BED-A6CD-41CA-BA09-44A9AE036386}"/>
              </a:ext>
            </a:extLst>
          </p:cNvPr>
          <p:cNvSpPr>
            <a:spLocks noGrp="1"/>
          </p:cNvSpPr>
          <p:nvPr/>
        </p:nvSpPr>
        <p:spPr>
          <a:xfrm>
            <a:off x="6048375" y="2238375"/>
            <a:ext cx="2428875" cy="1047750"/>
          </a:xfrm>
          <a:prstGeom prst="rect">
            <a:avLst/>
          </a:prstGeom>
          <a:noFill/>
          <a:ln w="0">
            <a:noFill/>
          </a:ln>
        </p:spPr>
        <p:txBody>
          <a:bodyPr wrap="square" lIns="0" tIns="0" rIns="0" bIns="0" anchor="t">
            <a:noAutofit/>
          </a:bodyPr>
          <a:lstStyle>
            <a:defPPr algn="r">
              <a:defRPr sz="2475" b="0">
                <a:solidFill>
                  <a:srgbClr val="F7F7F7"/>
                </a:solidFill>
                <a:latin typeface="Arial"/>
                <a:ea typeface="Arial"/>
                <a:cs typeface="Arial"/>
              </a:defRPr>
            </a:defPPr>
            <a:lvl1pPr algn="r">
              <a:defRPr sz="2475" b="0">
                <a:solidFill>
                  <a:srgbClr val="F7F7F7"/>
                </a:solidFill>
                <a:latin typeface="Arial"/>
                <a:ea typeface="Arial"/>
                <a:cs typeface="Arial"/>
              </a:defRPr>
            </a:lvl1pPr>
            <a:lvl2pPr algn="r">
              <a:defRPr sz="2475" b="0">
                <a:solidFill>
                  <a:srgbClr val="F7F7F7"/>
                </a:solidFill>
                <a:latin typeface="Arial"/>
                <a:ea typeface="Arial"/>
                <a:cs typeface="Arial"/>
              </a:defRPr>
            </a:lvl2pPr>
            <a:lvl3pPr algn="r">
              <a:defRPr sz="2475" b="0">
                <a:solidFill>
                  <a:srgbClr val="F7F7F7"/>
                </a:solidFill>
                <a:latin typeface="Arial"/>
                <a:ea typeface="Arial"/>
                <a:cs typeface="Arial"/>
              </a:defRPr>
            </a:lvl3pPr>
            <a:lvl4pPr algn="r">
              <a:defRPr sz="2475" b="0">
                <a:solidFill>
                  <a:srgbClr val="F7F7F7"/>
                </a:solidFill>
                <a:latin typeface="Arial"/>
                <a:ea typeface="Arial"/>
                <a:cs typeface="Arial"/>
              </a:defRPr>
            </a:lvl4pPr>
            <a:lvl5pPr algn="r">
              <a:defRPr sz="2475" b="0">
                <a:solidFill>
                  <a:srgbClr val="F7F7F7"/>
                </a:solidFill>
                <a:latin typeface="Arial"/>
                <a:ea typeface="Arial"/>
                <a:cs typeface="Arial"/>
              </a:defRPr>
            </a:lvl5pPr>
            <a:lvl6pPr algn="r">
              <a:defRPr sz="2475" b="0">
                <a:solidFill>
                  <a:srgbClr val="F7F7F7"/>
                </a:solidFill>
                <a:latin typeface="Arial"/>
                <a:ea typeface="Arial"/>
                <a:cs typeface="Arial"/>
              </a:defRPr>
            </a:lvl6pPr>
            <a:lvl7pPr algn="r">
              <a:defRPr sz="2475" b="0">
                <a:solidFill>
                  <a:srgbClr val="F7F7F7"/>
                </a:solidFill>
                <a:latin typeface="Arial"/>
                <a:ea typeface="Arial"/>
                <a:cs typeface="Arial"/>
              </a:defRPr>
            </a:lvl7pPr>
            <a:lvl8pPr algn="r">
              <a:defRPr sz="2475" b="0">
                <a:solidFill>
                  <a:srgbClr val="F7F7F7"/>
                </a:solidFill>
                <a:latin typeface="Arial"/>
                <a:ea typeface="Arial"/>
                <a:cs typeface="Arial"/>
              </a:defRPr>
            </a:lvl8pPr>
            <a:lvl9pPr algn="r">
              <a:defRPr sz="2475" b="0">
                <a:solidFill>
                  <a:srgbClr val="F7F7F7"/>
                </a:solidFill>
                <a:latin typeface="Arial"/>
                <a:ea typeface="Arial"/>
                <a:cs typeface="Arial"/>
              </a:defRPr>
            </a:lvl9pPr>
          </a:lstStyle>
          <a:p>
            <a:pPr algn="r" rtl="1">
              <a:lnSpc>
                <a:spcPct val="108000"/>
              </a:lnSpc>
              <a:buNone/>
              <a:defRPr sz="2475" b="0">
                <a:solidFill>
                  <a:srgbClr val="F7F7F7"/>
                </a:solidFill>
                <a:latin typeface="Arial"/>
                <a:ea typeface="Arial"/>
                <a:cs typeface="Arial"/>
              </a:defRPr>
            </a:pPr>
            <a:r>
              <a:rPr lang="he-IL" sz="2475" b="0">
                <a:solidFill>
                  <a:srgbClr val="F7F7F7"/>
                </a:solidFill>
                <a:latin typeface="Arial"/>
                <a:ea typeface="Arial"/>
                <a:cs typeface="Arial"/>
              </a:rPr>
              <a:t>מה המשחק?</a:t>
            </a:r>
          </a:p>
          <a:p>
            <a:pPr algn="r" rtl="1">
              <a:lnSpc>
                <a:spcPct val="108000"/>
              </a:lnSpc>
              <a:buNone/>
              <a:defRPr sz="2475" b="0">
                <a:solidFill>
                  <a:srgbClr val="F7F7F7"/>
                </a:solidFill>
                <a:latin typeface="Arial"/>
                <a:ea typeface="Arial"/>
                <a:cs typeface="Arial"/>
              </a:defRPr>
            </a:pPr>
            <a:r>
              <a:rPr lang="he-IL" sz="2475" b="0">
                <a:solidFill>
                  <a:srgbClr val="F7F7F7"/>
                </a:solidFill>
                <a:latin typeface="Arial"/>
                <a:ea typeface="Arial"/>
                <a:cs typeface="Arial"/>
              </a:rPr>
              <a:t>איך משחקים?</a:t>
            </a:r>
          </a:p>
        </p:txBody>
      </p:sp>
      <p:sp>
        <p:nvSpPr>
          <p:cNvPr id="11" name="text-520">
            <a:extLst>
              <a:ext uri="{FF2B5EF4-FFF2-40B4-BE49-F238E27FC236}">
                <a16:creationId xmlns:a16="http://schemas.microsoft.com/office/drawing/2014/main" id="{7BF31392-B1F3-4194-920C-6DBC91D5CAB3}"/>
              </a:ext>
            </a:extLst>
          </p:cNvPr>
          <p:cNvSpPr>
            <a:spLocks noGrp="1"/>
          </p:cNvSpPr>
          <p:nvPr/>
        </p:nvSpPr>
        <p:spPr>
          <a:xfrm>
            <a:off x="6000750" y="3762375"/>
            <a:ext cx="2524125" cy="857250"/>
          </a:xfrm>
          <a:prstGeom prst="rect">
            <a:avLst/>
          </a:prstGeom>
          <a:noFill/>
          <a:ln w="0">
            <a:noFill/>
          </a:ln>
        </p:spPr>
        <p:txBody>
          <a:bodyPr wrap="square" lIns="0" tIns="0" rIns="0" bIns="0" anchor="t">
            <a:noAutofit/>
          </a:bodyPr>
          <a:lstStyle>
            <a:defPPr algn="r">
              <a:defRPr sz="2400" b="0">
                <a:solidFill>
                  <a:srgbClr val="42AFFA"/>
                </a:solidFill>
                <a:latin typeface="Arial"/>
                <a:ea typeface="Arial"/>
                <a:cs typeface="Arial"/>
              </a:defRPr>
            </a:defPPr>
            <a:lvl1pPr algn="r">
              <a:defRPr sz="2400" b="0">
                <a:solidFill>
                  <a:srgbClr val="42AFFA"/>
                </a:solidFill>
                <a:latin typeface="Arial"/>
                <a:ea typeface="Arial"/>
                <a:cs typeface="Arial"/>
              </a:defRPr>
            </a:lvl1pPr>
            <a:lvl2pPr algn="r">
              <a:defRPr sz="2400" b="0">
                <a:solidFill>
                  <a:srgbClr val="42AFFA"/>
                </a:solidFill>
                <a:latin typeface="Arial"/>
                <a:ea typeface="Arial"/>
                <a:cs typeface="Arial"/>
              </a:defRPr>
            </a:lvl2pPr>
            <a:lvl3pPr algn="r">
              <a:defRPr sz="2400" b="0">
                <a:solidFill>
                  <a:srgbClr val="42AFFA"/>
                </a:solidFill>
                <a:latin typeface="Arial"/>
                <a:ea typeface="Arial"/>
                <a:cs typeface="Arial"/>
              </a:defRPr>
            </a:lvl3pPr>
            <a:lvl4pPr algn="r">
              <a:defRPr sz="2400" b="0">
                <a:solidFill>
                  <a:srgbClr val="42AFFA"/>
                </a:solidFill>
                <a:latin typeface="Arial"/>
                <a:ea typeface="Arial"/>
                <a:cs typeface="Arial"/>
              </a:defRPr>
            </a:lvl4pPr>
            <a:lvl5pPr algn="r">
              <a:defRPr sz="2400" b="0">
                <a:solidFill>
                  <a:srgbClr val="42AFFA"/>
                </a:solidFill>
                <a:latin typeface="Arial"/>
                <a:ea typeface="Arial"/>
                <a:cs typeface="Arial"/>
              </a:defRPr>
            </a:lvl5pPr>
            <a:lvl6pPr algn="r">
              <a:defRPr sz="2400" b="0">
                <a:solidFill>
                  <a:srgbClr val="42AFFA"/>
                </a:solidFill>
                <a:latin typeface="Arial"/>
                <a:ea typeface="Arial"/>
                <a:cs typeface="Arial"/>
              </a:defRPr>
            </a:lvl6pPr>
            <a:lvl7pPr algn="r">
              <a:defRPr sz="2400" b="0">
                <a:solidFill>
                  <a:srgbClr val="42AFFA"/>
                </a:solidFill>
                <a:latin typeface="Arial"/>
                <a:ea typeface="Arial"/>
                <a:cs typeface="Arial"/>
              </a:defRPr>
            </a:lvl7pPr>
            <a:lvl8pPr algn="r">
              <a:defRPr sz="2400" b="0">
                <a:solidFill>
                  <a:srgbClr val="42AFFA"/>
                </a:solidFill>
                <a:latin typeface="Arial"/>
                <a:ea typeface="Arial"/>
                <a:cs typeface="Arial"/>
              </a:defRPr>
            </a:lvl8pPr>
            <a:lvl9pPr algn="r">
              <a:defRPr sz="2400" b="0">
                <a:solidFill>
                  <a:srgbClr val="42AFFA"/>
                </a:solidFill>
                <a:latin typeface="Arial"/>
                <a:ea typeface="Arial"/>
                <a:cs typeface="Arial"/>
              </a:defRPr>
            </a:lvl9pPr>
          </a:lstStyle>
          <a:p>
            <a:pPr algn="r" rtl="1">
              <a:lnSpc>
                <a:spcPct val="108000"/>
              </a:lnSpc>
              <a:buNone/>
              <a:defRPr sz="2400" b="0">
                <a:solidFill>
                  <a:srgbClr val="42AFFA"/>
                </a:solidFill>
                <a:latin typeface="Arial"/>
                <a:ea typeface="Arial"/>
                <a:cs typeface="Arial"/>
              </a:defRPr>
            </a:pPr>
            <a:r>
              <a:rPr lang="he-IL" sz="2400" b="0">
                <a:solidFill>
                  <a:srgbClr val="42AFFA"/>
                </a:solidFill>
                <a:latin typeface="Arial"/>
                <a:ea typeface="Arial"/>
                <a:cs typeface="Arial"/>
              </a:rPr>
              <a:t>קישור אחרי הפרסום</a:t>
            </a:r>
          </a:p>
        </p:txBody>
      </p:sp>
      <p:sp>
        <p:nvSpPr>
          <p:cNvPr id="12" name="text-521">
            <a:extLst>
              <a:ext uri="{FF2B5EF4-FFF2-40B4-BE49-F238E27FC236}">
                <a16:creationId xmlns:a16="http://schemas.microsoft.com/office/drawing/2014/main" id="{7D333E9D-4B71-4358-A951-B60CA9194114}"/>
              </a:ext>
            </a:extLst>
          </p:cNvPr>
          <p:cNvSpPr>
            <a:spLocks noGrp="1"/>
          </p:cNvSpPr>
          <p:nvPr/>
        </p:nvSpPr>
        <p:spPr>
          <a:xfrm>
            <a:off x="6048375" y="4953000"/>
            <a:ext cx="2428875" cy="428625"/>
          </a:xfrm>
          <a:prstGeom prst="rect">
            <a:avLst/>
          </a:prstGeom>
          <a:noFill/>
          <a:ln w="0">
            <a:noFill/>
          </a:ln>
        </p:spPr>
        <p:txBody>
          <a:bodyPr wrap="square" lIns="0" tIns="0" rIns="0" bIns="0" anchor="t">
            <a:noAutofit/>
          </a:bodyPr>
          <a:lstStyle>
            <a:defPPr algn="r">
              <a:defRPr sz="2400" b="0">
                <a:solidFill>
                  <a:srgbClr val="88FF88"/>
                </a:solidFill>
                <a:latin typeface="Arial"/>
                <a:ea typeface="Arial"/>
                <a:cs typeface="Arial"/>
              </a:defRPr>
            </a:defPPr>
            <a:lvl1pPr algn="r">
              <a:defRPr sz="2400" b="0">
                <a:solidFill>
                  <a:srgbClr val="88FF88"/>
                </a:solidFill>
                <a:latin typeface="Arial"/>
                <a:ea typeface="Arial"/>
                <a:cs typeface="Arial"/>
              </a:defRPr>
            </a:lvl1pPr>
            <a:lvl2pPr algn="r">
              <a:defRPr sz="2400" b="0">
                <a:solidFill>
                  <a:srgbClr val="88FF88"/>
                </a:solidFill>
                <a:latin typeface="Arial"/>
                <a:ea typeface="Arial"/>
                <a:cs typeface="Arial"/>
              </a:defRPr>
            </a:lvl2pPr>
            <a:lvl3pPr algn="r">
              <a:defRPr sz="2400" b="0">
                <a:solidFill>
                  <a:srgbClr val="88FF88"/>
                </a:solidFill>
                <a:latin typeface="Arial"/>
                <a:ea typeface="Arial"/>
                <a:cs typeface="Arial"/>
              </a:defRPr>
            </a:lvl3pPr>
            <a:lvl4pPr algn="r">
              <a:defRPr sz="2400" b="0">
                <a:solidFill>
                  <a:srgbClr val="88FF88"/>
                </a:solidFill>
                <a:latin typeface="Arial"/>
                <a:ea typeface="Arial"/>
                <a:cs typeface="Arial"/>
              </a:defRPr>
            </a:lvl4pPr>
            <a:lvl5pPr algn="r">
              <a:defRPr sz="2400" b="0">
                <a:solidFill>
                  <a:srgbClr val="88FF88"/>
                </a:solidFill>
                <a:latin typeface="Arial"/>
                <a:ea typeface="Arial"/>
                <a:cs typeface="Arial"/>
              </a:defRPr>
            </a:lvl5pPr>
            <a:lvl6pPr algn="r">
              <a:defRPr sz="2400" b="0">
                <a:solidFill>
                  <a:srgbClr val="88FF88"/>
                </a:solidFill>
                <a:latin typeface="Arial"/>
                <a:ea typeface="Arial"/>
                <a:cs typeface="Arial"/>
              </a:defRPr>
            </a:lvl6pPr>
            <a:lvl7pPr algn="r">
              <a:defRPr sz="2400" b="0">
                <a:solidFill>
                  <a:srgbClr val="88FF88"/>
                </a:solidFill>
                <a:latin typeface="Arial"/>
                <a:ea typeface="Arial"/>
                <a:cs typeface="Arial"/>
              </a:defRPr>
            </a:lvl7pPr>
            <a:lvl8pPr algn="r">
              <a:defRPr sz="2400" b="0">
                <a:solidFill>
                  <a:srgbClr val="88FF88"/>
                </a:solidFill>
                <a:latin typeface="Arial"/>
                <a:ea typeface="Arial"/>
                <a:cs typeface="Arial"/>
              </a:defRPr>
            </a:lvl8pPr>
            <a:lvl9pPr algn="r">
              <a:defRPr sz="2400" b="0">
                <a:solidFill>
                  <a:srgbClr val="88FF88"/>
                </a:solidFill>
                <a:latin typeface="Arial"/>
                <a:ea typeface="Arial"/>
                <a:cs typeface="Arial"/>
              </a:defRPr>
            </a:lvl9pPr>
          </a:lstStyle>
          <a:p>
            <a:pPr algn="r" rtl="1">
              <a:lnSpc>
                <a:spcPct val="108000"/>
              </a:lnSpc>
              <a:buNone/>
              <a:defRPr sz="2400" b="0">
                <a:solidFill>
                  <a:srgbClr val="88FF88"/>
                </a:solidFill>
                <a:latin typeface="Arial"/>
                <a:ea typeface="Arial"/>
                <a:cs typeface="Arial"/>
              </a:defRPr>
            </a:pPr>
            <a:r>
              <a:rPr lang="he-IL" sz="2400" b="0">
                <a:solidFill>
                  <a:srgbClr val="88FF88"/>
                </a:solidFill>
                <a:latin typeface="Arial"/>
                <a:ea typeface="Arial"/>
                <a:cs typeface="Arial"/>
              </a:rPr>
              <a:t>תמונה וסרטון</a:t>
            </a:r>
          </a:p>
        </p:txBody>
      </p:sp>
      <p:sp>
        <p:nvSpPr>
          <p:cNvPr id="13" name="text-522">
            <a:hlinkClick r:id="rId4"/>
            <a:extLst>
              <a:ext uri="{FF2B5EF4-FFF2-40B4-BE49-F238E27FC236}">
                <a16:creationId xmlns:a16="http://schemas.microsoft.com/office/drawing/2014/main" id="{AD0183AE-94A1-4639-B376-3449E566A555}"/>
              </a:ext>
            </a:extLst>
          </p:cNvPr>
          <p:cNvSpPr>
            <a:spLocks noGrp="1"/>
          </p:cNvSpPr>
          <p:nvPr/>
        </p:nvSpPr>
        <p:spPr>
          <a:xfrm>
            <a:off x="619125" y="5762625"/>
            <a:ext cx="7905750" cy="428625"/>
          </a:xfrm>
          <a:prstGeom prst="rect">
            <a:avLst/>
          </a:prstGeom>
          <a:noFill/>
          <a:ln w="0">
            <a:noFill/>
          </a:ln>
        </p:spPr>
        <p:txBody>
          <a:bodyPr wrap="square" lIns="0" tIns="0" rIns="0" bIns="0" anchor="t">
            <a:noAutofit/>
          </a:bodyPr>
          <a:lstStyle>
            <a:defPPr algn="r">
              <a:defRPr sz="2325" b="0">
                <a:solidFill>
                  <a:srgbClr val="8888FF"/>
                </a:solidFill>
                <a:latin typeface="Arial"/>
                <a:ea typeface="Arial"/>
                <a:cs typeface="Arial"/>
              </a:defRPr>
            </a:defPPr>
            <a:lvl1pPr algn="r">
              <a:defRPr sz="2325" b="0">
                <a:solidFill>
                  <a:srgbClr val="8888FF"/>
                </a:solidFill>
                <a:latin typeface="Arial"/>
                <a:ea typeface="Arial"/>
                <a:cs typeface="Arial"/>
              </a:defRPr>
            </a:lvl1pPr>
            <a:lvl2pPr algn="r">
              <a:defRPr sz="2325" b="0">
                <a:solidFill>
                  <a:srgbClr val="8888FF"/>
                </a:solidFill>
                <a:latin typeface="Arial"/>
                <a:ea typeface="Arial"/>
                <a:cs typeface="Arial"/>
              </a:defRPr>
            </a:lvl2pPr>
            <a:lvl3pPr algn="r">
              <a:defRPr sz="2325" b="0">
                <a:solidFill>
                  <a:srgbClr val="8888FF"/>
                </a:solidFill>
                <a:latin typeface="Arial"/>
                <a:ea typeface="Arial"/>
                <a:cs typeface="Arial"/>
              </a:defRPr>
            </a:lvl3pPr>
            <a:lvl4pPr algn="r">
              <a:defRPr sz="2325" b="0">
                <a:solidFill>
                  <a:srgbClr val="8888FF"/>
                </a:solidFill>
                <a:latin typeface="Arial"/>
                <a:ea typeface="Arial"/>
                <a:cs typeface="Arial"/>
              </a:defRPr>
            </a:lvl4pPr>
            <a:lvl5pPr algn="r">
              <a:defRPr sz="2325" b="0">
                <a:solidFill>
                  <a:srgbClr val="8888FF"/>
                </a:solidFill>
                <a:latin typeface="Arial"/>
                <a:ea typeface="Arial"/>
                <a:cs typeface="Arial"/>
              </a:defRPr>
            </a:lvl5pPr>
            <a:lvl6pPr algn="r">
              <a:defRPr sz="2325" b="0">
                <a:solidFill>
                  <a:srgbClr val="8888FF"/>
                </a:solidFill>
                <a:latin typeface="Arial"/>
                <a:ea typeface="Arial"/>
                <a:cs typeface="Arial"/>
              </a:defRPr>
            </a:lvl6pPr>
            <a:lvl7pPr algn="r">
              <a:defRPr sz="2325" b="0">
                <a:solidFill>
                  <a:srgbClr val="8888FF"/>
                </a:solidFill>
                <a:latin typeface="Arial"/>
                <a:ea typeface="Arial"/>
                <a:cs typeface="Arial"/>
              </a:defRPr>
            </a:lvl7pPr>
            <a:lvl8pPr algn="r">
              <a:defRPr sz="2325" b="0">
                <a:solidFill>
                  <a:srgbClr val="8888FF"/>
                </a:solidFill>
                <a:latin typeface="Arial"/>
                <a:ea typeface="Arial"/>
                <a:cs typeface="Arial"/>
              </a:defRPr>
            </a:lvl8pPr>
            <a:lvl9pPr algn="r">
              <a:defRPr sz="2325" b="0">
                <a:solidFill>
                  <a:srgbClr val="8888FF"/>
                </a:solidFill>
                <a:latin typeface="Arial"/>
                <a:ea typeface="Arial"/>
                <a:cs typeface="Arial"/>
              </a:defRPr>
            </a:lvl9pPr>
          </a:lstStyle>
          <a:p>
            <a:pPr algn="r" rtl="1">
              <a:lnSpc>
                <a:spcPct val="108000"/>
              </a:lnSpc>
              <a:buNone/>
              <a:defRPr sz="2325" b="0">
                <a:solidFill>
                  <a:srgbClr val="8888FF"/>
                </a:solidFill>
                <a:latin typeface="Arial"/>
                <a:ea typeface="Arial"/>
                <a:cs typeface="Arial"/>
              </a:defRPr>
            </a:pPr>
            <a:r>
              <a:rPr lang="he-IL" sz="2325" b="0">
                <a:solidFill>
                  <a:srgbClr val="8888FF"/>
                </a:solidFill>
                <a:latin typeface="Arial"/>
                <a:ea typeface="Arial"/>
                <a:cs typeface="Arial"/>
              </a:rPr>
              <a:t>אפשר להקליט עם ScreenToGif</a:t>
            </a:r>
          </a:p>
        </p:txBody>
      </p:sp>
    </p:spTree>
    <p:extLst>
      <p:ext uri="{BB962C8B-B14F-4D97-AF65-F5344CB8AC3E}">
        <p14:creationId xmlns:p14="http://schemas.microsoft.com/office/powerpoint/2010/main" val="125618251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7" name="text-523">
            <a:extLst>
              <a:ext uri="{FF2B5EF4-FFF2-40B4-BE49-F238E27FC236}">
                <a16:creationId xmlns:a16="http://schemas.microsoft.com/office/drawing/2014/main" id="{B948B68C-6AB0-4F36-9193-0CE49ADEBFC6}"/>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מסבירים גם את הקוד</a:t>
            </a:r>
          </a:p>
        </p:txBody>
      </p:sp>
      <p:sp>
        <p:nvSpPr>
          <p:cNvPr id="2" name="text-524">
            <a:extLst>
              <a:ext uri="{FF2B5EF4-FFF2-40B4-BE49-F238E27FC236}">
                <a16:creationId xmlns:a16="http://schemas.microsoft.com/office/drawing/2014/main" id="{A86FDAF1-3153-4348-8AE6-54F6CA5A65E2}"/>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34</a:t>
            </a:r>
          </a:p>
        </p:txBody>
      </p:sp>
      <p:sp>
        <p:nvSpPr>
          <p:cNvPr id="3" name="text-525">
            <a:extLst>
              <a:ext uri="{FF2B5EF4-FFF2-40B4-BE49-F238E27FC236}">
                <a16:creationId xmlns:a16="http://schemas.microsoft.com/office/drawing/2014/main" id="{BA0757D6-C7B3-470F-866E-84B4460656FA}"/>
              </a:ext>
            </a:extLst>
          </p:cNvPr>
          <p:cNvSpPr>
            <a:spLocks noGrp="1"/>
          </p:cNvSpPr>
          <p:nvPr/>
        </p:nvSpPr>
        <p:spPr>
          <a:xfrm>
            <a:off x="523875" y="1238250"/>
            <a:ext cx="8096250" cy="523875"/>
          </a:xfrm>
          <a:prstGeom prst="rect">
            <a:avLst/>
          </a:prstGeom>
          <a:noFill/>
          <a:ln w="0">
            <a:noFill/>
          </a:ln>
        </p:spPr>
        <p:txBody>
          <a:bodyPr wrap="square" lIns="0" tIns="0" rIns="0" bIns="0" anchor="t">
            <a:noAutofit/>
          </a:bodyPr>
          <a:lstStyle>
            <a:defPPr algn="r">
              <a:defRPr sz="2550" b="0">
                <a:solidFill>
                  <a:srgbClr val="F7F7F7"/>
                </a:solidFill>
                <a:latin typeface="Arial"/>
                <a:ea typeface="Arial"/>
                <a:cs typeface="Arial"/>
              </a:defRPr>
            </a:defPPr>
            <a:lvl1pPr algn="r">
              <a:defRPr sz="2550" b="0">
                <a:solidFill>
                  <a:srgbClr val="F7F7F7"/>
                </a:solidFill>
                <a:latin typeface="Arial"/>
                <a:ea typeface="Arial"/>
                <a:cs typeface="Arial"/>
              </a:defRPr>
            </a:lvl1pPr>
            <a:lvl2pPr algn="r">
              <a:defRPr sz="2550" b="0">
                <a:solidFill>
                  <a:srgbClr val="F7F7F7"/>
                </a:solidFill>
                <a:latin typeface="Arial"/>
                <a:ea typeface="Arial"/>
                <a:cs typeface="Arial"/>
              </a:defRPr>
            </a:lvl2pPr>
            <a:lvl3pPr algn="r">
              <a:defRPr sz="2550" b="0">
                <a:solidFill>
                  <a:srgbClr val="F7F7F7"/>
                </a:solidFill>
                <a:latin typeface="Arial"/>
                <a:ea typeface="Arial"/>
                <a:cs typeface="Arial"/>
              </a:defRPr>
            </a:lvl3pPr>
            <a:lvl4pPr algn="r">
              <a:defRPr sz="2550" b="0">
                <a:solidFill>
                  <a:srgbClr val="F7F7F7"/>
                </a:solidFill>
                <a:latin typeface="Arial"/>
                <a:ea typeface="Arial"/>
                <a:cs typeface="Arial"/>
              </a:defRPr>
            </a:lvl4pPr>
            <a:lvl5pPr algn="r">
              <a:defRPr sz="2550" b="0">
                <a:solidFill>
                  <a:srgbClr val="F7F7F7"/>
                </a:solidFill>
                <a:latin typeface="Arial"/>
                <a:ea typeface="Arial"/>
                <a:cs typeface="Arial"/>
              </a:defRPr>
            </a:lvl5pPr>
            <a:lvl6pPr algn="r">
              <a:defRPr sz="2550" b="0">
                <a:solidFill>
                  <a:srgbClr val="F7F7F7"/>
                </a:solidFill>
                <a:latin typeface="Arial"/>
                <a:ea typeface="Arial"/>
                <a:cs typeface="Arial"/>
              </a:defRPr>
            </a:lvl6pPr>
            <a:lvl7pPr algn="r">
              <a:defRPr sz="2550" b="0">
                <a:solidFill>
                  <a:srgbClr val="F7F7F7"/>
                </a:solidFill>
                <a:latin typeface="Arial"/>
                <a:ea typeface="Arial"/>
                <a:cs typeface="Arial"/>
              </a:defRPr>
            </a:lvl7pPr>
            <a:lvl8pPr algn="r">
              <a:defRPr sz="2550" b="0">
                <a:solidFill>
                  <a:srgbClr val="F7F7F7"/>
                </a:solidFill>
                <a:latin typeface="Arial"/>
                <a:ea typeface="Arial"/>
                <a:cs typeface="Arial"/>
              </a:defRPr>
            </a:lvl8pPr>
            <a:lvl9pPr algn="r">
              <a:defRPr sz="2550" b="0">
                <a:solidFill>
                  <a:srgbClr val="F7F7F7"/>
                </a:solidFill>
                <a:latin typeface="Arial"/>
                <a:ea typeface="Arial"/>
                <a:cs typeface="Arial"/>
              </a:defRPr>
            </a:lvl9pPr>
          </a:lstStyle>
          <a:p>
            <a:pPr algn="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אילו רכיבים יצרתם — ואיך הם עובדים</a:t>
            </a:r>
          </a:p>
        </p:txBody>
      </p:sp>
      <p:sp>
        <p:nvSpPr>
          <p:cNvPr id="4" name="shape-526">
            <a:extLst>
              <a:ext uri="{FF2B5EF4-FFF2-40B4-BE49-F238E27FC236}">
                <a16:creationId xmlns:a16="http://schemas.microsoft.com/office/drawing/2014/main" id="{EC9B3B66-B424-4644-858B-BB588C59538C}"/>
              </a:ext>
            </a:extLst>
          </p:cNvPr>
          <p:cNvSpPr>
            <a:spLocks noGrp="1"/>
          </p:cNvSpPr>
          <p:nvPr/>
        </p:nvSpPr>
        <p:spPr>
          <a:xfrm>
            <a:off x="5857875" y="2190750"/>
            <a:ext cx="2667000" cy="1000125"/>
          </a:xfrm>
          <a:prstGeom prst="rect">
            <a:avLst/>
          </a:prstGeom>
          <a:solidFill>
            <a:srgbClr val="25282B"/>
          </a:solidFill>
          <a:ln w="19050">
            <a:solidFill>
              <a:srgbClr val="88FF88"/>
            </a:solidFill>
          </a:ln>
        </p:spPr>
      </p:sp>
      <p:sp>
        <p:nvSpPr>
          <p:cNvPr id="5" name="text-527">
            <a:extLst>
              <a:ext uri="{FF2B5EF4-FFF2-40B4-BE49-F238E27FC236}">
                <a16:creationId xmlns:a16="http://schemas.microsoft.com/office/drawing/2014/main" id="{ABD1B9EA-C67C-4822-9C3D-49CF6A55EA18}"/>
              </a:ext>
            </a:extLst>
          </p:cNvPr>
          <p:cNvSpPr>
            <a:spLocks noGrp="1"/>
          </p:cNvSpPr>
          <p:nvPr/>
        </p:nvSpPr>
        <p:spPr>
          <a:xfrm>
            <a:off x="5991225" y="2490788"/>
            <a:ext cx="2400300" cy="847725"/>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1">
              <a:lnSpc>
                <a:spcPct val="108000"/>
              </a:lnSpc>
              <a:buNone/>
              <a:defRPr sz="2625" b="0">
                <a:solidFill>
                  <a:srgbClr val="F7F7F7"/>
                </a:solidFill>
                <a:latin typeface="Arial"/>
                <a:ea typeface="Arial"/>
                <a:cs typeface="Arial"/>
              </a:defRPr>
            </a:pPr>
            <a:r>
              <a:rPr lang="he-IL" sz="2625" b="0">
                <a:solidFill>
                  <a:srgbClr val="F7F7F7"/>
                </a:solidFill>
                <a:latin typeface="Arial"/>
                <a:ea typeface="Arial"/>
                <a:cs typeface="Arial"/>
              </a:rPr>
              <a:t>תנועת השחקן</a:t>
            </a:r>
          </a:p>
        </p:txBody>
      </p:sp>
      <p:sp>
        <p:nvSpPr>
          <p:cNvPr id="6" name="line-528">
            <a:extLst>
              <a:ext uri="{FF2B5EF4-FFF2-40B4-BE49-F238E27FC236}">
                <a16:creationId xmlns:a16="http://schemas.microsoft.com/office/drawing/2014/main" id="{D924613E-B94C-4135-9556-5882FDE7B96A}"/>
              </a:ext>
            </a:extLst>
          </p:cNvPr>
          <p:cNvSpPr>
            <a:spLocks noGrp="1"/>
          </p:cNvSpPr>
          <p:nvPr/>
        </p:nvSpPr>
        <p:spPr>
          <a:xfrm>
            <a:off x="4762500" y="2686050"/>
            <a:ext cx="1047750" cy="9525"/>
          </a:xfrm>
          <a:custGeom>
            <a:avLst/>
            <a:gdLst/>
            <a:ahLst/>
            <a:cxnLst/>
            <a:rect l="0" t="0" r="0" b="0"/>
            <a:pathLst>
              <a:path w="1047750" h="9525">
                <a:moveTo>
                  <a:pt x="1047750" y="0"/>
                </a:moveTo>
                <a:lnTo>
                  <a:pt x="0" y="0"/>
                </a:lnTo>
              </a:path>
            </a:pathLst>
          </a:custGeom>
          <a:noFill/>
          <a:ln w="38100">
            <a:solidFill>
              <a:srgbClr val="88FF88"/>
            </a:solidFill>
          </a:ln>
        </p:spPr>
      </p:sp>
      <p:sp>
        <p:nvSpPr>
          <p:cNvPr id="7" name="line-529">
            <a:extLst>
              <a:ext uri="{FF2B5EF4-FFF2-40B4-BE49-F238E27FC236}">
                <a16:creationId xmlns:a16="http://schemas.microsoft.com/office/drawing/2014/main" id="{638AF5C1-B123-48B3-8A20-8692C450CFBB}"/>
              </a:ext>
            </a:extLst>
          </p:cNvPr>
          <p:cNvSpPr>
            <a:spLocks noGrp="1"/>
          </p:cNvSpPr>
          <p:nvPr/>
        </p:nvSpPr>
        <p:spPr>
          <a:xfrm>
            <a:off x="4762500" y="2626307"/>
            <a:ext cx="97444" cy="59743"/>
          </a:xfrm>
          <a:custGeom>
            <a:avLst/>
            <a:gdLst/>
            <a:ahLst/>
            <a:cxnLst/>
            <a:rect l="0" t="0" r="0" b="0"/>
            <a:pathLst>
              <a:path w="97444" h="59743">
                <a:moveTo>
                  <a:pt x="0" y="59743"/>
                </a:moveTo>
                <a:lnTo>
                  <a:pt x="97444" y="0"/>
                </a:lnTo>
              </a:path>
            </a:pathLst>
          </a:custGeom>
          <a:noFill/>
          <a:ln w="38100">
            <a:solidFill>
              <a:srgbClr val="88FF88"/>
            </a:solidFill>
          </a:ln>
        </p:spPr>
      </p:sp>
      <p:sp>
        <p:nvSpPr>
          <p:cNvPr id="8" name="line-530">
            <a:extLst>
              <a:ext uri="{FF2B5EF4-FFF2-40B4-BE49-F238E27FC236}">
                <a16:creationId xmlns:a16="http://schemas.microsoft.com/office/drawing/2014/main" id="{F34CDECF-0300-4AEA-ABD1-7B687B79B2F3}"/>
              </a:ext>
            </a:extLst>
          </p:cNvPr>
          <p:cNvSpPr>
            <a:spLocks noGrp="1"/>
          </p:cNvSpPr>
          <p:nvPr/>
        </p:nvSpPr>
        <p:spPr>
          <a:xfrm>
            <a:off x="4762500" y="2686050"/>
            <a:ext cx="97444" cy="59743"/>
          </a:xfrm>
          <a:custGeom>
            <a:avLst/>
            <a:gdLst/>
            <a:ahLst/>
            <a:cxnLst/>
            <a:rect l="0" t="0" r="0" b="0"/>
            <a:pathLst>
              <a:path w="97444" h="59743">
                <a:moveTo>
                  <a:pt x="0" y="0"/>
                </a:moveTo>
                <a:lnTo>
                  <a:pt x="97444" y="59743"/>
                </a:lnTo>
              </a:path>
            </a:pathLst>
          </a:custGeom>
          <a:noFill/>
          <a:ln w="38100">
            <a:solidFill>
              <a:srgbClr val="88FF88"/>
            </a:solidFill>
          </a:ln>
        </p:spPr>
      </p:sp>
      <p:sp>
        <p:nvSpPr>
          <p:cNvPr id="9" name="shape-531">
            <a:extLst>
              <a:ext uri="{FF2B5EF4-FFF2-40B4-BE49-F238E27FC236}">
                <a16:creationId xmlns:a16="http://schemas.microsoft.com/office/drawing/2014/main" id="{B69E8709-B52B-4832-8320-55133D1A9C5A}"/>
              </a:ext>
            </a:extLst>
          </p:cNvPr>
          <p:cNvSpPr>
            <a:spLocks noGrp="1"/>
          </p:cNvSpPr>
          <p:nvPr/>
        </p:nvSpPr>
        <p:spPr>
          <a:xfrm>
            <a:off x="2428875" y="2095500"/>
            <a:ext cx="2238375" cy="1190625"/>
          </a:xfrm>
          <a:prstGeom prst="rect">
            <a:avLst/>
          </a:prstGeom>
          <a:solidFill>
            <a:srgbClr val="25282B"/>
          </a:solidFill>
          <a:ln w="19050">
            <a:solidFill>
              <a:srgbClr val="8888FF"/>
            </a:solidFill>
          </a:ln>
        </p:spPr>
      </p:sp>
      <p:sp>
        <p:nvSpPr>
          <p:cNvPr id="10" name="text-532">
            <a:extLst>
              <a:ext uri="{FF2B5EF4-FFF2-40B4-BE49-F238E27FC236}">
                <a16:creationId xmlns:a16="http://schemas.microsoft.com/office/drawing/2014/main" id="{DEE7A41D-98F9-4C65-ADBF-59FA042915EA}"/>
              </a:ext>
            </a:extLst>
          </p:cNvPr>
          <p:cNvSpPr>
            <a:spLocks noGrp="1"/>
          </p:cNvSpPr>
          <p:nvPr/>
        </p:nvSpPr>
        <p:spPr>
          <a:xfrm>
            <a:off x="2562225" y="2370773"/>
            <a:ext cx="1971675" cy="1038225"/>
          </a:xfrm>
          <a:prstGeom prst="rect">
            <a:avLst/>
          </a:prstGeom>
          <a:noFill/>
          <a:ln w="0">
            <a:noFill/>
          </a:ln>
        </p:spPr>
        <p:txBody>
          <a:bodyPr wrap="square" lIns="0" tIns="0" rIns="0" bIns="0" anchor="t">
            <a:noAutofit/>
          </a:bodyPr>
          <a:lstStyle>
            <a:defPPr algn="ctr">
              <a:defRPr sz="2100" b="0">
                <a:solidFill>
                  <a:srgbClr val="F7F7F7"/>
                </a:solidFill>
                <a:latin typeface="Arial"/>
                <a:ea typeface="Arial"/>
                <a:cs typeface="Arial"/>
              </a:defRPr>
            </a:defPPr>
            <a:lvl1pPr algn="ctr">
              <a:defRPr sz="2100" b="0">
                <a:solidFill>
                  <a:srgbClr val="F7F7F7"/>
                </a:solidFill>
                <a:latin typeface="Arial"/>
                <a:ea typeface="Arial"/>
                <a:cs typeface="Arial"/>
              </a:defRPr>
            </a:lvl1pPr>
            <a:lvl2pPr algn="ctr">
              <a:defRPr sz="2100" b="0">
                <a:solidFill>
                  <a:srgbClr val="F7F7F7"/>
                </a:solidFill>
                <a:latin typeface="Arial"/>
                <a:ea typeface="Arial"/>
                <a:cs typeface="Arial"/>
              </a:defRPr>
            </a:lvl2pPr>
            <a:lvl3pPr algn="ctr">
              <a:defRPr sz="2100" b="0">
                <a:solidFill>
                  <a:srgbClr val="F7F7F7"/>
                </a:solidFill>
                <a:latin typeface="Arial"/>
                <a:ea typeface="Arial"/>
                <a:cs typeface="Arial"/>
              </a:defRPr>
            </a:lvl3pPr>
            <a:lvl4pPr algn="ctr">
              <a:defRPr sz="2100" b="0">
                <a:solidFill>
                  <a:srgbClr val="F7F7F7"/>
                </a:solidFill>
                <a:latin typeface="Arial"/>
                <a:ea typeface="Arial"/>
                <a:cs typeface="Arial"/>
              </a:defRPr>
            </a:lvl4pPr>
            <a:lvl5pPr algn="ctr">
              <a:defRPr sz="2100" b="0">
                <a:solidFill>
                  <a:srgbClr val="F7F7F7"/>
                </a:solidFill>
                <a:latin typeface="Arial"/>
                <a:ea typeface="Arial"/>
                <a:cs typeface="Arial"/>
              </a:defRPr>
            </a:lvl5pPr>
            <a:lvl6pPr algn="ctr">
              <a:defRPr sz="2100" b="0">
                <a:solidFill>
                  <a:srgbClr val="F7F7F7"/>
                </a:solidFill>
                <a:latin typeface="Arial"/>
                <a:ea typeface="Arial"/>
                <a:cs typeface="Arial"/>
              </a:defRPr>
            </a:lvl6pPr>
            <a:lvl7pPr algn="ctr">
              <a:defRPr sz="2100" b="0">
                <a:solidFill>
                  <a:srgbClr val="F7F7F7"/>
                </a:solidFill>
                <a:latin typeface="Arial"/>
                <a:ea typeface="Arial"/>
                <a:cs typeface="Arial"/>
              </a:defRPr>
            </a:lvl7pPr>
            <a:lvl8pPr algn="ctr">
              <a:defRPr sz="2100" b="0">
                <a:solidFill>
                  <a:srgbClr val="F7F7F7"/>
                </a:solidFill>
                <a:latin typeface="Arial"/>
                <a:ea typeface="Arial"/>
                <a:cs typeface="Arial"/>
              </a:defRPr>
            </a:lvl8pPr>
            <a:lvl9pPr algn="ctr">
              <a:defRPr sz="2100" b="0">
                <a:solidFill>
                  <a:srgbClr val="F7F7F7"/>
                </a:solidFill>
                <a:latin typeface="Arial"/>
                <a:ea typeface="Arial"/>
                <a:cs typeface="Arial"/>
              </a:defRPr>
            </a:lvl9pPr>
          </a:lstStyle>
          <a:p>
            <a:pPr algn="ctr" rtl="1">
              <a:lnSpc>
                <a:spcPct val="108000"/>
              </a:lnSpc>
              <a:buNone/>
              <a:defRPr sz="2100" b="0">
                <a:solidFill>
                  <a:srgbClr val="F7F7F7"/>
                </a:solidFill>
                <a:latin typeface="Arial"/>
                <a:ea typeface="Arial"/>
                <a:cs typeface="Arial"/>
              </a:defRPr>
            </a:pPr>
            <a:r>
              <a:rPr lang="he-IL" sz="2100" b="0">
                <a:solidFill>
                  <a:srgbClr val="F7F7F7"/>
                </a:solidFill>
                <a:latin typeface="Arial"/>
                <a:ea typeface="Arial"/>
                <a:cs typeface="Arial"/>
              </a:rPr>
              <a:t>קלט ומהירות</a:t>
            </a:r>
          </a:p>
          <a:p>
            <a:pPr algn="ctr" rtl="1">
              <a:lnSpc>
                <a:spcPct val="108000"/>
              </a:lnSpc>
              <a:buNone/>
              <a:defRPr sz="2100" b="0">
                <a:solidFill>
                  <a:srgbClr val="F7F7F7"/>
                </a:solidFill>
                <a:latin typeface="Arial"/>
                <a:ea typeface="Arial"/>
                <a:cs typeface="Arial"/>
              </a:defRPr>
            </a:pPr>
            <a:r>
              <a:rPr lang="he-IL" sz="2100" b="0">
                <a:solidFill>
                  <a:srgbClr val="F7F7F7"/>
                </a:solidFill>
                <a:latin typeface="Arial"/>
                <a:ea typeface="Arial"/>
                <a:cs typeface="Arial"/>
              </a:rPr>
              <a:t>משנים תנועה</a:t>
            </a:r>
          </a:p>
        </p:txBody>
      </p:sp>
      <p:sp>
        <p:nvSpPr>
          <p:cNvPr id="11" name="line-533">
            <a:extLst>
              <a:ext uri="{FF2B5EF4-FFF2-40B4-BE49-F238E27FC236}">
                <a16:creationId xmlns:a16="http://schemas.microsoft.com/office/drawing/2014/main" id="{53924AE1-116D-4641-B555-86C3D7F4F21F}"/>
              </a:ext>
            </a:extLst>
          </p:cNvPr>
          <p:cNvSpPr>
            <a:spLocks noGrp="1"/>
          </p:cNvSpPr>
          <p:nvPr/>
        </p:nvSpPr>
        <p:spPr>
          <a:xfrm>
            <a:off x="3524250" y="3381375"/>
            <a:ext cx="9525" cy="666750"/>
          </a:xfrm>
          <a:custGeom>
            <a:avLst/>
            <a:gdLst/>
            <a:ahLst/>
            <a:cxnLst/>
            <a:rect l="0" t="0" r="0" b="0"/>
            <a:pathLst>
              <a:path w="9525" h="666750">
                <a:moveTo>
                  <a:pt x="0" y="0"/>
                </a:moveTo>
                <a:lnTo>
                  <a:pt x="0" y="666750"/>
                </a:lnTo>
              </a:path>
            </a:pathLst>
          </a:custGeom>
          <a:noFill/>
          <a:ln w="38100">
            <a:solidFill>
              <a:srgbClr val="42AFFA"/>
            </a:solidFill>
          </a:ln>
        </p:spPr>
      </p:sp>
      <p:sp>
        <p:nvSpPr>
          <p:cNvPr id="12" name="line-534">
            <a:extLst>
              <a:ext uri="{FF2B5EF4-FFF2-40B4-BE49-F238E27FC236}">
                <a16:creationId xmlns:a16="http://schemas.microsoft.com/office/drawing/2014/main" id="{DF3247C5-A00A-49CC-9A37-A127447028E7}"/>
              </a:ext>
            </a:extLst>
          </p:cNvPr>
          <p:cNvSpPr>
            <a:spLocks noGrp="1"/>
          </p:cNvSpPr>
          <p:nvPr/>
        </p:nvSpPr>
        <p:spPr>
          <a:xfrm>
            <a:off x="3464507" y="3950681"/>
            <a:ext cx="59743" cy="97444"/>
          </a:xfrm>
          <a:custGeom>
            <a:avLst/>
            <a:gdLst/>
            <a:ahLst/>
            <a:cxnLst/>
            <a:rect l="0" t="0" r="0" b="0"/>
            <a:pathLst>
              <a:path w="59743" h="97444">
                <a:moveTo>
                  <a:pt x="59743" y="97444"/>
                </a:moveTo>
                <a:lnTo>
                  <a:pt x="0" y="0"/>
                </a:lnTo>
              </a:path>
            </a:pathLst>
          </a:custGeom>
          <a:noFill/>
          <a:ln w="38100">
            <a:solidFill>
              <a:srgbClr val="42AFFA"/>
            </a:solidFill>
          </a:ln>
        </p:spPr>
      </p:sp>
      <p:sp>
        <p:nvSpPr>
          <p:cNvPr id="13" name="line-535">
            <a:extLst>
              <a:ext uri="{FF2B5EF4-FFF2-40B4-BE49-F238E27FC236}">
                <a16:creationId xmlns:a16="http://schemas.microsoft.com/office/drawing/2014/main" id="{45A05E31-D7BE-435D-85A5-EAB8A41A76E8}"/>
              </a:ext>
            </a:extLst>
          </p:cNvPr>
          <p:cNvSpPr>
            <a:spLocks noGrp="1"/>
          </p:cNvSpPr>
          <p:nvPr/>
        </p:nvSpPr>
        <p:spPr>
          <a:xfrm>
            <a:off x="3524250" y="3950681"/>
            <a:ext cx="59743" cy="97444"/>
          </a:xfrm>
          <a:custGeom>
            <a:avLst/>
            <a:gdLst/>
            <a:ahLst/>
            <a:cxnLst/>
            <a:rect l="0" t="0" r="0" b="0"/>
            <a:pathLst>
              <a:path w="59743" h="97444">
                <a:moveTo>
                  <a:pt x="0" y="97444"/>
                </a:moveTo>
                <a:lnTo>
                  <a:pt x="59743" y="0"/>
                </a:lnTo>
              </a:path>
            </a:pathLst>
          </a:custGeom>
          <a:noFill/>
          <a:ln w="38100">
            <a:solidFill>
              <a:srgbClr val="42AFFA"/>
            </a:solidFill>
          </a:ln>
        </p:spPr>
      </p:sp>
      <p:sp>
        <p:nvSpPr>
          <p:cNvPr id="14" name="shape-536">
            <a:extLst>
              <a:ext uri="{FF2B5EF4-FFF2-40B4-BE49-F238E27FC236}">
                <a16:creationId xmlns:a16="http://schemas.microsoft.com/office/drawing/2014/main" id="{62CC5349-554D-477E-9666-485FAEFE4347}"/>
              </a:ext>
            </a:extLst>
          </p:cNvPr>
          <p:cNvSpPr>
            <a:spLocks noGrp="1"/>
          </p:cNvSpPr>
          <p:nvPr/>
        </p:nvSpPr>
        <p:spPr>
          <a:xfrm>
            <a:off x="571500" y="4143375"/>
            <a:ext cx="7953375" cy="1000125"/>
          </a:xfrm>
          <a:prstGeom prst="rect">
            <a:avLst/>
          </a:prstGeom>
          <a:solidFill>
            <a:srgbClr val="25282B"/>
          </a:solidFill>
          <a:ln w="0">
            <a:noFill/>
          </a:ln>
        </p:spPr>
      </p:sp>
      <p:sp>
        <p:nvSpPr>
          <p:cNvPr id="15" name="text-537">
            <a:extLst>
              <a:ext uri="{FF2B5EF4-FFF2-40B4-BE49-F238E27FC236}">
                <a16:creationId xmlns:a16="http://schemas.microsoft.com/office/drawing/2014/main" id="{7583463D-C2B6-4C10-B5D4-1CA6F0BBFFE9}"/>
              </a:ext>
            </a:extLst>
          </p:cNvPr>
          <p:cNvSpPr>
            <a:spLocks noGrp="1"/>
          </p:cNvSpPr>
          <p:nvPr/>
        </p:nvSpPr>
        <p:spPr>
          <a:xfrm>
            <a:off x="781050" y="4429125"/>
            <a:ext cx="7572375" cy="523875"/>
          </a:xfrm>
          <a:prstGeom prst="rect">
            <a:avLst/>
          </a:prstGeom>
          <a:noFill/>
          <a:ln w="0">
            <a:noFill/>
          </a:ln>
        </p:spPr>
        <p:txBody>
          <a:bodyPr wrap="none" lIns="0" tIns="0" rIns="0" bIns="0" anchor="t">
            <a:noAutofit/>
          </a:bodyPr>
          <a:lstStyle>
            <a:defPPr algn="l">
              <a:defRPr sz="2325" b="0">
                <a:solidFill>
                  <a:srgbClr val="42AFFA"/>
                </a:solidFill>
                <a:latin typeface="Consolas"/>
                <a:ea typeface="Consolas"/>
                <a:cs typeface="Consolas"/>
              </a:defRPr>
            </a:defPPr>
            <a:lvl1pPr algn="l">
              <a:defRPr sz="2325" b="0">
                <a:solidFill>
                  <a:srgbClr val="42AFFA"/>
                </a:solidFill>
                <a:latin typeface="Consolas"/>
                <a:ea typeface="Consolas"/>
                <a:cs typeface="Consolas"/>
              </a:defRPr>
            </a:lvl1pPr>
            <a:lvl2pPr algn="l">
              <a:defRPr sz="2325" b="0">
                <a:solidFill>
                  <a:srgbClr val="42AFFA"/>
                </a:solidFill>
                <a:latin typeface="Consolas"/>
                <a:ea typeface="Consolas"/>
                <a:cs typeface="Consolas"/>
              </a:defRPr>
            </a:lvl2pPr>
            <a:lvl3pPr algn="l">
              <a:defRPr sz="2325" b="0">
                <a:solidFill>
                  <a:srgbClr val="42AFFA"/>
                </a:solidFill>
                <a:latin typeface="Consolas"/>
                <a:ea typeface="Consolas"/>
                <a:cs typeface="Consolas"/>
              </a:defRPr>
            </a:lvl3pPr>
            <a:lvl4pPr algn="l">
              <a:defRPr sz="2325" b="0">
                <a:solidFill>
                  <a:srgbClr val="42AFFA"/>
                </a:solidFill>
                <a:latin typeface="Consolas"/>
                <a:ea typeface="Consolas"/>
                <a:cs typeface="Consolas"/>
              </a:defRPr>
            </a:lvl4pPr>
            <a:lvl5pPr algn="l">
              <a:defRPr sz="2325" b="0">
                <a:solidFill>
                  <a:srgbClr val="42AFFA"/>
                </a:solidFill>
                <a:latin typeface="Consolas"/>
                <a:ea typeface="Consolas"/>
                <a:cs typeface="Consolas"/>
              </a:defRPr>
            </a:lvl5pPr>
            <a:lvl6pPr algn="l">
              <a:defRPr sz="2325" b="0">
                <a:solidFill>
                  <a:srgbClr val="42AFFA"/>
                </a:solidFill>
                <a:latin typeface="Consolas"/>
                <a:ea typeface="Consolas"/>
                <a:cs typeface="Consolas"/>
              </a:defRPr>
            </a:lvl6pPr>
            <a:lvl7pPr algn="l">
              <a:defRPr sz="2325" b="0">
                <a:solidFill>
                  <a:srgbClr val="42AFFA"/>
                </a:solidFill>
                <a:latin typeface="Consolas"/>
                <a:ea typeface="Consolas"/>
                <a:cs typeface="Consolas"/>
              </a:defRPr>
            </a:lvl7pPr>
            <a:lvl8pPr algn="l">
              <a:defRPr sz="2325" b="0">
                <a:solidFill>
                  <a:srgbClr val="42AFFA"/>
                </a:solidFill>
                <a:latin typeface="Consolas"/>
                <a:ea typeface="Consolas"/>
                <a:cs typeface="Consolas"/>
              </a:defRPr>
            </a:lvl8pPr>
            <a:lvl9pPr algn="l">
              <a:defRPr sz="2325" b="0">
                <a:solidFill>
                  <a:srgbClr val="42AFFA"/>
                </a:solidFill>
                <a:latin typeface="Consolas"/>
                <a:ea typeface="Consolas"/>
                <a:cs typeface="Consolas"/>
              </a:defRPr>
            </a:lvl9pPr>
          </a:lstStyle>
          <a:p>
            <a:pPr algn="l" rtl="0">
              <a:lnSpc>
                <a:spcPct val="108000"/>
              </a:lnSpc>
              <a:buNone/>
              <a:defRPr sz="2325" b="0">
                <a:solidFill>
                  <a:srgbClr val="42AFFA"/>
                </a:solidFill>
                <a:latin typeface="Consolas"/>
                <a:ea typeface="Consolas"/>
                <a:cs typeface="Consolas"/>
              </a:defRPr>
            </a:pPr>
            <a:r>
              <a:rPr lang="en-US" sz="2325" b="0">
                <a:solidFill>
                  <a:srgbClr val="42AFFA"/>
                </a:solidFill>
                <a:latin typeface="Consolas"/>
                <a:ea typeface="Consolas"/>
                <a:cs typeface="Consolas"/>
              </a:rPr>
              <a:t>Assets/Scripts/PlayerController.cs#L20</a:t>
            </a:r>
          </a:p>
        </p:txBody>
      </p:sp>
      <p:sp>
        <p:nvSpPr>
          <p:cNvPr id="16" name="text-538">
            <a:extLst>
              <a:ext uri="{FF2B5EF4-FFF2-40B4-BE49-F238E27FC236}">
                <a16:creationId xmlns:a16="http://schemas.microsoft.com/office/drawing/2014/main" id="{4C87F97B-0387-4319-A253-408BC9910909}"/>
              </a:ext>
            </a:extLst>
          </p:cNvPr>
          <p:cNvSpPr>
            <a:spLocks noGrp="1"/>
          </p:cNvSpPr>
          <p:nvPr/>
        </p:nvSpPr>
        <p:spPr>
          <a:xfrm>
            <a:off x="523875" y="5524500"/>
            <a:ext cx="8096250" cy="666750"/>
          </a:xfrm>
          <a:prstGeom prst="rect">
            <a:avLst/>
          </a:prstGeom>
          <a:noFill/>
          <a:ln w="0">
            <a:noFill/>
          </a:ln>
        </p:spPr>
        <p:txBody>
          <a:bodyPr wrap="square" lIns="0" tIns="0" rIns="0" bIns="0" anchor="t">
            <a:noAutofit/>
          </a:bodyPr>
          <a:lstStyle>
            <a:defPPr algn="r">
              <a:defRPr sz="2550" b="0">
                <a:solidFill>
                  <a:srgbClr val="42AFFA"/>
                </a:solidFill>
                <a:latin typeface="Arial"/>
                <a:ea typeface="Arial"/>
                <a:cs typeface="Arial"/>
              </a:defRPr>
            </a:defPPr>
            <a:lvl1pPr algn="r">
              <a:defRPr sz="2550" b="0">
                <a:solidFill>
                  <a:srgbClr val="42AFFA"/>
                </a:solidFill>
                <a:latin typeface="Arial"/>
                <a:ea typeface="Arial"/>
                <a:cs typeface="Arial"/>
              </a:defRPr>
            </a:lvl1pPr>
            <a:lvl2pPr algn="r">
              <a:defRPr sz="2550" b="0">
                <a:solidFill>
                  <a:srgbClr val="42AFFA"/>
                </a:solidFill>
                <a:latin typeface="Arial"/>
                <a:ea typeface="Arial"/>
                <a:cs typeface="Arial"/>
              </a:defRPr>
            </a:lvl2pPr>
            <a:lvl3pPr algn="r">
              <a:defRPr sz="2550" b="0">
                <a:solidFill>
                  <a:srgbClr val="42AFFA"/>
                </a:solidFill>
                <a:latin typeface="Arial"/>
                <a:ea typeface="Arial"/>
                <a:cs typeface="Arial"/>
              </a:defRPr>
            </a:lvl3pPr>
            <a:lvl4pPr algn="r">
              <a:defRPr sz="2550" b="0">
                <a:solidFill>
                  <a:srgbClr val="42AFFA"/>
                </a:solidFill>
                <a:latin typeface="Arial"/>
                <a:ea typeface="Arial"/>
                <a:cs typeface="Arial"/>
              </a:defRPr>
            </a:lvl4pPr>
            <a:lvl5pPr algn="r">
              <a:defRPr sz="2550" b="0">
                <a:solidFill>
                  <a:srgbClr val="42AFFA"/>
                </a:solidFill>
                <a:latin typeface="Arial"/>
                <a:ea typeface="Arial"/>
                <a:cs typeface="Arial"/>
              </a:defRPr>
            </a:lvl5pPr>
            <a:lvl6pPr algn="r">
              <a:defRPr sz="2550" b="0">
                <a:solidFill>
                  <a:srgbClr val="42AFFA"/>
                </a:solidFill>
                <a:latin typeface="Arial"/>
                <a:ea typeface="Arial"/>
                <a:cs typeface="Arial"/>
              </a:defRPr>
            </a:lvl6pPr>
            <a:lvl7pPr algn="r">
              <a:defRPr sz="2550" b="0">
                <a:solidFill>
                  <a:srgbClr val="42AFFA"/>
                </a:solidFill>
                <a:latin typeface="Arial"/>
                <a:ea typeface="Arial"/>
                <a:cs typeface="Arial"/>
              </a:defRPr>
            </a:lvl7pPr>
            <a:lvl8pPr algn="r">
              <a:defRPr sz="2550" b="0">
                <a:solidFill>
                  <a:srgbClr val="42AFFA"/>
                </a:solidFill>
                <a:latin typeface="Arial"/>
                <a:ea typeface="Arial"/>
                <a:cs typeface="Arial"/>
              </a:defRPr>
            </a:lvl8pPr>
            <a:lvl9pPr algn="r">
              <a:defRPr sz="2550" b="0">
                <a:solidFill>
                  <a:srgbClr val="42AFFA"/>
                </a:solidFill>
                <a:latin typeface="Arial"/>
                <a:ea typeface="Arial"/>
                <a:cs typeface="Arial"/>
              </a:defRPr>
            </a:lvl9pPr>
          </a:lstStyle>
          <a:p>
            <a:pPr algn="r" rtl="1">
              <a:lnSpc>
                <a:spcPct val="108000"/>
              </a:lnSpc>
              <a:buNone/>
              <a:defRPr sz="2550" b="0">
                <a:solidFill>
                  <a:srgbClr val="42AFFA"/>
                </a:solidFill>
                <a:latin typeface="Arial"/>
                <a:ea typeface="Arial"/>
                <a:cs typeface="Arial"/>
              </a:defRPr>
            </a:pPr>
            <a:r>
              <a:rPr lang="he-IL" sz="2550" b="0">
                <a:solidFill>
                  <a:srgbClr val="42AFFA"/>
                </a:solidFill>
                <a:latin typeface="Arial"/>
                <a:ea typeface="Arial"/>
                <a:cs typeface="Arial"/>
              </a:rPr>
              <a:t>מצרפים קישור לשורות שמממשות את ההסבר</a:t>
            </a:r>
          </a:p>
        </p:txBody>
      </p:sp>
    </p:spTree>
    <p:extLst>
      <p:ext uri="{BB962C8B-B14F-4D97-AF65-F5344CB8AC3E}">
        <p14:creationId xmlns:p14="http://schemas.microsoft.com/office/powerpoint/2010/main" val="114287150"/>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31" name="text-539">
            <a:extLst>
              <a:ext uri="{FF2B5EF4-FFF2-40B4-BE49-F238E27FC236}">
                <a16:creationId xmlns:a16="http://schemas.microsoft.com/office/drawing/2014/main" id="{94F33FD8-6DC3-40AC-9441-A2BF04A74F9B}"/>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קרדיטים</a:t>
            </a:r>
          </a:p>
        </p:txBody>
      </p:sp>
      <p:sp>
        <p:nvSpPr>
          <p:cNvPr id="2" name="text-540">
            <a:extLst>
              <a:ext uri="{FF2B5EF4-FFF2-40B4-BE49-F238E27FC236}">
                <a16:creationId xmlns:a16="http://schemas.microsoft.com/office/drawing/2014/main" id="{F7F634E7-C433-44DE-8EAE-C8B20E481A79}"/>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35</a:t>
            </a:r>
          </a:p>
        </p:txBody>
      </p:sp>
      <p:sp>
        <p:nvSpPr>
          <p:cNvPr id="3" name="shape-541">
            <a:extLst>
              <a:ext uri="{FF2B5EF4-FFF2-40B4-BE49-F238E27FC236}">
                <a16:creationId xmlns:a16="http://schemas.microsoft.com/office/drawing/2014/main" id="{1FFA1126-AA4E-4015-8C43-B4FEA0FC67CD}"/>
              </a:ext>
            </a:extLst>
          </p:cNvPr>
          <p:cNvSpPr>
            <a:spLocks noGrp="1"/>
          </p:cNvSpPr>
          <p:nvPr/>
        </p:nvSpPr>
        <p:spPr>
          <a:xfrm>
            <a:off x="3143250" y="2667000"/>
            <a:ext cx="2857500" cy="1143000"/>
          </a:xfrm>
          <a:prstGeom prst="rect">
            <a:avLst/>
          </a:prstGeom>
          <a:solidFill>
            <a:srgbClr val="25282B"/>
          </a:solidFill>
          <a:ln w="19050">
            <a:solidFill>
              <a:srgbClr val="88FF88"/>
            </a:solidFill>
          </a:ln>
        </p:spPr>
      </p:sp>
      <p:sp>
        <p:nvSpPr>
          <p:cNvPr id="4" name="text-542">
            <a:extLst>
              <a:ext uri="{FF2B5EF4-FFF2-40B4-BE49-F238E27FC236}">
                <a16:creationId xmlns:a16="http://schemas.microsoft.com/office/drawing/2014/main" id="{94E48574-DE01-4889-931F-C49CD8727E08}"/>
              </a:ext>
            </a:extLst>
          </p:cNvPr>
          <p:cNvSpPr>
            <a:spLocks noGrp="1"/>
          </p:cNvSpPr>
          <p:nvPr/>
        </p:nvSpPr>
        <p:spPr>
          <a:xfrm>
            <a:off x="3276600" y="2838450"/>
            <a:ext cx="2590800" cy="990600"/>
          </a:xfrm>
          <a:prstGeom prst="rect">
            <a:avLst/>
          </a:prstGeom>
          <a:noFill/>
          <a:ln w="0">
            <a:noFill/>
          </a:ln>
        </p:spPr>
        <p:txBody>
          <a:bodyPr wrap="square" lIns="0" tIns="0" rIns="0" bIns="0" anchor="t">
            <a:noAutofit/>
          </a:bodyPr>
          <a:lstStyle>
            <a:defPPr algn="ctr">
              <a:defRPr sz="2625" b="0">
                <a:solidFill>
                  <a:srgbClr val="F7F7F7"/>
                </a:solidFill>
                <a:latin typeface="Arial"/>
                <a:ea typeface="Arial"/>
                <a:cs typeface="Arial"/>
              </a:defRPr>
            </a:defPPr>
            <a:lvl1pPr algn="ctr">
              <a:defRPr sz="2625" b="0">
                <a:solidFill>
                  <a:srgbClr val="F7F7F7"/>
                </a:solidFill>
                <a:latin typeface="Arial"/>
                <a:ea typeface="Arial"/>
                <a:cs typeface="Arial"/>
              </a:defRPr>
            </a:lvl1pPr>
            <a:lvl2pPr algn="ctr">
              <a:defRPr sz="2625" b="0">
                <a:solidFill>
                  <a:srgbClr val="F7F7F7"/>
                </a:solidFill>
                <a:latin typeface="Arial"/>
                <a:ea typeface="Arial"/>
                <a:cs typeface="Arial"/>
              </a:defRPr>
            </a:lvl2pPr>
            <a:lvl3pPr algn="ctr">
              <a:defRPr sz="2625" b="0">
                <a:solidFill>
                  <a:srgbClr val="F7F7F7"/>
                </a:solidFill>
                <a:latin typeface="Arial"/>
                <a:ea typeface="Arial"/>
                <a:cs typeface="Arial"/>
              </a:defRPr>
            </a:lvl3pPr>
            <a:lvl4pPr algn="ctr">
              <a:defRPr sz="2625" b="0">
                <a:solidFill>
                  <a:srgbClr val="F7F7F7"/>
                </a:solidFill>
                <a:latin typeface="Arial"/>
                <a:ea typeface="Arial"/>
                <a:cs typeface="Arial"/>
              </a:defRPr>
            </a:lvl4pPr>
            <a:lvl5pPr algn="ctr">
              <a:defRPr sz="2625" b="0">
                <a:solidFill>
                  <a:srgbClr val="F7F7F7"/>
                </a:solidFill>
                <a:latin typeface="Arial"/>
                <a:ea typeface="Arial"/>
                <a:cs typeface="Arial"/>
              </a:defRPr>
            </a:lvl5pPr>
            <a:lvl6pPr algn="ctr">
              <a:defRPr sz="2625" b="0">
                <a:solidFill>
                  <a:srgbClr val="F7F7F7"/>
                </a:solidFill>
                <a:latin typeface="Arial"/>
                <a:ea typeface="Arial"/>
                <a:cs typeface="Arial"/>
              </a:defRPr>
            </a:lvl6pPr>
            <a:lvl7pPr algn="ctr">
              <a:defRPr sz="2625" b="0">
                <a:solidFill>
                  <a:srgbClr val="F7F7F7"/>
                </a:solidFill>
                <a:latin typeface="Arial"/>
                <a:ea typeface="Arial"/>
                <a:cs typeface="Arial"/>
              </a:defRPr>
            </a:lvl7pPr>
            <a:lvl8pPr algn="ctr">
              <a:defRPr sz="2625" b="0">
                <a:solidFill>
                  <a:srgbClr val="F7F7F7"/>
                </a:solidFill>
                <a:latin typeface="Arial"/>
                <a:ea typeface="Arial"/>
                <a:cs typeface="Arial"/>
              </a:defRPr>
            </a:lvl8pPr>
            <a:lvl9pPr algn="ctr">
              <a:defRPr sz="2625" b="0">
                <a:solidFill>
                  <a:srgbClr val="F7F7F7"/>
                </a:solidFill>
                <a:latin typeface="Arial"/>
                <a:ea typeface="Arial"/>
                <a:cs typeface="Arial"/>
              </a:defRPr>
            </a:lvl9pPr>
          </a:lstStyle>
          <a:p>
            <a:pPr algn="ctr" rtl="1">
              <a:lnSpc>
                <a:spcPct val="108000"/>
              </a:lnSpc>
              <a:buNone/>
              <a:defRPr sz="2625" b="0">
                <a:solidFill>
                  <a:srgbClr val="F7F7F7"/>
                </a:solidFill>
                <a:latin typeface="Arial"/>
                <a:ea typeface="Arial"/>
                <a:cs typeface="Arial"/>
              </a:defRPr>
            </a:pPr>
            <a:r>
              <a:rPr lang="he-IL" sz="2625" b="0">
                <a:solidFill>
                  <a:srgbClr val="F7F7F7"/>
                </a:solidFill>
                <a:latin typeface="Arial"/>
                <a:ea typeface="Arial"/>
                <a:cs typeface="Arial"/>
              </a:rPr>
              <a:t>מי עזר ליצור</a:t>
            </a:r>
          </a:p>
          <a:p>
            <a:pPr algn="ctr" rtl="1">
              <a:lnSpc>
                <a:spcPct val="108000"/>
              </a:lnSpc>
              <a:buNone/>
              <a:defRPr sz="2625" b="0">
                <a:solidFill>
                  <a:srgbClr val="F7F7F7"/>
                </a:solidFill>
                <a:latin typeface="Arial"/>
                <a:ea typeface="Arial"/>
                <a:cs typeface="Arial"/>
              </a:defRPr>
            </a:pPr>
            <a:r>
              <a:rPr lang="he-IL" sz="2625" b="0">
                <a:solidFill>
                  <a:srgbClr val="F7F7F7"/>
                </a:solidFill>
                <a:latin typeface="Arial"/>
                <a:ea typeface="Arial"/>
                <a:cs typeface="Arial"/>
              </a:rPr>
              <a:t>את המשחק?</a:t>
            </a:r>
          </a:p>
        </p:txBody>
      </p:sp>
      <p:sp>
        <p:nvSpPr>
          <p:cNvPr id="5" name="shape-543">
            <a:extLst>
              <a:ext uri="{FF2B5EF4-FFF2-40B4-BE49-F238E27FC236}">
                <a16:creationId xmlns:a16="http://schemas.microsoft.com/office/drawing/2014/main" id="{CA041F41-1DDE-4E1E-A13C-6D0D83213C98}"/>
              </a:ext>
            </a:extLst>
          </p:cNvPr>
          <p:cNvSpPr>
            <a:spLocks noGrp="1"/>
          </p:cNvSpPr>
          <p:nvPr/>
        </p:nvSpPr>
        <p:spPr>
          <a:xfrm>
            <a:off x="714375" y="1524000"/>
            <a:ext cx="2428875" cy="714375"/>
          </a:xfrm>
          <a:prstGeom prst="rect">
            <a:avLst/>
          </a:prstGeom>
          <a:solidFill>
            <a:srgbClr val="25282B"/>
          </a:solidFill>
          <a:ln w="19050">
            <a:solidFill>
              <a:srgbClr val="42AFFA"/>
            </a:solidFill>
          </a:ln>
        </p:spPr>
      </p:sp>
      <p:sp>
        <p:nvSpPr>
          <p:cNvPr id="6" name="text-544">
            <a:extLst>
              <a:ext uri="{FF2B5EF4-FFF2-40B4-BE49-F238E27FC236}">
                <a16:creationId xmlns:a16="http://schemas.microsoft.com/office/drawing/2014/main" id="{229608F8-08D9-4FC8-909A-68AD22FBCE50}"/>
              </a:ext>
            </a:extLst>
          </p:cNvPr>
          <p:cNvSpPr>
            <a:spLocks noGrp="1"/>
          </p:cNvSpPr>
          <p:nvPr/>
        </p:nvSpPr>
        <p:spPr>
          <a:xfrm>
            <a:off x="847725" y="1698308"/>
            <a:ext cx="2162175" cy="561975"/>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תמונות</a:t>
            </a:r>
          </a:p>
        </p:txBody>
      </p:sp>
      <p:sp>
        <p:nvSpPr>
          <p:cNvPr id="7" name="line-545">
            <a:extLst>
              <a:ext uri="{FF2B5EF4-FFF2-40B4-BE49-F238E27FC236}">
                <a16:creationId xmlns:a16="http://schemas.microsoft.com/office/drawing/2014/main" id="{692F9E74-798D-4402-ADD7-633EFD1CBE4C}"/>
              </a:ext>
            </a:extLst>
          </p:cNvPr>
          <p:cNvSpPr>
            <a:spLocks noGrp="1"/>
          </p:cNvSpPr>
          <p:nvPr/>
        </p:nvSpPr>
        <p:spPr>
          <a:xfrm>
            <a:off x="2000250" y="2238375"/>
            <a:ext cx="1143000" cy="428625"/>
          </a:xfrm>
          <a:custGeom>
            <a:avLst/>
            <a:gdLst/>
            <a:ahLst/>
            <a:cxnLst/>
            <a:rect l="0" t="0" r="0" b="0"/>
            <a:pathLst>
              <a:path w="1143000" h="428625">
                <a:moveTo>
                  <a:pt x="1143000" y="428625"/>
                </a:moveTo>
                <a:lnTo>
                  <a:pt x="0" y="0"/>
                </a:lnTo>
              </a:path>
            </a:pathLst>
          </a:custGeom>
          <a:noFill/>
          <a:ln w="38100">
            <a:solidFill>
              <a:srgbClr val="42AFFA"/>
            </a:solidFill>
          </a:ln>
        </p:spPr>
      </p:sp>
      <p:sp>
        <p:nvSpPr>
          <p:cNvPr id="8" name="line-546">
            <a:extLst>
              <a:ext uri="{FF2B5EF4-FFF2-40B4-BE49-F238E27FC236}">
                <a16:creationId xmlns:a16="http://schemas.microsoft.com/office/drawing/2014/main" id="{5E9076B9-560E-48E9-A99C-EFD7B3928836}"/>
              </a:ext>
            </a:extLst>
          </p:cNvPr>
          <p:cNvSpPr>
            <a:spLocks noGrp="1"/>
          </p:cNvSpPr>
          <p:nvPr/>
        </p:nvSpPr>
        <p:spPr>
          <a:xfrm>
            <a:off x="2000250" y="2216650"/>
            <a:ext cx="112216" cy="21725"/>
          </a:xfrm>
          <a:custGeom>
            <a:avLst/>
            <a:gdLst/>
            <a:ahLst/>
            <a:cxnLst/>
            <a:rect l="0" t="0" r="0" b="0"/>
            <a:pathLst>
              <a:path w="112216" h="21725">
                <a:moveTo>
                  <a:pt x="0" y="21725"/>
                </a:moveTo>
                <a:lnTo>
                  <a:pt x="112216" y="0"/>
                </a:lnTo>
              </a:path>
            </a:pathLst>
          </a:custGeom>
          <a:noFill/>
          <a:ln w="38100">
            <a:solidFill>
              <a:srgbClr val="42AFFA"/>
            </a:solidFill>
          </a:ln>
        </p:spPr>
      </p:sp>
      <p:sp>
        <p:nvSpPr>
          <p:cNvPr id="9" name="line-547">
            <a:extLst>
              <a:ext uri="{FF2B5EF4-FFF2-40B4-BE49-F238E27FC236}">
                <a16:creationId xmlns:a16="http://schemas.microsoft.com/office/drawing/2014/main" id="{9B83B82E-0AB5-4948-8CF7-93995287C509}"/>
              </a:ext>
            </a:extLst>
          </p:cNvPr>
          <p:cNvSpPr>
            <a:spLocks noGrp="1"/>
          </p:cNvSpPr>
          <p:nvPr/>
        </p:nvSpPr>
        <p:spPr>
          <a:xfrm>
            <a:off x="2000250" y="2238375"/>
            <a:ext cx="70262" cy="90154"/>
          </a:xfrm>
          <a:custGeom>
            <a:avLst/>
            <a:gdLst/>
            <a:ahLst/>
            <a:cxnLst/>
            <a:rect l="0" t="0" r="0" b="0"/>
            <a:pathLst>
              <a:path w="70262" h="90154">
                <a:moveTo>
                  <a:pt x="0" y="0"/>
                </a:moveTo>
                <a:lnTo>
                  <a:pt x="70262" y="90154"/>
                </a:lnTo>
              </a:path>
            </a:pathLst>
          </a:custGeom>
          <a:noFill/>
          <a:ln w="38100">
            <a:solidFill>
              <a:srgbClr val="42AFFA"/>
            </a:solidFill>
          </a:ln>
        </p:spPr>
      </p:sp>
      <p:sp>
        <p:nvSpPr>
          <p:cNvPr id="10" name="shape-548">
            <a:extLst>
              <a:ext uri="{FF2B5EF4-FFF2-40B4-BE49-F238E27FC236}">
                <a16:creationId xmlns:a16="http://schemas.microsoft.com/office/drawing/2014/main" id="{89650F38-3087-4D83-9C6F-CAB1A67035D8}"/>
              </a:ext>
            </a:extLst>
          </p:cNvPr>
          <p:cNvSpPr>
            <a:spLocks noGrp="1"/>
          </p:cNvSpPr>
          <p:nvPr/>
        </p:nvSpPr>
        <p:spPr>
          <a:xfrm>
            <a:off x="6096000" y="1524000"/>
            <a:ext cx="2428875" cy="714375"/>
          </a:xfrm>
          <a:prstGeom prst="rect">
            <a:avLst/>
          </a:prstGeom>
          <a:solidFill>
            <a:srgbClr val="25282B"/>
          </a:solidFill>
          <a:ln w="19050">
            <a:solidFill>
              <a:srgbClr val="42AFFA"/>
            </a:solidFill>
          </a:ln>
        </p:spPr>
      </p:sp>
      <p:sp>
        <p:nvSpPr>
          <p:cNvPr id="11" name="text-549">
            <a:extLst>
              <a:ext uri="{FF2B5EF4-FFF2-40B4-BE49-F238E27FC236}">
                <a16:creationId xmlns:a16="http://schemas.microsoft.com/office/drawing/2014/main" id="{0F4E2657-8499-4E11-8C44-6AA6586F60F4}"/>
              </a:ext>
            </a:extLst>
          </p:cNvPr>
          <p:cNvSpPr>
            <a:spLocks noGrp="1"/>
          </p:cNvSpPr>
          <p:nvPr/>
        </p:nvSpPr>
        <p:spPr>
          <a:xfrm>
            <a:off x="6229350" y="1698308"/>
            <a:ext cx="2162175" cy="561975"/>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צלילים</a:t>
            </a:r>
          </a:p>
        </p:txBody>
      </p:sp>
      <p:sp>
        <p:nvSpPr>
          <p:cNvPr id="12" name="line-550">
            <a:extLst>
              <a:ext uri="{FF2B5EF4-FFF2-40B4-BE49-F238E27FC236}">
                <a16:creationId xmlns:a16="http://schemas.microsoft.com/office/drawing/2014/main" id="{112C43B6-FE99-432C-9608-240C6144E926}"/>
              </a:ext>
            </a:extLst>
          </p:cNvPr>
          <p:cNvSpPr>
            <a:spLocks noGrp="1"/>
          </p:cNvSpPr>
          <p:nvPr/>
        </p:nvSpPr>
        <p:spPr>
          <a:xfrm>
            <a:off x="6000750" y="2238375"/>
            <a:ext cx="1285875" cy="428625"/>
          </a:xfrm>
          <a:custGeom>
            <a:avLst/>
            <a:gdLst/>
            <a:ahLst/>
            <a:cxnLst/>
            <a:rect l="0" t="0" r="0" b="0"/>
            <a:pathLst>
              <a:path w="1285875" h="428625">
                <a:moveTo>
                  <a:pt x="0" y="428625"/>
                </a:moveTo>
                <a:lnTo>
                  <a:pt x="1285875" y="0"/>
                </a:lnTo>
              </a:path>
            </a:pathLst>
          </a:custGeom>
          <a:noFill/>
          <a:ln w="38100">
            <a:solidFill>
              <a:srgbClr val="42AFFA"/>
            </a:solidFill>
          </a:ln>
        </p:spPr>
      </p:sp>
      <p:sp>
        <p:nvSpPr>
          <p:cNvPr id="13" name="line-551">
            <a:extLst>
              <a:ext uri="{FF2B5EF4-FFF2-40B4-BE49-F238E27FC236}">
                <a16:creationId xmlns:a16="http://schemas.microsoft.com/office/drawing/2014/main" id="{130293FC-B186-492D-A06C-80C09D2FD05D}"/>
              </a:ext>
            </a:extLst>
          </p:cNvPr>
          <p:cNvSpPr>
            <a:spLocks noGrp="1"/>
          </p:cNvSpPr>
          <p:nvPr/>
        </p:nvSpPr>
        <p:spPr>
          <a:xfrm>
            <a:off x="7213074" y="2238375"/>
            <a:ext cx="73551" cy="87492"/>
          </a:xfrm>
          <a:custGeom>
            <a:avLst/>
            <a:gdLst/>
            <a:ahLst/>
            <a:cxnLst/>
            <a:rect l="0" t="0" r="0" b="0"/>
            <a:pathLst>
              <a:path w="73551" h="87492">
                <a:moveTo>
                  <a:pt x="73551" y="0"/>
                </a:moveTo>
                <a:lnTo>
                  <a:pt x="0" y="87492"/>
                </a:lnTo>
              </a:path>
            </a:pathLst>
          </a:custGeom>
          <a:noFill/>
          <a:ln w="38100">
            <a:solidFill>
              <a:srgbClr val="42AFFA"/>
            </a:solidFill>
          </a:ln>
        </p:spPr>
      </p:sp>
      <p:sp>
        <p:nvSpPr>
          <p:cNvPr id="14" name="line-552">
            <a:extLst>
              <a:ext uri="{FF2B5EF4-FFF2-40B4-BE49-F238E27FC236}">
                <a16:creationId xmlns:a16="http://schemas.microsoft.com/office/drawing/2014/main" id="{FDA3E0EA-7476-4666-84CE-EA494C4E6941}"/>
              </a:ext>
            </a:extLst>
          </p:cNvPr>
          <p:cNvSpPr>
            <a:spLocks noGrp="1"/>
          </p:cNvSpPr>
          <p:nvPr/>
        </p:nvSpPr>
        <p:spPr>
          <a:xfrm>
            <a:off x="7175289" y="2212512"/>
            <a:ext cx="111336" cy="25863"/>
          </a:xfrm>
          <a:custGeom>
            <a:avLst/>
            <a:gdLst/>
            <a:ahLst/>
            <a:cxnLst/>
            <a:rect l="0" t="0" r="0" b="0"/>
            <a:pathLst>
              <a:path w="111336" h="25863">
                <a:moveTo>
                  <a:pt x="111336" y="25863"/>
                </a:moveTo>
                <a:lnTo>
                  <a:pt x="0" y="0"/>
                </a:lnTo>
              </a:path>
            </a:pathLst>
          </a:custGeom>
          <a:noFill/>
          <a:ln w="38100">
            <a:solidFill>
              <a:srgbClr val="42AFFA"/>
            </a:solidFill>
          </a:ln>
        </p:spPr>
      </p:sp>
      <p:sp>
        <p:nvSpPr>
          <p:cNvPr id="15" name="shape-553">
            <a:extLst>
              <a:ext uri="{FF2B5EF4-FFF2-40B4-BE49-F238E27FC236}">
                <a16:creationId xmlns:a16="http://schemas.microsoft.com/office/drawing/2014/main" id="{4D6ED5A0-025E-4B02-9755-FA08880A253B}"/>
              </a:ext>
            </a:extLst>
          </p:cNvPr>
          <p:cNvSpPr>
            <a:spLocks noGrp="1"/>
          </p:cNvSpPr>
          <p:nvPr/>
        </p:nvSpPr>
        <p:spPr>
          <a:xfrm>
            <a:off x="619125" y="4286250"/>
            <a:ext cx="2428875" cy="714375"/>
          </a:xfrm>
          <a:prstGeom prst="rect">
            <a:avLst/>
          </a:prstGeom>
          <a:solidFill>
            <a:srgbClr val="25282B"/>
          </a:solidFill>
          <a:ln w="19050">
            <a:solidFill>
              <a:srgbClr val="8888FF"/>
            </a:solidFill>
          </a:ln>
        </p:spPr>
      </p:sp>
      <p:sp>
        <p:nvSpPr>
          <p:cNvPr id="16" name="text-554">
            <a:extLst>
              <a:ext uri="{FF2B5EF4-FFF2-40B4-BE49-F238E27FC236}">
                <a16:creationId xmlns:a16="http://schemas.microsoft.com/office/drawing/2014/main" id="{53400BC8-C980-4D29-B597-2A0D6C34C3DC}"/>
              </a:ext>
            </a:extLst>
          </p:cNvPr>
          <p:cNvSpPr>
            <a:spLocks noGrp="1"/>
          </p:cNvSpPr>
          <p:nvPr/>
        </p:nvSpPr>
        <p:spPr>
          <a:xfrm>
            <a:off x="752475" y="4460558"/>
            <a:ext cx="2162175" cy="561975"/>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נכסים</a:t>
            </a:r>
          </a:p>
        </p:txBody>
      </p:sp>
      <p:sp>
        <p:nvSpPr>
          <p:cNvPr id="17" name="line-555">
            <a:extLst>
              <a:ext uri="{FF2B5EF4-FFF2-40B4-BE49-F238E27FC236}">
                <a16:creationId xmlns:a16="http://schemas.microsoft.com/office/drawing/2014/main" id="{91C7C865-3805-4D86-89E3-FD1199F54348}"/>
              </a:ext>
            </a:extLst>
          </p:cNvPr>
          <p:cNvSpPr>
            <a:spLocks noGrp="1"/>
          </p:cNvSpPr>
          <p:nvPr/>
        </p:nvSpPr>
        <p:spPr>
          <a:xfrm>
            <a:off x="1905000" y="3810000"/>
            <a:ext cx="1238250" cy="476250"/>
          </a:xfrm>
          <a:custGeom>
            <a:avLst/>
            <a:gdLst/>
            <a:ahLst/>
            <a:cxnLst/>
            <a:rect l="0" t="0" r="0" b="0"/>
            <a:pathLst>
              <a:path w="1238250" h="476250">
                <a:moveTo>
                  <a:pt x="1238250" y="0"/>
                </a:moveTo>
                <a:lnTo>
                  <a:pt x="0" y="476250"/>
                </a:lnTo>
              </a:path>
            </a:pathLst>
          </a:custGeom>
          <a:noFill/>
          <a:ln w="38100">
            <a:solidFill>
              <a:srgbClr val="8888FF"/>
            </a:solidFill>
          </a:ln>
        </p:spPr>
      </p:sp>
      <p:sp>
        <p:nvSpPr>
          <p:cNvPr id="18" name="line-556">
            <a:extLst>
              <a:ext uri="{FF2B5EF4-FFF2-40B4-BE49-F238E27FC236}">
                <a16:creationId xmlns:a16="http://schemas.microsoft.com/office/drawing/2014/main" id="{63DA05D7-F1E3-4E1F-8FF8-0E8FE640FF13}"/>
              </a:ext>
            </a:extLst>
          </p:cNvPr>
          <p:cNvSpPr>
            <a:spLocks noGrp="1"/>
          </p:cNvSpPr>
          <p:nvPr/>
        </p:nvSpPr>
        <p:spPr>
          <a:xfrm>
            <a:off x="1905000" y="4195509"/>
            <a:ext cx="69502" cy="90741"/>
          </a:xfrm>
          <a:custGeom>
            <a:avLst/>
            <a:gdLst/>
            <a:ahLst/>
            <a:cxnLst/>
            <a:rect l="0" t="0" r="0" b="0"/>
            <a:pathLst>
              <a:path w="69502" h="90741">
                <a:moveTo>
                  <a:pt x="0" y="90741"/>
                </a:moveTo>
                <a:lnTo>
                  <a:pt x="69502" y="0"/>
                </a:lnTo>
              </a:path>
            </a:pathLst>
          </a:custGeom>
          <a:noFill/>
          <a:ln w="38100">
            <a:solidFill>
              <a:srgbClr val="8888FF"/>
            </a:solidFill>
          </a:ln>
        </p:spPr>
      </p:sp>
      <p:sp>
        <p:nvSpPr>
          <p:cNvPr id="19" name="line-557">
            <a:extLst>
              <a:ext uri="{FF2B5EF4-FFF2-40B4-BE49-F238E27FC236}">
                <a16:creationId xmlns:a16="http://schemas.microsoft.com/office/drawing/2014/main" id="{A364D512-29B8-4FEB-85C8-D52E6F1C01FA}"/>
              </a:ext>
            </a:extLst>
          </p:cNvPr>
          <p:cNvSpPr>
            <a:spLocks noGrp="1"/>
          </p:cNvSpPr>
          <p:nvPr/>
        </p:nvSpPr>
        <p:spPr>
          <a:xfrm>
            <a:off x="1905000" y="4286250"/>
            <a:ext cx="112395" cy="20781"/>
          </a:xfrm>
          <a:custGeom>
            <a:avLst/>
            <a:gdLst/>
            <a:ahLst/>
            <a:cxnLst/>
            <a:rect l="0" t="0" r="0" b="0"/>
            <a:pathLst>
              <a:path w="112395" h="20781">
                <a:moveTo>
                  <a:pt x="0" y="0"/>
                </a:moveTo>
                <a:lnTo>
                  <a:pt x="112395" y="20781"/>
                </a:lnTo>
              </a:path>
            </a:pathLst>
          </a:custGeom>
          <a:noFill/>
          <a:ln w="38100">
            <a:solidFill>
              <a:srgbClr val="8888FF"/>
            </a:solidFill>
          </a:ln>
        </p:spPr>
      </p:sp>
      <p:sp>
        <p:nvSpPr>
          <p:cNvPr id="20" name="shape-558">
            <a:extLst>
              <a:ext uri="{FF2B5EF4-FFF2-40B4-BE49-F238E27FC236}">
                <a16:creationId xmlns:a16="http://schemas.microsoft.com/office/drawing/2014/main" id="{99E62567-56BA-4A32-B8EA-9C449FFC2510}"/>
              </a:ext>
            </a:extLst>
          </p:cNvPr>
          <p:cNvSpPr>
            <a:spLocks noGrp="1"/>
          </p:cNvSpPr>
          <p:nvPr/>
        </p:nvSpPr>
        <p:spPr>
          <a:xfrm>
            <a:off x="6096000" y="4286250"/>
            <a:ext cx="2428875" cy="714375"/>
          </a:xfrm>
          <a:prstGeom prst="rect">
            <a:avLst/>
          </a:prstGeom>
          <a:solidFill>
            <a:srgbClr val="25282B"/>
          </a:solidFill>
          <a:ln w="19050">
            <a:solidFill>
              <a:srgbClr val="8888FF"/>
            </a:solidFill>
          </a:ln>
        </p:spPr>
      </p:sp>
      <p:sp>
        <p:nvSpPr>
          <p:cNvPr id="21" name="text-559">
            <a:extLst>
              <a:ext uri="{FF2B5EF4-FFF2-40B4-BE49-F238E27FC236}">
                <a16:creationId xmlns:a16="http://schemas.microsoft.com/office/drawing/2014/main" id="{F2462F5C-A80A-4D9C-96E4-EB0DF9014EF0}"/>
              </a:ext>
            </a:extLst>
          </p:cNvPr>
          <p:cNvSpPr>
            <a:spLocks noGrp="1"/>
          </p:cNvSpPr>
          <p:nvPr/>
        </p:nvSpPr>
        <p:spPr>
          <a:xfrm>
            <a:off x="6229350" y="4460558"/>
            <a:ext cx="2162175" cy="561975"/>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מדריכים</a:t>
            </a:r>
          </a:p>
        </p:txBody>
      </p:sp>
      <p:sp>
        <p:nvSpPr>
          <p:cNvPr id="22" name="line-560">
            <a:extLst>
              <a:ext uri="{FF2B5EF4-FFF2-40B4-BE49-F238E27FC236}">
                <a16:creationId xmlns:a16="http://schemas.microsoft.com/office/drawing/2014/main" id="{6525C3D2-0FF3-4723-93B0-10E634BC9CD1}"/>
              </a:ext>
            </a:extLst>
          </p:cNvPr>
          <p:cNvSpPr>
            <a:spLocks noGrp="1"/>
          </p:cNvSpPr>
          <p:nvPr/>
        </p:nvSpPr>
        <p:spPr>
          <a:xfrm>
            <a:off x="6000750" y="3810000"/>
            <a:ext cx="1285875" cy="476250"/>
          </a:xfrm>
          <a:custGeom>
            <a:avLst/>
            <a:gdLst/>
            <a:ahLst/>
            <a:cxnLst/>
            <a:rect l="0" t="0" r="0" b="0"/>
            <a:pathLst>
              <a:path w="1285875" h="476250">
                <a:moveTo>
                  <a:pt x="0" y="0"/>
                </a:moveTo>
                <a:lnTo>
                  <a:pt x="1285875" y="476250"/>
                </a:lnTo>
              </a:path>
            </a:pathLst>
          </a:custGeom>
          <a:noFill/>
          <a:ln w="38100">
            <a:solidFill>
              <a:srgbClr val="8888FF"/>
            </a:solidFill>
          </a:ln>
        </p:spPr>
      </p:sp>
      <p:sp>
        <p:nvSpPr>
          <p:cNvPr id="23" name="line-561">
            <a:extLst>
              <a:ext uri="{FF2B5EF4-FFF2-40B4-BE49-F238E27FC236}">
                <a16:creationId xmlns:a16="http://schemas.microsoft.com/office/drawing/2014/main" id="{3BD47FAC-F853-406E-B6DC-C56C231569A5}"/>
              </a:ext>
            </a:extLst>
          </p:cNvPr>
          <p:cNvSpPr>
            <a:spLocks noGrp="1"/>
          </p:cNvSpPr>
          <p:nvPr/>
        </p:nvSpPr>
        <p:spPr>
          <a:xfrm>
            <a:off x="7174498" y="4286250"/>
            <a:ext cx="112127" cy="22181"/>
          </a:xfrm>
          <a:custGeom>
            <a:avLst/>
            <a:gdLst/>
            <a:ahLst/>
            <a:cxnLst/>
            <a:rect l="0" t="0" r="0" b="0"/>
            <a:pathLst>
              <a:path w="112127" h="22181">
                <a:moveTo>
                  <a:pt x="112127" y="0"/>
                </a:moveTo>
                <a:lnTo>
                  <a:pt x="0" y="22181"/>
                </a:lnTo>
              </a:path>
            </a:pathLst>
          </a:custGeom>
          <a:noFill/>
          <a:ln w="38100">
            <a:solidFill>
              <a:srgbClr val="8888FF"/>
            </a:solidFill>
          </a:ln>
        </p:spPr>
      </p:sp>
      <p:sp>
        <p:nvSpPr>
          <p:cNvPr id="24" name="line-562">
            <a:extLst>
              <a:ext uri="{FF2B5EF4-FFF2-40B4-BE49-F238E27FC236}">
                <a16:creationId xmlns:a16="http://schemas.microsoft.com/office/drawing/2014/main" id="{6F4D49A7-B9BC-42EE-8706-C4CC59FAD1CF}"/>
              </a:ext>
            </a:extLst>
          </p:cNvPr>
          <p:cNvSpPr>
            <a:spLocks noGrp="1"/>
          </p:cNvSpPr>
          <p:nvPr/>
        </p:nvSpPr>
        <p:spPr>
          <a:xfrm>
            <a:off x="7215997" y="4196382"/>
            <a:ext cx="70628" cy="89868"/>
          </a:xfrm>
          <a:custGeom>
            <a:avLst/>
            <a:gdLst/>
            <a:ahLst/>
            <a:cxnLst/>
            <a:rect l="0" t="0" r="0" b="0"/>
            <a:pathLst>
              <a:path w="70628" h="89868">
                <a:moveTo>
                  <a:pt x="70628" y="89868"/>
                </a:moveTo>
                <a:lnTo>
                  <a:pt x="0" y="0"/>
                </a:lnTo>
              </a:path>
            </a:pathLst>
          </a:custGeom>
          <a:noFill/>
          <a:ln w="38100">
            <a:solidFill>
              <a:srgbClr val="8888FF"/>
            </a:solidFill>
          </a:ln>
        </p:spPr>
      </p:sp>
      <p:sp>
        <p:nvSpPr>
          <p:cNvPr id="25" name="shape-563">
            <a:extLst>
              <a:ext uri="{FF2B5EF4-FFF2-40B4-BE49-F238E27FC236}">
                <a16:creationId xmlns:a16="http://schemas.microsoft.com/office/drawing/2014/main" id="{8F61F2ED-76A9-4889-A5BC-467600ADBD91}"/>
              </a:ext>
            </a:extLst>
          </p:cNvPr>
          <p:cNvSpPr>
            <a:spLocks noGrp="1"/>
          </p:cNvSpPr>
          <p:nvPr/>
        </p:nvSpPr>
        <p:spPr>
          <a:xfrm>
            <a:off x="3000375" y="5048250"/>
            <a:ext cx="3143250" cy="714375"/>
          </a:xfrm>
          <a:prstGeom prst="rect">
            <a:avLst/>
          </a:prstGeom>
          <a:solidFill>
            <a:srgbClr val="25282B"/>
          </a:solidFill>
          <a:ln w="19050">
            <a:solidFill>
              <a:srgbClr val="42AFFA"/>
            </a:solidFill>
          </a:ln>
        </p:spPr>
      </p:sp>
      <p:sp>
        <p:nvSpPr>
          <p:cNvPr id="26" name="text-564">
            <a:extLst>
              <a:ext uri="{FF2B5EF4-FFF2-40B4-BE49-F238E27FC236}">
                <a16:creationId xmlns:a16="http://schemas.microsoft.com/office/drawing/2014/main" id="{1579CC2B-7D26-48C7-AC79-03235E61BF4C}"/>
              </a:ext>
            </a:extLst>
          </p:cNvPr>
          <p:cNvSpPr>
            <a:spLocks noGrp="1"/>
          </p:cNvSpPr>
          <p:nvPr/>
        </p:nvSpPr>
        <p:spPr>
          <a:xfrm>
            <a:off x="3133725" y="5222558"/>
            <a:ext cx="2876550" cy="561975"/>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כלי בינה מלאכותית</a:t>
            </a:r>
          </a:p>
        </p:txBody>
      </p:sp>
      <p:sp>
        <p:nvSpPr>
          <p:cNvPr id="27" name="line-565">
            <a:extLst>
              <a:ext uri="{FF2B5EF4-FFF2-40B4-BE49-F238E27FC236}">
                <a16:creationId xmlns:a16="http://schemas.microsoft.com/office/drawing/2014/main" id="{7E597272-8EE7-4813-AEC3-4277DE04EB36}"/>
              </a:ext>
            </a:extLst>
          </p:cNvPr>
          <p:cNvSpPr>
            <a:spLocks noGrp="1"/>
          </p:cNvSpPr>
          <p:nvPr/>
        </p:nvSpPr>
        <p:spPr>
          <a:xfrm>
            <a:off x="4572000" y="3905250"/>
            <a:ext cx="9525" cy="1047750"/>
          </a:xfrm>
          <a:custGeom>
            <a:avLst/>
            <a:gdLst/>
            <a:ahLst/>
            <a:cxnLst/>
            <a:rect l="0" t="0" r="0" b="0"/>
            <a:pathLst>
              <a:path w="9525" h="1047750">
                <a:moveTo>
                  <a:pt x="0" y="0"/>
                </a:moveTo>
                <a:lnTo>
                  <a:pt x="0" y="1047750"/>
                </a:lnTo>
              </a:path>
            </a:pathLst>
          </a:custGeom>
          <a:noFill/>
          <a:ln w="38100">
            <a:solidFill>
              <a:srgbClr val="42AFFA"/>
            </a:solidFill>
          </a:ln>
        </p:spPr>
      </p:sp>
      <p:sp>
        <p:nvSpPr>
          <p:cNvPr id="28" name="line-566">
            <a:extLst>
              <a:ext uri="{FF2B5EF4-FFF2-40B4-BE49-F238E27FC236}">
                <a16:creationId xmlns:a16="http://schemas.microsoft.com/office/drawing/2014/main" id="{2EC0555D-A0E6-41CF-8E9A-84ADE5B70D6D}"/>
              </a:ext>
            </a:extLst>
          </p:cNvPr>
          <p:cNvSpPr>
            <a:spLocks noGrp="1"/>
          </p:cNvSpPr>
          <p:nvPr/>
        </p:nvSpPr>
        <p:spPr>
          <a:xfrm>
            <a:off x="4512257" y="4855556"/>
            <a:ext cx="59743" cy="97444"/>
          </a:xfrm>
          <a:custGeom>
            <a:avLst/>
            <a:gdLst/>
            <a:ahLst/>
            <a:cxnLst/>
            <a:rect l="0" t="0" r="0" b="0"/>
            <a:pathLst>
              <a:path w="59743" h="97444">
                <a:moveTo>
                  <a:pt x="59743" y="97444"/>
                </a:moveTo>
                <a:lnTo>
                  <a:pt x="0" y="0"/>
                </a:lnTo>
              </a:path>
            </a:pathLst>
          </a:custGeom>
          <a:noFill/>
          <a:ln w="38100">
            <a:solidFill>
              <a:srgbClr val="42AFFA"/>
            </a:solidFill>
          </a:ln>
        </p:spPr>
      </p:sp>
      <p:sp>
        <p:nvSpPr>
          <p:cNvPr id="29" name="line-567">
            <a:extLst>
              <a:ext uri="{FF2B5EF4-FFF2-40B4-BE49-F238E27FC236}">
                <a16:creationId xmlns:a16="http://schemas.microsoft.com/office/drawing/2014/main" id="{F8F92297-8063-4A75-80CB-E65F859F7F16}"/>
              </a:ext>
            </a:extLst>
          </p:cNvPr>
          <p:cNvSpPr>
            <a:spLocks noGrp="1"/>
          </p:cNvSpPr>
          <p:nvPr/>
        </p:nvSpPr>
        <p:spPr>
          <a:xfrm>
            <a:off x="4572000" y="4855556"/>
            <a:ext cx="59743" cy="97444"/>
          </a:xfrm>
          <a:custGeom>
            <a:avLst/>
            <a:gdLst/>
            <a:ahLst/>
            <a:cxnLst/>
            <a:rect l="0" t="0" r="0" b="0"/>
            <a:pathLst>
              <a:path w="59743" h="97444">
                <a:moveTo>
                  <a:pt x="0" y="97444"/>
                </a:moveTo>
                <a:lnTo>
                  <a:pt x="59743" y="0"/>
                </a:lnTo>
              </a:path>
            </a:pathLst>
          </a:custGeom>
          <a:noFill/>
          <a:ln w="38100">
            <a:solidFill>
              <a:srgbClr val="42AFFA"/>
            </a:solidFill>
          </a:ln>
        </p:spPr>
      </p:sp>
      <p:sp>
        <p:nvSpPr>
          <p:cNvPr id="30" name="text-568">
            <a:extLst>
              <a:ext uri="{FF2B5EF4-FFF2-40B4-BE49-F238E27FC236}">
                <a16:creationId xmlns:a16="http://schemas.microsoft.com/office/drawing/2014/main" id="{E83A4447-28BD-4B75-BB38-9607D2DDDCB1}"/>
              </a:ext>
            </a:extLst>
          </p:cNvPr>
          <p:cNvSpPr>
            <a:spLocks noGrp="1"/>
          </p:cNvSpPr>
          <p:nvPr/>
        </p:nvSpPr>
        <p:spPr>
          <a:xfrm>
            <a:off x="619125" y="5857875"/>
            <a:ext cx="7905750" cy="381000"/>
          </a:xfrm>
          <a:prstGeom prst="rect">
            <a:avLst/>
          </a:prstGeom>
          <a:noFill/>
          <a:ln w="0">
            <a:noFill/>
          </a:ln>
        </p:spPr>
        <p:txBody>
          <a:bodyPr wrap="square" lIns="0" tIns="0" rIns="0" bIns="0" anchor="t">
            <a:noAutofit/>
          </a:bodyPr>
          <a:lstStyle>
            <a:defPPr algn="r">
              <a:defRPr sz="2400" b="1">
                <a:solidFill>
                  <a:srgbClr val="88FF88"/>
                </a:solidFill>
                <a:latin typeface="Arial"/>
                <a:ea typeface="Arial"/>
                <a:cs typeface="Arial"/>
              </a:defRPr>
            </a:defPPr>
            <a:lvl1pPr algn="r">
              <a:defRPr sz="2400" b="1">
                <a:solidFill>
                  <a:srgbClr val="88FF88"/>
                </a:solidFill>
                <a:latin typeface="Arial"/>
                <a:ea typeface="Arial"/>
                <a:cs typeface="Arial"/>
              </a:defRPr>
            </a:lvl1pPr>
            <a:lvl2pPr algn="r">
              <a:defRPr sz="2400" b="1">
                <a:solidFill>
                  <a:srgbClr val="88FF88"/>
                </a:solidFill>
                <a:latin typeface="Arial"/>
                <a:ea typeface="Arial"/>
                <a:cs typeface="Arial"/>
              </a:defRPr>
            </a:lvl2pPr>
            <a:lvl3pPr algn="r">
              <a:defRPr sz="2400" b="1">
                <a:solidFill>
                  <a:srgbClr val="88FF88"/>
                </a:solidFill>
                <a:latin typeface="Arial"/>
                <a:ea typeface="Arial"/>
                <a:cs typeface="Arial"/>
              </a:defRPr>
            </a:lvl3pPr>
            <a:lvl4pPr algn="r">
              <a:defRPr sz="2400" b="1">
                <a:solidFill>
                  <a:srgbClr val="88FF88"/>
                </a:solidFill>
                <a:latin typeface="Arial"/>
                <a:ea typeface="Arial"/>
                <a:cs typeface="Arial"/>
              </a:defRPr>
            </a:lvl4pPr>
            <a:lvl5pPr algn="r">
              <a:defRPr sz="2400" b="1">
                <a:solidFill>
                  <a:srgbClr val="88FF88"/>
                </a:solidFill>
                <a:latin typeface="Arial"/>
                <a:ea typeface="Arial"/>
                <a:cs typeface="Arial"/>
              </a:defRPr>
            </a:lvl5pPr>
            <a:lvl6pPr algn="r">
              <a:defRPr sz="2400" b="1">
                <a:solidFill>
                  <a:srgbClr val="88FF88"/>
                </a:solidFill>
                <a:latin typeface="Arial"/>
                <a:ea typeface="Arial"/>
                <a:cs typeface="Arial"/>
              </a:defRPr>
            </a:lvl6pPr>
            <a:lvl7pPr algn="r">
              <a:defRPr sz="2400" b="1">
                <a:solidFill>
                  <a:srgbClr val="88FF88"/>
                </a:solidFill>
                <a:latin typeface="Arial"/>
                <a:ea typeface="Arial"/>
                <a:cs typeface="Arial"/>
              </a:defRPr>
            </a:lvl7pPr>
            <a:lvl8pPr algn="r">
              <a:defRPr sz="2400" b="1">
                <a:solidFill>
                  <a:srgbClr val="88FF88"/>
                </a:solidFill>
                <a:latin typeface="Arial"/>
                <a:ea typeface="Arial"/>
                <a:cs typeface="Arial"/>
              </a:defRPr>
            </a:lvl8pPr>
            <a:lvl9pPr algn="r">
              <a:defRPr sz="2400" b="1">
                <a:solidFill>
                  <a:srgbClr val="88FF88"/>
                </a:solidFill>
                <a:latin typeface="Arial"/>
                <a:ea typeface="Arial"/>
                <a:cs typeface="Arial"/>
              </a:defRPr>
            </a:lvl9pPr>
          </a:lstStyle>
          <a:p>
            <a:pPr algn="r" rtl="1">
              <a:lnSpc>
                <a:spcPct val="108000"/>
              </a:lnSpc>
              <a:buNone/>
              <a:defRPr sz="2400" b="1">
                <a:solidFill>
                  <a:srgbClr val="88FF88"/>
                </a:solidFill>
                <a:latin typeface="Arial"/>
                <a:ea typeface="Arial"/>
                <a:cs typeface="Arial"/>
              </a:defRPr>
            </a:pPr>
            <a:r>
              <a:rPr lang="he-IL" sz="2400" b="1">
                <a:solidFill>
                  <a:srgbClr val="88FF88"/>
                </a:solidFill>
                <a:latin typeface="Arial"/>
                <a:ea typeface="Arial"/>
                <a:cs typeface="Arial"/>
              </a:rPr>
              <a:t>מכירים תודה לכל מי שעזר לנו</a:t>
            </a:r>
          </a:p>
        </p:txBody>
      </p:sp>
    </p:spTree>
    <p:extLst>
      <p:ext uri="{BB962C8B-B14F-4D97-AF65-F5344CB8AC3E}">
        <p14:creationId xmlns:p14="http://schemas.microsoft.com/office/powerpoint/2010/main" val="685879241"/>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2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2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2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2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2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00"/>
                                        <p:tgtEl>
                                          <p:spTgt spid="22"/>
                                        </p:tgtEl>
                                      </p:cBhvr>
                                    </p:animEffect>
                                  </p:childTnLst>
                                </p:cTn>
                              </p:par>
                              <p:par>
                                <p:cTn id="65" presetID="10" presetClass="entr" presetSubtype="0"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00"/>
                                        <p:tgtEl>
                                          <p:spTgt spid="23"/>
                                        </p:tgtEl>
                                      </p:cBhvr>
                                    </p:animEffect>
                                  </p:childTnLst>
                                </p:cTn>
                              </p:par>
                              <p:par>
                                <p:cTn id="68" presetID="10" presetClass="entr" presetSubtype="0" fill="hold"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2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2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2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200"/>
                                        <p:tgtEl>
                                          <p:spTgt spid="27"/>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200"/>
                                        <p:tgtEl>
                                          <p:spTgt spid="28"/>
                                        </p:tgtEl>
                                      </p:cBhvr>
                                    </p:animEffect>
                                  </p:childTnLst>
                                </p:cTn>
                              </p:par>
                              <p:par>
                                <p:cTn id="85" presetID="10"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2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6" grpId="0"/>
      <p:bldP spid="21" grpId="0"/>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6" name="text-569">
            <a:extLst>
              <a:ext uri="{FF2B5EF4-FFF2-40B4-BE49-F238E27FC236}">
                <a16:creationId xmlns:a16="http://schemas.microsoft.com/office/drawing/2014/main" id="{A36E3C97-6091-48CA-BDAD-88AE777AC50F}"/>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Markdown בעברית</a:t>
            </a:r>
          </a:p>
        </p:txBody>
      </p:sp>
      <p:sp>
        <p:nvSpPr>
          <p:cNvPr id="2" name="text-570">
            <a:extLst>
              <a:ext uri="{FF2B5EF4-FFF2-40B4-BE49-F238E27FC236}">
                <a16:creationId xmlns:a16="http://schemas.microsoft.com/office/drawing/2014/main" id="{F5EE936F-1B9E-44D9-A219-5D78476B6829}"/>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36</a:t>
            </a:r>
          </a:p>
        </p:txBody>
      </p:sp>
      <p:sp>
        <p:nvSpPr>
          <p:cNvPr id="3" name="text-571">
            <a:extLst>
              <a:ext uri="{FF2B5EF4-FFF2-40B4-BE49-F238E27FC236}">
                <a16:creationId xmlns:a16="http://schemas.microsoft.com/office/drawing/2014/main" id="{8580C4E5-F2AE-4953-8DAB-4AB9182EF725}"/>
              </a:ext>
            </a:extLst>
          </p:cNvPr>
          <p:cNvSpPr>
            <a:spLocks noGrp="1"/>
          </p:cNvSpPr>
          <p:nvPr/>
        </p:nvSpPr>
        <p:spPr>
          <a:xfrm>
            <a:off x="523875" y="1190625"/>
            <a:ext cx="4095750" cy="428625"/>
          </a:xfrm>
          <a:prstGeom prst="rect">
            <a:avLst/>
          </a:prstGeom>
          <a:noFill/>
          <a:ln w="0">
            <a:noFill/>
          </a:ln>
        </p:spPr>
        <p:txBody>
          <a:bodyPr wrap="none" lIns="0" tIns="0" rIns="0" bIns="0" anchor="t">
            <a:noAutofit/>
          </a:bodyPr>
          <a:lstStyle>
            <a:defPPr algn="l">
              <a:defRPr sz="2325" b="0">
                <a:solidFill>
                  <a:srgbClr val="8888FF"/>
                </a:solidFill>
                <a:latin typeface="Consolas"/>
                <a:ea typeface="Consolas"/>
                <a:cs typeface="Consolas"/>
              </a:defRPr>
            </a:defPPr>
            <a:lvl1pPr algn="l">
              <a:defRPr sz="2325" b="0">
                <a:solidFill>
                  <a:srgbClr val="8888FF"/>
                </a:solidFill>
                <a:latin typeface="Consolas"/>
                <a:ea typeface="Consolas"/>
                <a:cs typeface="Consolas"/>
              </a:defRPr>
            </a:lvl1pPr>
            <a:lvl2pPr algn="l">
              <a:defRPr sz="2325" b="0">
                <a:solidFill>
                  <a:srgbClr val="8888FF"/>
                </a:solidFill>
                <a:latin typeface="Consolas"/>
                <a:ea typeface="Consolas"/>
                <a:cs typeface="Consolas"/>
              </a:defRPr>
            </a:lvl2pPr>
            <a:lvl3pPr algn="l">
              <a:defRPr sz="2325" b="0">
                <a:solidFill>
                  <a:srgbClr val="8888FF"/>
                </a:solidFill>
                <a:latin typeface="Consolas"/>
                <a:ea typeface="Consolas"/>
                <a:cs typeface="Consolas"/>
              </a:defRPr>
            </a:lvl3pPr>
            <a:lvl4pPr algn="l">
              <a:defRPr sz="2325" b="0">
                <a:solidFill>
                  <a:srgbClr val="8888FF"/>
                </a:solidFill>
                <a:latin typeface="Consolas"/>
                <a:ea typeface="Consolas"/>
                <a:cs typeface="Consolas"/>
              </a:defRPr>
            </a:lvl4pPr>
            <a:lvl5pPr algn="l">
              <a:defRPr sz="2325" b="0">
                <a:solidFill>
                  <a:srgbClr val="8888FF"/>
                </a:solidFill>
                <a:latin typeface="Consolas"/>
                <a:ea typeface="Consolas"/>
                <a:cs typeface="Consolas"/>
              </a:defRPr>
            </a:lvl5pPr>
            <a:lvl6pPr algn="l">
              <a:defRPr sz="2325" b="0">
                <a:solidFill>
                  <a:srgbClr val="8888FF"/>
                </a:solidFill>
                <a:latin typeface="Consolas"/>
                <a:ea typeface="Consolas"/>
                <a:cs typeface="Consolas"/>
              </a:defRPr>
            </a:lvl6pPr>
            <a:lvl7pPr algn="l">
              <a:defRPr sz="2325" b="0">
                <a:solidFill>
                  <a:srgbClr val="8888FF"/>
                </a:solidFill>
                <a:latin typeface="Consolas"/>
                <a:ea typeface="Consolas"/>
                <a:cs typeface="Consolas"/>
              </a:defRPr>
            </a:lvl7pPr>
            <a:lvl8pPr algn="l">
              <a:defRPr sz="2325" b="0">
                <a:solidFill>
                  <a:srgbClr val="8888FF"/>
                </a:solidFill>
                <a:latin typeface="Consolas"/>
                <a:ea typeface="Consolas"/>
                <a:cs typeface="Consolas"/>
              </a:defRPr>
            </a:lvl8pPr>
            <a:lvl9pPr algn="l">
              <a:defRPr sz="2325" b="0">
                <a:solidFill>
                  <a:srgbClr val="8888FF"/>
                </a:solidFill>
                <a:latin typeface="Consolas"/>
                <a:ea typeface="Consolas"/>
                <a:cs typeface="Consolas"/>
              </a:defRPr>
            </a:lvl9pPr>
          </a:lstStyle>
          <a:p>
            <a:pPr algn="l" rtl="0">
              <a:lnSpc>
                <a:spcPct val="108000"/>
              </a:lnSpc>
              <a:buNone/>
              <a:defRPr sz="2325" b="0">
                <a:solidFill>
                  <a:srgbClr val="8888FF"/>
                </a:solidFill>
                <a:latin typeface="Consolas"/>
                <a:ea typeface="Consolas"/>
                <a:cs typeface="Consolas"/>
              </a:defRPr>
            </a:pPr>
            <a:r>
              <a:rPr lang="en-US" sz="2325" b="0">
                <a:solidFill>
                  <a:srgbClr val="8888FF"/>
                </a:solidFill>
                <a:latin typeface="Consolas"/>
                <a:ea typeface="Consolas"/>
                <a:cs typeface="Consolas"/>
              </a:rPr>
              <a:t>README.md</a:t>
            </a:r>
          </a:p>
        </p:txBody>
      </p:sp>
      <p:sp>
        <p:nvSpPr>
          <p:cNvPr id="4" name="text-572">
            <a:extLst>
              <a:ext uri="{FF2B5EF4-FFF2-40B4-BE49-F238E27FC236}">
                <a16:creationId xmlns:a16="http://schemas.microsoft.com/office/drawing/2014/main" id="{FE7C012B-FD36-4F86-A076-1A722E3CFE9F}"/>
              </a:ext>
            </a:extLst>
          </p:cNvPr>
          <p:cNvSpPr>
            <a:spLocks noGrp="1"/>
          </p:cNvSpPr>
          <p:nvPr/>
        </p:nvSpPr>
        <p:spPr>
          <a:xfrm>
            <a:off x="5143500" y="1190625"/>
            <a:ext cx="3476625" cy="428625"/>
          </a:xfrm>
          <a:prstGeom prst="rect">
            <a:avLst/>
          </a:prstGeom>
          <a:noFill/>
          <a:ln w="0">
            <a:noFill/>
          </a:ln>
        </p:spPr>
        <p:txBody>
          <a:bodyPr wrap="square" lIns="0" tIns="0" rIns="0" bIns="0" anchor="t">
            <a:noAutofit/>
          </a:bodyPr>
          <a:lstStyle>
            <a:defPPr algn="r">
              <a:defRPr sz="2325" b="0">
                <a:solidFill>
                  <a:srgbClr val="8888FF"/>
                </a:solidFill>
                <a:latin typeface="Arial"/>
                <a:ea typeface="Arial"/>
                <a:cs typeface="Arial"/>
              </a:defRPr>
            </a:defPPr>
            <a:lvl1pPr algn="r">
              <a:defRPr sz="2325" b="0">
                <a:solidFill>
                  <a:srgbClr val="8888FF"/>
                </a:solidFill>
                <a:latin typeface="Arial"/>
                <a:ea typeface="Arial"/>
                <a:cs typeface="Arial"/>
              </a:defRPr>
            </a:lvl1pPr>
            <a:lvl2pPr algn="r">
              <a:defRPr sz="2325" b="0">
                <a:solidFill>
                  <a:srgbClr val="8888FF"/>
                </a:solidFill>
                <a:latin typeface="Arial"/>
                <a:ea typeface="Arial"/>
                <a:cs typeface="Arial"/>
              </a:defRPr>
            </a:lvl2pPr>
            <a:lvl3pPr algn="r">
              <a:defRPr sz="2325" b="0">
                <a:solidFill>
                  <a:srgbClr val="8888FF"/>
                </a:solidFill>
                <a:latin typeface="Arial"/>
                <a:ea typeface="Arial"/>
                <a:cs typeface="Arial"/>
              </a:defRPr>
            </a:lvl3pPr>
            <a:lvl4pPr algn="r">
              <a:defRPr sz="2325" b="0">
                <a:solidFill>
                  <a:srgbClr val="8888FF"/>
                </a:solidFill>
                <a:latin typeface="Arial"/>
                <a:ea typeface="Arial"/>
                <a:cs typeface="Arial"/>
              </a:defRPr>
            </a:lvl4pPr>
            <a:lvl5pPr algn="r">
              <a:defRPr sz="2325" b="0">
                <a:solidFill>
                  <a:srgbClr val="8888FF"/>
                </a:solidFill>
                <a:latin typeface="Arial"/>
                <a:ea typeface="Arial"/>
                <a:cs typeface="Arial"/>
              </a:defRPr>
            </a:lvl5pPr>
            <a:lvl6pPr algn="r">
              <a:defRPr sz="2325" b="0">
                <a:solidFill>
                  <a:srgbClr val="8888FF"/>
                </a:solidFill>
                <a:latin typeface="Arial"/>
                <a:ea typeface="Arial"/>
                <a:cs typeface="Arial"/>
              </a:defRPr>
            </a:lvl6pPr>
            <a:lvl7pPr algn="r">
              <a:defRPr sz="2325" b="0">
                <a:solidFill>
                  <a:srgbClr val="8888FF"/>
                </a:solidFill>
                <a:latin typeface="Arial"/>
                <a:ea typeface="Arial"/>
                <a:cs typeface="Arial"/>
              </a:defRPr>
            </a:lvl7pPr>
            <a:lvl8pPr algn="r">
              <a:defRPr sz="2325" b="0">
                <a:solidFill>
                  <a:srgbClr val="8888FF"/>
                </a:solidFill>
                <a:latin typeface="Arial"/>
                <a:ea typeface="Arial"/>
                <a:cs typeface="Arial"/>
              </a:defRPr>
            </a:lvl8pPr>
            <a:lvl9pPr algn="r">
              <a:defRPr sz="2325" b="0">
                <a:solidFill>
                  <a:srgbClr val="8888FF"/>
                </a:solidFill>
                <a:latin typeface="Arial"/>
                <a:ea typeface="Arial"/>
                <a:cs typeface="Arial"/>
              </a:defRPr>
            </a:lvl9pPr>
          </a:lstStyle>
          <a:p>
            <a:pPr algn="r" rtl="1">
              <a:lnSpc>
                <a:spcPct val="108000"/>
              </a:lnSpc>
              <a:buNone/>
              <a:defRPr sz="2325" b="0">
                <a:solidFill>
                  <a:srgbClr val="8888FF"/>
                </a:solidFill>
                <a:latin typeface="Arial"/>
                <a:ea typeface="Arial"/>
                <a:cs typeface="Arial"/>
              </a:defRPr>
            </a:pPr>
            <a:r>
              <a:rPr lang="he-IL" sz="2325" b="0">
                <a:solidFill>
                  <a:srgbClr val="8888FF"/>
                </a:solidFill>
                <a:latin typeface="Arial"/>
                <a:ea typeface="Arial"/>
                <a:cs typeface="Arial"/>
              </a:rPr>
              <a:t>קובץ</a:t>
            </a:r>
          </a:p>
        </p:txBody>
      </p:sp>
      <p:sp>
        <p:nvSpPr>
          <p:cNvPr id="5" name="shape-573">
            <a:extLst>
              <a:ext uri="{FF2B5EF4-FFF2-40B4-BE49-F238E27FC236}">
                <a16:creationId xmlns:a16="http://schemas.microsoft.com/office/drawing/2014/main" id="{0D1026AF-CC94-49E5-B8F3-7AD22266437F}"/>
              </a:ext>
            </a:extLst>
          </p:cNvPr>
          <p:cNvSpPr>
            <a:spLocks noGrp="1"/>
          </p:cNvSpPr>
          <p:nvPr/>
        </p:nvSpPr>
        <p:spPr>
          <a:xfrm>
            <a:off x="523875" y="1762125"/>
            <a:ext cx="8096250" cy="2428875"/>
          </a:xfrm>
          <a:prstGeom prst="rect">
            <a:avLst/>
          </a:prstGeom>
          <a:solidFill>
            <a:srgbClr val="25282B"/>
          </a:solidFill>
          <a:ln w="0">
            <a:noFill/>
          </a:ln>
        </p:spPr>
      </p:sp>
      <p:sp>
        <p:nvSpPr>
          <p:cNvPr id="6" name="text-574">
            <a:extLst>
              <a:ext uri="{FF2B5EF4-FFF2-40B4-BE49-F238E27FC236}">
                <a16:creationId xmlns:a16="http://schemas.microsoft.com/office/drawing/2014/main" id="{F608769F-AD0A-4C74-807F-4EE754EFD368}"/>
              </a:ext>
            </a:extLst>
          </p:cNvPr>
          <p:cNvSpPr>
            <a:spLocks noGrp="1"/>
          </p:cNvSpPr>
          <p:nvPr/>
        </p:nvSpPr>
        <p:spPr>
          <a:xfrm>
            <a:off x="762000" y="1952625"/>
            <a:ext cx="7524750" cy="457200"/>
          </a:xfrm>
          <a:prstGeom prst="rect">
            <a:avLst/>
          </a:prstGeom>
          <a:noFill/>
          <a:ln w="0">
            <a:noFill/>
          </a:ln>
        </p:spPr>
        <p:txBody>
          <a:bodyPr wrap="none" lIns="0" tIns="0" rIns="0" bIns="0" anchor="t">
            <a:noAutofit/>
          </a:bodyPr>
          <a:lstStyle>
            <a:defPPr algn="l">
              <a:defRPr sz="2550" b="0">
                <a:solidFill>
                  <a:srgbClr val="42AFFA"/>
                </a:solidFill>
                <a:latin typeface="Consolas"/>
                <a:ea typeface="Consolas"/>
                <a:cs typeface="Consolas"/>
              </a:defRPr>
            </a:defPPr>
            <a:lvl1pPr algn="l">
              <a:defRPr sz="2550" b="0">
                <a:solidFill>
                  <a:srgbClr val="42AFFA"/>
                </a:solidFill>
                <a:latin typeface="Consolas"/>
                <a:ea typeface="Consolas"/>
                <a:cs typeface="Consolas"/>
              </a:defRPr>
            </a:lvl1pPr>
            <a:lvl2pPr algn="l">
              <a:defRPr sz="2550" b="0">
                <a:solidFill>
                  <a:srgbClr val="42AFFA"/>
                </a:solidFill>
                <a:latin typeface="Consolas"/>
                <a:ea typeface="Consolas"/>
                <a:cs typeface="Consolas"/>
              </a:defRPr>
            </a:lvl2pPr>
            <a:lvl3pPr algn="l">
              <a:defRPr sz="2550" b="0">
                <a:solidFill>
                  <a:srgbClr val="42AFFA"/>
                </a:solidFill>
                <a:latin typeface="Consolas"/>
                <a:ea typeface="Consolas"/>
                <a:cs typeface="Consolas"/>
              </a:defRPr>
            </a:lvl3pPr>
            <a:lvl4pPr algn="l">
              <a:defRPr sz="2550" b="0">
                <a:solidFill>
                  <a:srgbClr val="42AFFA"/>
                </a:solidFill>
                <a:latin typeface="Consolas"/>
                <a:ea typeface="Consolas"/>
                <a:cs typeface="Consolas"/>
              </a:defRPr>
            </a:lvl4pPr>
            <a:lvl5pPr algn="l">
              <a:defRPr sz="2550" b="0">
                <a:solidFill>
                  <a:srgbClr val="42AFFA"/>
                </a:solidFill>
                <a:latin typeface="Consolas"/>
                <a:ea typeface="Consolas"/>
                <a:cs typeface="Consolas"/>
              </a:defRPr>
            </a:lvl5pPr>
            <a:lvl6pPr algn="l">
              <a:defRPr sz="2550" b="0">
                <a:solidFill>
                  <a:srgbClr val="42AFFA"/>
                </a:solidFill>
                <a:latin typeface="Consolas"/>
                <a:ea typeface="Consolas"/>
                <a:cs typeface="Consolas"/>
              </a:defRPr>
            </a:lvl6pPr>
            <a:lvl7pPr algn="l">
              <a:defRPr sz="2550" b="0">
                <a:solidFill>
                  <a:srgbClr val="42AFFA"/>
                </a:solidFill>
                <a:latin typeface="Consolas"/>
                <a:ea typeface="Consolas"/>
                <a:cs typeface="Consolas"/>
              </a:defRPr>
            </a:lvl7pPr>
            <a:lvl8pPr algn="l">
              <a:defRPr sz="2550" b="0">
                <a:solidFill>
                  <a:srgbClr val="42AFFA"/>
                </a:solidFill>
                <a:latin typeface="Consolas"/>
                <a:ea typeface="Consolas"/>
                <a:cs typeface="Consolas"/>
              </a:defRPr>
            </a:lvl8pPr>
            <a:lvl9pPr algn="l">
              <a:defRPr sz="2550" b="0">
                <a:solidFill>
                  <a:srgbClr val="42AFFA"/>
                </a:solidFill>
                <a:latin typeface="Consolas"/>
                <a:ea typeface="Consolas"/>
                <a:cs typeface="Consolas"/>
              </a:defRPr>
            </a:lvl9pPr>
          </a:lstStyle>
          <a:p>
            <a:pPr algn="l" rtl="0">
              <a:lnSpc>
                <a:spcPct val="108000"/>
              </a:lnSpc>
              <a:buNone/>
              <a:defRPr sz="2550" b="0">
                <a:solidFill>
                  <a:srgbClr val="42AFFA"/>
                </a:solidFill>
                <a:latin typeface="Consolas"/>
                <a:ea typeface="Consolas"/>
                <a:cs typeface="Consolas"/>
              </a:defRPr>
            </a:pPr>
            <a:r>
              <a:rPr lang="en-US" sz="2550" b="0">
                <a:solidFill>
                  <a:srgbClr val="42AFFA"/>
                </a:solidFill>
                <a:latin typeface="Consolas"/>
                <a:ea typeface="Consolas"/>
                <a:cs typeface="Consolas"/>
              </a:rPr>
              <a:t>&lt;div lang="he" dir="rtl"&gt;</a:t>
            </a:r>
          </a:p>
        </p:txBody>
      </p:sp>
      <p:sp>
        <p:nvSpPr>
          <p:cNvPr id="7" name="text-575">
            <a:extLst>
              <a:ext uri="{FF2B5EF4-FFF2-40B4-BE49-F238E27FC236}">
                <a16:creationId xmlns:a16="http://schemas.microsoft.com/office/drawing/2014/main" id="{DF89853D-9483-4D95-9C89-623BC8368D35}"/>
              </a:ext>
            </a:extLst>
          </p:cNvPr>
          <p:cNvSpPr>
            <a:spLocks noGrp="1"/>
          </p:cNvSpPr>
          <p:nvPr/>
        </p:nvSpPr>
        <p:spPr>
          <a:xfrm>
            <a:off x="762000" y="2790825"/>
            <a:ext cx="7524750" cy="457200"/>
          </a:xfrm>
          <a:prstGeom prst="rect">
            <a:avLst/>
          </a:prstGeom>
          <a:noFill/>
          <a:ln w="0">
            <a:noFill/>
          </a:ln>
        </p:spPr>
        <p:txBody>
          <a:bodyPr wrap="square" lIns="0" tIns="0" rIns="0" bIns="0" anchor="t">
            <a:noAutofit/>
          </a:bodyPr>
          <a:lstStyle>
            <a:defPPr algn="l">
              <a:defRPr sz="2550" b="0">
                <a:solidFill>
                  <a:srgbClr val="F7F7F7"/>
                </a:solidFill>
                <a:latin typeface="Arial"/>
                <a:ea typeface="Arial"/>
                <a:cs typeface="Arial"/>
              </a:defRPr>
            </a:defPPr>
            <a:lvl1pPr algn="l">
              <a:defRPr sz="2550" b="0">
                <a:solidFill>
                  <a:srgbClr val="F7F7F7"/>
                </a:solidFill>
                <a:latin typeface="Arial"/>
                <a:ea typeface="Arial"/>
                <a:cs typeface="Arial"/>
              </a:defRPr>
            </a:lvl1pPr>
            <a:lvl2pPr algn="l">
              <a:defRPr sz="2550" b="0">
                <a:solidFill>
                  <a:srgbClr val="F7F7F7"/>
                </a:solidFill>
                <a:latin typeface="Arial"/>
                <a:ea typeface="Arial"/>
                <a:cs typeface="Arial"/>
              </a:defRPr>
            </a:lvl2pPr>
            <a:lvl3pPr algn="l">
              <a:defRPr sz="2550" b="0">
                <a:solidFill>
                  <a:srgbClr val="F7F7F7"/>
                </a:solidFill>
                <a:latin typeface="Arial"/>
                <a:ea typeface="Arial"/>
                <a:cs typeface="Arial"/>
              </a:defRPr>
            </a:lvl3pPr>
            <a:lvl4pPr algn="l">
              <a:defRPr sz="2550" b="0">
                <a:solidFill>
                  <a:srgbClr val="F7F7F7"/>
                </a:solidFill>
                <a:latin typeface="Arial"/>
                <a:ea typeface="Arial"/>
                <a:cs typeface="Arial"/>
              </a:defRPr>
            </a:lvl4pPr>
            <a:lvl5pPr algn="l">
              <a:defRPr sz="2550" b="0">
                <a:solidFill>
                  <a:srgbClr val="F7F7F7"/>
                </a:solidFill>
                <a:latin typeface="Arial"/>
                <a:ea typeface="Arial"/>
                <a:cs typeface="Arial"/>
              </a:defRPr>
            </a:lvl5pPr>
            <a:lvl6pPr algn="l">
              <a:defRPr sz="2550" b="0">
                <a:solidFill>
                  <a:srgbClr val="F7F7F7"/>
                </a:solidFill>
                <a:latin typeface="Arial"/>
                <a:ea typeface="Arial"/>
                <a:cs typeface="Arial"/>
              </a:defRPr>
            </a:lvl6pPr>
            <a:lvl7pPr algn="l">
              <a:defRPr sz="2550" b="0">
                <a:solidFill>
                  <a:srgbClr val="F7F7F7"/>
                </a:solidFill>
                <a:latin typeface="Arial"/>
                <a:ea typeface="Arial"/>
                <a:cs typeface="Arial"/>
              </a:defRPr>
            </a:lvl7pPr>
            <a:lvl8pPr algn="l">
              <a:defRPr sz="2550" b="0">
                <a:solidFill>
                  <a:srgbClr val="F7F7F7"/>
                </a:solidFill>
                <a:latin typeface="Arial"/>
                <a:ea typeface="Arial"/>
                <a:cs typeface="Arial"/>
              </a:defRPr>
            </a:lvl8pPr>
            <a:lvl9pPr algn="l">
              <a:defRPr sz="2550" b="0">
                <a:solidFill>
                  <a:srgbClr val="F7F7F7"/>
                </a:solidFill>
                <a:latin typeface="Arial"/>
                <a:ea typeface="Arial"/>
                <a:cs typeface="Arial"/>
              </a:defRPr>
            </a:lvl9pPr>
          </a:lstStyle>
          <a:p>
            <a:pPr algn="l" rtl="0">
              <a:lnSpc>
                <a:spcPct val="108000"/>
              </a:lnSpc>
              <a:buNone/>
              <a:defRPr sz="2550" b="0">
                <a:solidFill>
                  <a:srgbClr val="F7F7F7"/>
                </a:solidFill>
                <a:latin typeface="Arial"/>
                <a:ea typeface="Arial"/>
                <a:cs typeface="Arial"/>
              </a:defRPr>
            </a:pPr>
            <a:r>
              <a:rPr lang="en-US" sz="2550" b="0">
                <a:solidFill>
                  <a:srgbClr val="F7F7F7"/>
                </a:solidFill>
                <a:latin typeface="Arial"/>
                <a:ea typeface="Arial"/>
                <a:cs typeface="Arial"/>
              </a:rPr>
              <a:t># הכדור המתגלגל</a:t>
            </a:r>
          </a:p>
        </p:txBody>
      </p:sp>
      <p:sp>
        <p:nvSpPr>
          <p:cNvPr id="8" name="text-576">
            <a:extLst>
              <a:ext uri="{FF2B5EF4-FFF2-40B4-BE49-F238E27FC236}">
                <a16:creationId xmlns:a16="http://schemas.microsoft.com/office/drawing/2014/main" id="{E03BF96A-6223-4592-B657-BE6B65699264}"/>
              </a:ext>
            </a:extLst>
          </p:cNvPr>
          <p:cNvSpPr>
            <a:spLocks noGrp="1"/>
          </p:cNvSpPr>
          <p:nvPr/>
        </p:nvSpPr>
        <p:spPr>
          <a:xfrm>
            <a:off x="762000" y="3600450"/>
            <a:ext cx="7524750" cy="457200"/>
          </a:xfrm>
          <a:prstGeom prst="rect">
            <a:avLst/>
          </a:prstGeom>
          <a:noFill/>
          <a:ln w="0">
            <a:noFill/>
          </a:ln>
        </p:spPr>
        <p:txBody>
          <a:bodyPr wrap="none" lIns="0" tIns="0" rIns="0" bIns="0" anchor="t">
            <a:noAutofit/>
          </a:bodyPr>
          <a:lstStyle>
            <a:defPPr algn="l">
              <a:defRPr sz="2550" b="0">
                <a:solidFill>
                  <a:srgbClr val="42AFFA"/>
                </a:solidFill>
                <a:latin typeface="Consolas"/>
                <a:ea typeface="Consolas"/>
                <a:cs typeface="Consolas"/>
              </a:defRPr>
            </a:defPPr>
            <a:lvl1pPr algn="l">
              <a:defRPr sz="2550" b="0">
                <a:solidFill>
                  <a:srgbClr val="42AFFA"/>
                </a:solidFill>
                <a:latin typeface="Consolas"/>
                <a:ea typeface="Consolas"/>
                <a:cs typeface="Consolas"/>
              </a:defRPr>
            </a:lvl1pPr>
            <a:lvl2pPr algn="l">
              <a:defRPr sz="2550" b="0">
                <a:solidFill>
                  <a:srgbClr val="42AFFA"/>
                </a:solidFill>
                <a:latin typeface="Consolas"/>
                <a:ea typeface="Consolas"/>
                <a:cs typeface="Consolas"/>
              </a:defRPr>
            </a:lvl2pPr>
            <a:lvl3pPr algn="l">
              <a:defRPr sz="2550" b="0">
                <a:solidFill>
                  <a:srgbClr val="42AFFA"/>
                </a:solidFill>
                <a:latin typeface="Consolas"/>
                <a:ea typeface="Consolas"/>
                <a:cs typeface="Consolas"/>
              </a:defRPr>
            </a:lvl3pPr>
            <a:lvl4pPr algn="l">
              <a:defRPr sz="2550" b="0">
                <a:solidFill>
                  <a:srgbClr val="42AFFA"/>
                </a:solidFill>
                <a:latin typeface="Consolas"/>
                <a:ea typeface="Consolas"/>
                <a:cs typeface="Consolas"/>
              </a:defRPr>
            </a:lvl4pPr>
            <a:lvl5pPr algn="l">
              <a:defRPr sz="2550" b="0">
                <a:solidFill>
                  <a:srgbClr val="42AFFA"/>
                </a:solidFill>
                <a:latin typeface="Consolas"/>
                <a:ea typeface="Consolas"/>
                <a:cs typeface="Consolas"/>
              </a:defRPr>
            </a:lvl5pPr>
            <a:lvl6pPr algn="l">
              <a:defRPr sz="2550" b="0">
                <a:solidFill>
                  <a:srgbClr val="42AFFA"/>
                </a:solidFill>
                <a:latin typeface="Consolas"/>
                <a:ea typeface="Consolas"/>
                <a:cs typeface="Consolas"/>
              </a:defRPr>
            </a:lvl6pPr>
            <a:lvl7pPr algn="l">
              <a:defRPr sz="2550" b="0">
                <a:solidFill>
                  <a:srgbClr val="42AFFA"/>
                </a:solidFill>
                <a:latin typeface="Consolas"/>
                <a:ea typeface="Consolas"/>
                <a:cs typeface="Consolas"/>
              </a:defRPr>
            </a:lvl7pPr>
            <a:lvl8pPr algn="l">
              <a:defRPr sz="2550" b="0">
                <a:solidFill>
                  <a:srgbClr val="42AFFA"/>
                </a:solidFill>
                <a:latin typeface="Consolas"/>
                <a:ea typeface="Consolas"/>
                <a:cs typeface="Consolas"/>
              </a:defRPr>
            </a:lvl8pPr>
            <a:lvl9pPr algn="l">
              <a:defRPr sz="2550" b="0">
                <a:solidFill>
                  <a:srgbClr val="42AFFA"/>
                </a:solidFill>
                <a:latin typeface="Consolas"/>
                <a:ea typeface="Consolas"/>
                <a:cs typeface="Consolas"/>
              </a:defRPr>
            </a:lvl9pPr>
          </a:lstStyle>
          <a:p>
            <a:pPr algn="l" rtl="0">
              <a:lnSpc>
                <a:spcPct val="108000"/>
              </a:lnSpc>
              <a:buNone/>
              <a:defRPr sz="2550" b="0">
                <a:solidFill>
                  <a:srgbClr val="42AFFA"/>
                </a:solidFill>
                <a:latin typeface="Consolas"/>
                <a:ea typeface="Consolas"/>
                <a:cs typeface="Consolas"/>
              </a:defRPr>
            </a:pPr>
            <a:r>
              <a:rPr lang="en-US" sz="2550" b="0">
                <a:solidFill>
                  <a:srgbClr val="42AFFA"/>
                </a:solidFill>
                <a:latin typeface="Consolas"/>
                <a:ea typeface="Consolas"/>
                <a:cs typeface="Consolas"/>
              </a:rPr>
              <a:t>&lt;/div&gt;</a:t>
            </a:r>
          </a:p>
        </p:txBody>
      </p:sp>
      <p:sp>
        <p:nvSpPr>
          <p:cNvPr id="9" name="text-577">
            <a:extLst>
              <a:ext uri="{FF2B5EF4-FFF2-40B4-BE49-F238E27FC236}">
                <a16:creationId xmlns:a16="http://schemas.microsoft.com/office/drawing/2014/main" id="{802E9A60-FACC-475C-B4A7-6B2B179CF877}"/>
              </a:ext>
            </a:extLst>
          </p:cNvPr>
          <p:cNvSpPr>
            <a:spLocks noGrp="1"/>
          </p:cNvSpPr>
          <p:nvPr/>
        </p:nvSpPr>
        <p:spPr>
          <a:xfrm>
            <a:off x="714375" y="4267200"/>
            <a:ext cx="2286000" cy="400050"/>
          </a:xfrm>
          <a:prstGeom prst="rect">
            <a:avLst/>
          </a:prstGeom>
          <a:noFill/>
          <a:ln w="0">
            <a:noFill/>
          </a:ln>
        </p:spPr>
        <p:txBody>
          <a:bodyPr wrap="none" lIns="0" tIns="0" rIns="0" bIns="0" anchor="t">
            <a:noAutofit/>
          </a:bodyPr>
          <a:lstStyle>
            <a:defPPr algn="l">
              <a:defRPr sz="2175" b="0">
                <a:solidFill>
                  <a:srgbClr val="42AFFA"/>
                </a:solidFill>
                <a:latin typeface="Consolas"/>
                <a:ea typeface="Consolas"/>
                <a:cs typeface="Consolas"/>
              </a:defRPr>
            </a:defPPr>
            <a:lvl1pPr algn="l">
              <a:defRPr sz="2175" b="0">
                <a:solidFill>
                  <a:srgbClr val="42AFFA"/>
                </a:solidFill>
                <a:latin typeface="Consolas"/>
                <a:ea typeface="Consolas"/>
                <a:cs typeface="Consolas"/>
              </a:defRPr>
            </a:lvl1pPr>
            <a:lvl2pPr algn="l">
              <a:defRPr sz="2175" b="0">
                <a:solidFill>
                  <a:srgbClr val="42AFFA"/>
                </a:solidFill>
                <a:latin typeface="Consolas"/>
                <a:ea typeface="Consolas"/>
                <a:cs typeface="Consolas"/>
              </a:defRPr>
            </a:lvl2pPr>
            <a:lvl3pPr algn="l">
              <a:defRPr sz="2175" b="0">
                <a:solidFill>
                  <a:srgbClr val="42AFFA"/>
                </a:solidFill>
                <a:latin typeface="Consolas"/>
                <a:ea typeface="Consolas"/>
                <a:cs typeface="Consolas"/>
              </a:defRPr>
            </a:lvl3pPr>
            <a:lvl4pPr algn="l">
              <a:defRPr sz="2175" b="0">
                <a:solidFill>
                  <a:srgbClr val="42AFFA"/>
                </a:solidFill>
                <a:latin typeface="Consolas"/>
                <a:ea typeface="Consolas"/>
                <a:cs typeface="Consolas"/>
              </a:defRPr>
            </a:lvl4pPr>
            <a:lvl5pPr algn="l">
              <a:defRPr sz="2175" b="0">
                <a:solidFill>
                  <a:srgbClr val="42AFFA"/>
                </a:solidFill>
                <a:latin typeface="Consolas"/>
                <a:ea typeface="Consolas"/>
                <a:cs typeface="Consolas"/>
              </a:defRPr>
            </a:lvl5pPr>
            <a:lvl6pPr algn="l">
              <a:defRPr sz="2175" b="0">
                <a:solidFill>
                  <a:srgbClr val="42AFFA"/>
                </a:solidFill>
                <a:latin typeface="Consolas"/>
                <a:ea typeface="Consolas"/>
                <a:cs typeface="Consolas"/>
              </a:defRPr>
            </a:lvl6pPr>
            <a:lvl7pPr algn="l">
              <a:defRPr sz="2175" b="0">
                <a:solidFill>
                  <a:srgbClr val="42AFFA"/>
                </a:solidFill>
                <a:latin typeface="Consolas"/>
                <a:ea typeface="Consolas"/>
                <a:cs typeface="Consolas"/>
              </a:defRPr>
            </a:lvl7pPr>
            <a:lvl8pPr algn="l">
              <a:defRPr sz="2175" b="0">
                <a:solidFill>
                  <a:srgbClr val="42AFFA"/>
                </a:solidFill>
                <a:latin typeface="Consolas"/>
                <a:ea typeface="Consolas"/>
                <a:cs typeface="Consolas"/>
              </a:defRPr>
            </a:lvl8pPr>
            <a:lvl9pPr algn="l">
              <a:defRPr sz="2175" b="0">
                <a:solidFill>
                  <a:srgbClr val="42AFFA"/>
                </a:solidFill>
                <a:latin typeface="Consolas"/>
                <a:ea typeface="Consolas"/>
                <a:cs typeface="Consolas"/>
              </a:defRPr>
            </a:lvl9pPr>
          </a:lstStyle>
          <a:p>
            <a:pPr algn="l" rtl="0">
              <a:lnSpc>
                <a:spcPct val="108000"/>
              </a:lnSpc>
              <a:buNone/>
              <a:defRPr sz="2175" b="0">
                <a:solidFill>
                  <a:srgbClr val="42AFFA"/>
                </a:solidFill>
                <a:latin typeface="Consolas"/>
                <a:ea typeface="Consolas"/>
                <a:cs typeface="Consolas"/>
              </a:defRPr>
            </a:pPr>
            <a:r>
              <a:rPr lang="en-US" sz="2175" b="0">
                <a:solidFill>
                  <a:srgbClr val="42AFFA"/>
                </a:solidFill>
                <a:latin typeface="Consolas"/>
                <a:ea typeface="Consolas"/>
                <a:cs typeface="Consolas"/>
              </a:rPr>
              <a:t>dir="rtl"</a:t>
            </a:r>
          </a:p>
        </p:txBody>
      </p:sp>
      <p:sp>
        <p:nvSpPr>
          <p:cNvPr id="10" name="text-578">
            <a:extLst>
              <a:ext uri="{FF2B5EF4-FFF2-40B4-BE49-F238E27FC236}">
                <a16:creationId xmlns:a16="http://schemas.microsoft.com/office/drawing/2014/main" id="{D36FE1A9-AA27-4223-93BC-A205FCD322E1}"/>
              </a:ext>
            </a:extLst>
          </p:cNvPr>
          <p:cNvSpPr>
            <a:spLocks noGrp="1"/>
          </p:cNvSpPr>
          <p:nvPr/>
        </p:nvSpPr>
        <p:spPr>
          <a:xfrm>
            <a:off x="3286125" y="4267200"/>
            <a:ext cx="5334000" cy="400050"/>
          </a:xfrm>
          <a:prstGeom prst="rect">
            <a:avLst/>
          </a:prstGeom>
          <a:noFill/>
          <a:ln w="0">
            <a:noFill/>
          </a:ln>
        </p:spPr>
        <p:txBody>
          <a:bodyPr wrap="square" lIns="0" tIns="0" rIns="0" bIns="0" anchor="t">
            <a:noAutofit/>
          </a:bodyPr>
          <a:lstStyle>
            <a:defPPr algn="r">
              <a:defRPr sz="2175" b="0">
                <a:solidFill>
                  <a:srgbClr val="42AFFA"/>
                </a:solidFill>
                <a:latin typeface="Arial"/>
                <a:ea typeface="Arial"/>
                <a:cs typeface="Arial"/>
              </a:defRPr>
            </a:defPPr>
            <a:lvl1pPr algn="r">
              <a:defRPr sz="2175" b="0">
                <a:solidFill>
                  <a:srgbClr val="42AFFA"/>
                </a:solidFill>
                <a:latin typeface="Arial"/>
                <a:ea typeface="Arial"/>
                <a:cs typeface="Arial"/>
              </a:defRPr>
            </a:lvl1pPr>
            <a:lvl2pPr algn="r">
              <a:defRPr sz="2175" b="0">
                <a:solidFill>
                  <a:srgbClr val="42AFFA"/>
                </a:solidFill>
                <a:latin typeface="Arial"/>
                <a:ea typeface="Arial"/>
                <a:cs typeface="Arial"/>
              </a:defRPr>
            </a:lvl2pPr>
            <a:lvl3pPr algn="r">
              <a:defRPr sz="2175" b="0">
                <a:solidFill>
                  <a:srgbClr val="42AFFA"/>
                </a:solidFill>
                <a:latin typeface="Arial"/>
                <a:ea typeface="Arial"/>
                <a:cs typeface="Arial"/>
              </a:defRPr>
            </a:lvl3pPr>
            <a:lvl4pPr algn="r">
              <a:defRPr sz="2175" b="0">
                <a:solidFill>
                  <a:srgbClr val="42AFFA"/>
                </a:solidFill>
                <a:latin typeface="Arial"/>
                <a:ea typeface="Arial"/>
                <a:cs typeface="Arial"/>
              </a:defRPr>
            </a:lvl4pPr>
            <a:lvl5pPr algn="r">
              <a:defRPr sz="2175" b="0">
                <a:solidFill>
                  <a:srgbClr val="42AFFA"/>
                </a:solidFill>
                <a:latin typeface="Arial"/>
                <a:ea typeface="Arial"/>
                <a:cs typeface="Arial"/>
              </a:defRPr>
            </a:lvl5pPr>
            <a:lvl6pPr algn="r">
              <a:defRPr sz="2175" b="0">
                <a:solidFill>
                  <a:srgbClr val="42AFFA"/>
                </a:solidFill>
                <a:latin typeface="Arial"/>
                <a:ea typeface="Arial"/>
                <a:cs typeface="Arial"/>
              </a:defRPr>
            </a:lvl6pPr>
            <a:lvl7pPr algn="r">
              <a:defRPr sz="2175" b="0">
                <a:solidFill>
                  <a:srgbClr val="42AFFA"/>
                </a:solidFill>
                <a:latin typeface="Arial"/>
                <a:ea typeface="Arial"/>
                <a:cs typeface="Arial"/>
              </a:defRPr>
            </a:lvl7pPr>
            <a:lvl8pPr algn="r">
              <a:defRPr sz="2175" b="0">
                <a:solidFill>
                  <a:srgbClr val="42AFFA"/>
                </a:solidFill>
                <a:latin typeface="Arial"/>
                <a:ea typeface="Arial"/>
                <a:cs typeface="Arial"/>
              </a:defRPr>
            </a:lvl8pPr>
            <a:lvl9pPr algn="r">
              <a:defRPr sz="2175" b="0">
                <a:solidFill>
                  <a:srgbClr val="42AFFA"/>
                </a:solidFill>
                <a:latin typeface="Arial"/>
                <a:ea typeface="Arial"/>
                <a:cs typeface="Arial"/>
              </a:defRPr>
            </a:lvl9pPr>
          </a:lstStyle>
          <a:p>
            <a:pPr algn="r" rtl="1">
              <a:lnSpc>
                <a:spcPct val="108000"/>
              </a:lnSpc>
              <a:buNone/>
              <a:defRPr sz="2175" b="0">
                <a:solidFill>
                  <a:srgbClr val="42AFFA"/>
                </a:solidFill>
                <a:latin typeface="Arial"/>
                <a:ea typeface="Arial"/>
                <a:cs typeface="Arial"/>
              </a:defRPr>
            </a:pPr>
            <a:r>
              <a:rPr lang="he-IL" sz="2175" b="0">
                <a:solidFill>
                  <a:srgbClr val="42AFFA"/>
                </a:solidFill>
                <a:latin typeface="Arial"/>
                <a:ea typeface="Arial"/>
                <a:cs typeface="Arial"/>
              </a:rPr>
              <a:t>עברית מימין לשמאל</a:t>
            </a:r>
          </a:p>
        </p:txBody>
      </p:sp>
      <p:sp>
        <p:nvSpPr>
          <p:cNvPr id="11" name="text-579">
            <a:extLst>
              <a:ext uri="{FF2B5EF4-FFF2-40B4-BE49-F238E27FC236}">
                <a16:creationId xmlns:a16="http://schemas.microsoft.com/office/drawing/2014/main" id="{D05F9DBC-C520-4E8E-9A40-7386870F5296}"/>
              </a:ext>
            </a:extLst>
          </p:cNvPr>
          <p:cNvSpPr>
            <a:spLocks noGrp="1"/>
          </p:cNvSpPr>
          <p:nvPr/>
        </p:nvSpPr>
        <p:spPr>
          <a:xfrm>
            <a:off x="523875" y="4667250"/>
            <a:ext cx="8096250" cy="400050"/>
          </a:xfrm>
          <a:prstGeom prst="rect">
            <a:avLst/>
          </a:prstGeom>
          <a:noFill/>
          <a:ln w="0">
            <a:noFill/>
          </a:ln>
        </p:spPr>
        <p:txBody>
          <a:bodyPr wrap="square" lIns="0" tIns="0" rIns="0" bIns="0" anchor="t">
            <a:noAutofit/>
          </a:bodyPr>
          <a:lstStyle>
            <a:defPPr algn="r">
              <a:defRPr sz="2175" b="0">
                <a:solidFill>
                  <a:srgbClr val="FFD166"/>
                </a:solidFill>
                <a:latin typeface="Arial"/>
                <a:ea typeface="Arial"/>
                <a:cs typeface="Arial"/>
              </a:defRPr>
            </a:defPPr>
            <a:lvl1pPr algn="r">
              <a:defRPr sz="2175" b="0">
                <a:solidFill>
                  <a:srgbClr val="FFD166"/>
                </a:solidFill>
                <a:latin typeface="Arial"/>
                <a:ea typeface="Arial"/>
                <a:cs typeface="Arial"/>
              </a:defRPr>
            </a:lvl1pPr>
            <a:lvl2pPr algn="r">
              <a:defRPr sz="2175" b="0">
                <a:solidFill>
                  <a:srgbClr val="FFD166"/>
                </a:solidFill>
                <a:latin typeface="Arial"/>
                <a:ea typeface="Arial"/>
                <a:cs typeface="Arial"/>
              </a:defRPr>
            </a:lvl2pPr>
            <a:lvl3pPr algn="r">
              <a:defRPr sz="2175" b="0">
                <a:solidFill>
                  <a:srgbClr val="FFD166"/>
                </a:solidFill>
                <a:latin typeface="Arial"/>
                <a:ea typeface="Arial"/>
                <a:cs typeface="Arial"/>
              </a:defRPr>
            </a:lvl3pPr>
            <a:lvl4pPr algn="r">
              <a:defRPr sz="2175" b="0">
                <a:solidFill>
                  <a:srgbClr val="FFD166"/>
                </a:solidFill>
                <a:latin typeface="Arial"/>
                <a:ea typeface="Arial"/>
                <a:cs typeface="Arial"/>
              </a:defRPr>
            </a:lvl4pPr>
            <a:lvl5pPr algn="r">
              <a:defRPr sz="2175" b="0">
                <a:solidFill>
                  <a:srgbClr val="FFD166"/>
                </a:solidFill>
                <a:latin typeface="Arial"/>
                <a:ea typeface="Arial"/>
                <a:cs typeface="Arial"/>
              </a:defRPr>
            </a:lvl5pPr>
            <a:lvl6pPr algn="r">
              <a:defRPr sz="2175" b="0">
                <a:solidFill>
                  <a:srgbClr val="FFD166"/>
                </a:solidFill>
                <a:latin typeface="Arial"/>
                <a:ea typeface="Arial"/>
                <a:cs typeface="Arial"/>
              </a:defRPr>
            </a:lvl6pPr>
            <a:lvl7pPr algn="r">
              <a:defRPr sz="2175" b="0">
                <a:solidFill>
                  <a:srgbClr val="FFD166"/>
                </a:solidFill>
                <a:latin typeface="Arial"/>
                <a:ea typeface="Arial"/>
                <a:cs typeface="Arial"/>
              </a:defRPr>
            </a:lvl7pPr>
            <a:lvl8pPr algn="r">
              <a:defRPr sz="2175" b="0">
                <a:solidFill>
                  <a:srgbClr val="FFD166"/>
                </a:solidFill>
                <a:latin typeface="Arial"/>
                <a:ea typeface="Arial"/>
                <a:cs typeface="Arial"/>
              </a:defRPr>
            </a:lvl8pPr>
            <a:lvl9pPr algn="r">
              <a:defRPr sz="2175" b="0">
                <a:solidFill>
                  <a:srgbClr val="FFD166"/>
                </a:solidFill>
                <a:latin typeface="Arial"/>
                <a:ea typeface="Arial"/>
                <a:cs typeface="Arial"/>
              </a:defRPr>
            </a:lvl9pPr>
          </a:lstStyle>
          <a:p>
            <a:pPr algn="r" rtl="1">
              <a:lnSpc>
                <a:spcPct val="108000"/>
              </a:lnSpc>
              <a:buNone/>
              <a:defRPr sz="2175" b="0">
                <a:solidFill>
                  <a:srgbClr val="FFD166"/>
                </a:solidFill>
                <a:latin typeface="Arial"/>
                <a:ea typeface="Arial"/>
                <a:cs typeface="Arial"/>
              </a:defRPr>
            </a:pPr>
            <a:r>
              <a:rPr lang="he-IL" sz="2175" b="0">
                <a:solidFill>
                  <a:srgbClr val="FFD166"/>
                </a:solidFill>
                <a:latin typeface="Arial"/>
                <a:ea typeface="Arial"/>
                <a:cs typeface="Arial"/>
              </a:rPr>
              <a:t>שורה ריקה לפני ואחרי תוכן ה־Markdown</a:t>
            </a:r>
          </a:p>
        </p:txBody>
      </p:sp>
      <p:sp>
        <p:nvSpPr>
          <p:cNvPr id="12" name="line-580">
            <a:extLst>
              <a:ext uri="{FF2B5EF4-FFF2-40B4-BE49-F238E27FC236}">
                <a16:creationId xmlns:a16="http://schemas.microsoft.com/office/drawing/2014/main" id="{C4846306-A9A0-4002-B3AE-BDD544252369}"/>
              </a:ext>
            </a:extLst>
          </p:cNvPr>
          <p:cNvSpPr>
            <a:spLocks noGrp="1"/>
          </p:cNvSpPr>
          <p:nvPr/>
        </p:nvSpPr>
        <p:spPr>
          <a:xfrm>
            <a:off x="4572000" y="5019675"/>
            <a:ext cx="9525" cy="361950"/>
          </a:xfrm>
          <a:custGeom>
            <a:avLst/>
            <a:gdLst/>
            <a:ahLst/>
            <a:cxnLst/>
            <a:rect l="0" t="0" r="0" b="0"/>
            <a:pathLst>
              <a:path w="9525" h="361950">
                <a:moveTo>
                  <a:pt x="0" y="0"/>
                </a:moveTo>
                <a:lnTo>
                  <a:pt x="0" y="361950"/>
                </a:lnTo>
              </a:path>
            </a:pathLst>
          </a:custGeom>
          <a:noFill/>
          <a:ln w="38100">
            <a:solidFill>
              <a:srgbClr val="42AFFA"/>
            </a:solidFill>
          </a:ln>
        </p:spPr>
      </p:sp>
      <p:sp>
        <p:nvSpPr>
          <p:cNvPr id="13" name="line-581">
            <a:extLst>
              <a:ext uri="{FF2B5EF4-FFF2-40B4-BE49-F238E27FC236}">
                <a16:creationId xmlns:a16="http://schemas.microsoft.com/office/drawing/2014/main" id="{680A8917-05DC-4FBA-9058-A13221759953}"/>
              </a:ext>
            </a:extLst>
          </p:cNvPr>
          <p:cNvSpPr>
            <a:spLocks noGrp="1"/>
          </p:cNvSpPr>
          <p:nvPr/>
        </p:nvSpPr>
        <p:spPr>
          <a:xfrm>
            <a:off x="4512257" y="5284181"/>
            <a:ext cx="59743" cy="97444"/>
          </a:xfrm>
          <a:custGeom>
            <a:avLst/>
            <a:gdLst/>
            <a:ahLst/>
            <a:cxnLst/>
            <a:rect l="0" t="0" r="0" b="0"/>
            <a:pathLst>
              <a:path w="59743" h="97444">
                <a:moveTo>
                  <a:pt x="59743" y="97444"/>
                </a:moveTo>
                <a:lnTo>
                  <a:pt x="0" y="0"/>
                </a:lnTo>
              </a:path>
            </a:pathLst>
          </a:custGeom>
          <a:noFill/>
          <a:ln w="38100">
            <a:solidFill>
              <a:srgbClr val="42AFFA"/>
            </a:solidFill>
          </a:ln>
        </p:spPr>
      </p:sp>
      <p:sp>
        <p:nvSpPr>
          <p:cNvPr id="14" name="line-582">
            <a:extLst>
              <a:ext uri="{FF2B5EF4-FFF2-40B4-BE49-F238E27FC236}">
                <a16:creationId xmlns:a16="http://schemas.microsoft.com/office/drawing/2014/main" id="{D8D3FF4A-B881-40A6-A66D-0085B1F75232}"/>
              </a:ext>
            </a:extLst>
          </p:cNvPr>
          <p:cNvSpPr>
            <a:spLocks noGrp="1"/>
          </p:cNvSpPr>
          <p:nvPr/>
        </p:nvSpPr>
        <p:spPr>
          <a:xfrm>
            <a:off x="4572000" y="5284181"/>
            <a:ext cx="59743" cy="97444"/>
          </a:xfrm>
          <a:custGeom>
            <a:avLst/>
            <a:gdLst/>
            <a:ahLst/>
            <a:cxnLst/>
            <a:rect l="0" t="0" r="0" b="0"/>
            <a:pathLst>
              <a:path w="59743" h="97444">
                <a:moveTo>
                  <a:pt x="0" y="97444"/>
                </a:moveTo>
                <a:lnTo>
                  <a:pt x="59743" y="0"/>
                </a:lnTo>
              </a:path>
            </a:pathLst>
          </a:custGeom>
          <a:noFill/>
          <a:ln w="38100">
            <a:solidFill>
              <a:srgbClr val="42AFFA"/>
            </a:solidFill>
          </a:ln>
        </p:spPr>
      </p:sp>
      <p:sp>
        <p:nvSpPr>
          <p:cNvPr id="15" name="text-583">
            <a:extLst>
              <a:ext uri="{FF2B5EF4-FFF2-40B4-BE49-F238E27FC236}">
                <a16:creationId xmlns:a16="http://schemas.microsoft.com/office/drawing/2014/main" id="{188D66C2-CEC0-445F-8D5E-21DFC6025F9C}"/>
              </a:ext>
            </a:extLst>
          </p:cNvPr>
          <p:cNvSpPr>
            <a:spLocks noGrp="1"/>
          </p:cNvSpPr>
          <p:nvPr/>
        </p:nvSpPr>
        <p:spPr>
          <a:xfrm>
            <a:off x="762000" y="5572125"/>
            <a:ext cx="7620000" cy="552450"/>
          </a:xfrm>
          <a:prstGeom prst="rect">
            <a:avLst/>
          </a:prstGeom>
          <a:noFill/>
          <a:ln w="0">
            <a:noFill/>
          </a:ln>
        </p:spPr>
        <p:txBody>
          <a:bodyPr wrap="square" lIns="0" tIns="0" rIns="0" bIns="0" anchor="t">
            <a:noAutofit/>
          </a:bodyPr>
          <a:lstStyle>
            <a:defPPr algn="r">
              <a:defRPr sz="3225" b="1">
                <a:solidFill>
                  <a:srgbClr val="F7F7F7"/>
                </a:solidFill>
                <a:latin typeface="Arial"/>
                <a:ea typeface="Arial"/>
                <a:cs typeface="Arial"/>
              </a:defRPr>
            </a:defPPr>
            <a:lvl1pPr algn="r">
              <a:defRPr sz="3225" b="1">
                <a:solidFill>
                  <a:srgbClr val="F7F7F7"/>
                </a:solidFill>
                <a:latin typeface="Arial"/>
                <a:ea typeface="Arial"/>
                <a:cs typeface="Arial"/>
              </a:defRPr>
            </a:lvl1pPr>
            <a:lvl2pPr algn="r">
              <a:defRPr sz="3225" b="1">
                <a:solidFill>
                  <a:srgbClr val="F7F7F7"/>
                </a:solidFill>
                <a:latin typeface="Arial"/>
                <a:ea typeface="Arial"/>
                <a:cs typeface="Arial"/>
              </a:defRPr>
            </a:lvl2pPr>
            <a:lvl3pPr algn="r">
              <a:defRPr sz="3225" b="1">
                <a:solidFill>
                  <a:srgbClr val="F7F7F7"/>
                </a:solidFill>
                <a:latin typeface="Arial"/>
                <a:ea typeface="Arial"/>
                <a:cs typeface="Arial"/>
              </a:defRPr>
            </a:lvl3pPr>
            <a:lvl4pPr algn="r">
              <a:defRPr sz="3225" b="1">
                <a:solidFill>
                  <a:srgbClr val="F7F7F7"/>
                </a:solidFill>
                <a:latin typeface="Arial"/>
                <a:ea typeface="Arial"/>
                <a:cs typeface="Arial"/>
              </a:defRPr>
            </a:lvl4pPr>
            <a:lvl5pPr algn="r">
              <a:defRPr sz="3225" b="1">
                <a:solidFill>
                  <a:srgbClr val="F7F7F7"/>
                </a:solidFill>
                <a:latin typeface="Arial"/>
                <a:ea typeface="Arial"/>
                <a:cs typeface="Arial"/>
              </a:defRPr>
            </a:lvl5pPr>
            <a:lvl6pPr algn="r">
              <a:defRPr sz="3225" b="1">
                <a:solidFill>
                  <a:srgbClr val="F7F7F7"/>
                </a:solidFill>
                <a:latin typeface="Arial"/>
                <a:ea typeface="Arial"/>
                <a:cs typeface="Arial"/>
              </a:defRPr>
            </a:lvl6pPr>
            <a:lvl7pPr algn="r">
              <a:defRPr sz="3225" b="1">
                <a:solidFill>
                  <a:srgbClr val="F7F7F7"/>
                </a:solidFill>
                <a:latin typeface="Arial"/>
                <a:ea typeface="Arial"/>
                <a:cs typeface="Arial"/>
              </a:defRPr>
            </a:lvl7pPr>
            <a:lvl8pPr algn="r">
              <a:defRPr sz="3225" b="1">
                <a:solidFill>
                  <a:srgbClr val="F7F7F7"/>
                </a:solidFill>
                <a:latin typeface="Arial"/>
                <a:ea typeface="Arial"/>
                <a:cs typeface="Arial"/>
              </a:defRPr>
            </a:lvl8pPr>
            <a:lvl9pPr algn="r">
              <a:defRPr sz="3225" b="1">
                <a:solidFill>
                  <a:srgbClr val="F7F7F7"/>
                </a:solidFill>
                <a:latin typeface="Arial"/>
                <a:ea typeface="Arial"/>
                <a:cs typeface="Arial"/>
              </a:defRPr>
            </a:lvl9pPr>
          </a:lstStyle>
          <a:p>
            <a:pPr algn="r" rtl="1">
              <a:lnSpc>
                <a:spcPct val="108000"/>
              </a:lnSpc>
              <a:buNone/>
              <a:defRPr sz="3225" b="1">
                <a:solidFill>
                  <a:srgbClr val="F7F7F7"/>
                </a:solidFill>
                <a:latin typeface="Arial"/>
                <a:ea typeface="Arial"/>
                <a:cs typeface="Arial"/>
              </a:defRPr>
            </a:pPr>
            <a:r>
              <a:rPr lang="he-IL" sz="3225" b="1">
                <a:solidFill>
                  <a:srgbClr val="F7F7F7"/>
                </a:solidFill>
                <a:latin typeface="Arial"/>
                <a:ea typeface="Arial"/>
                <a:cs typeface="Arial"/>
              </a:rPr>
              <a:t>הכדור המתגלגל</a:t>
            </a:r>
          </a:p>
        </p:txBody>
      </p:sp>
    </p:spTree>
    <p:extLst>
      <p:ext uri="{BB962C8B-B14F-4D97-AF65-F5344CB8AC3E}">
        <p14:creationId xmlns:p14="http://schemas.microsoft.com/office/powerpoint/2010/main" val="1809066123"/>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2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1" name="text-584">
            <a:extLst>
              <a:ext uri="{FF2B5EF4-FFF2-40B4-BE49-F238E27FC236}">
                <a16:creationId xmlns:a16="http://schemas.microsoft.com/office/drawing/2014/main" id="{BC0E581D-A977-4551-8A94-0B0C1764A429}"/>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קישורים ותמונות</a:t>
            </a:r>
          </a:p>
        </p:txBody>
      </p:sp>
      <p:sp>
        <p:nvSpPr>
          <p:cNvPr id="2" name="text-585">
            <a:extLst>
              <a:ext uri="{FF2B5EF4-FFF2-40B4-BE49-F238E27FC236}">
                <a16:creationId xmlns:a16="http://schemas.microsoft.com/office/drawing/2014/main" id="{A1214E3B-6955-43A3-A6F8-E0CE13DC3DAC}"/>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37</a:t>
            </a:r>
          </a:p>
        </p:txBody>
      </p:sp>
      <p:sp>
        <p:nvSpPr>
          <p:cNvPr id="3" name="text-586">
            <a:extLst>
              <a:ext uri="{FF2B5EF4-FFF2-40B4-BE49-F238E27FC236}">
                <a16:creationId xmlns:a16="http://schemas.microsoft.com/office/drawing/2014/main" id="{C29260CB-D7AC-4FEB-80B2-EFA372154AA1}"/>
              </a:ext>
            </a:extLst>
          </p:cNvPr>
          <p:cNvSpPr>
            <a:spLocks noGrp="1"/>
          </p:cNvSpPr>
          <p:nvPr/>
        </p:nvSpPr>
        <p:spPr>
          <a:xfrm>
            <a:off x="523875" y="1333500"/>
            <a:ext cx="8096250" cy="428625"/>
          </a:xfrm>
          <a:prstGeom prst="rect">
            <a:avLst/>
          </a:prstGeom>
          <a:noFill/>
          <a:ln w="0">
            <a:noFill/>
          </a:ln>
        </p:spPr>
        <p:txBody>
          <a:bodyPr wrap="square" lIns="0" tIns="0" rIns="0" bIns="0" anchor="t">
            <a:noAutofit/>
          </a:bodyPr>
          <a:lstStyle>
            <a:defPPr algn="r">
              <a:defRPr sz="2550" b="0">
                <a:solidFill>
                  <a:srgbClr val="88FF88"/>
                </a:solidFill>
                <a:latin typeface="Arial"/>
                <a:ea typeface="Arial"/>
                <a:cs typeface="Arial"/>
              </a:defRPr>
            </a:defPPr>
            <a:lvl1pPr algn="r">
              <a:defRPr sz="2550" b="0">
                <a:solidFill>
                  <a:srgbClr val="88FF88"/>
                </a:solidFill>
                <a:latin typeface="Arial"/>
                <a:ea typeface="Arial"/>
                <a:cs typeface="Arial"/>
              </a:defRPr>
            </a:lvl1pPr>
            <a:lvl2pPr algn="r">
              <a:defRPr sz="2550" b="0">
                <a:solidFill>
                  <a:srgbClr val="88FF88"/>
                </a:solidFill>
                <a:latin typeface="Arial"/>
                <a:ea typeface="Arial"/>
                <a:cs typeface="Arial"/>
              </a:defRPr>
            </a:lvl2pPr>
            <a:lvl3pPr algn="r">
              <a:defRPr sz="2550" b="0">
                <a:solidFill>
                  <a:srgbClr val="88FF88"/>
                </a:solidFill>
                <a:latin typeface="Arial"/>
                <a:ea typeface="Arial"/>
                <a:cs typeface="Arial"/>
              </a:defRPr>
            </a:lvl3pPr>
            <a:lvl4pPr algn="r">
              <a:defRPr sz="2550" b="0">
                <a:solidFill>
                  <a:srgbClr val="88FF88"/>
                </a:solidFill>
                <a:latin typeface="Arial"/>
                <a:ea typeface="Arial"/>
                <a:cs typeface="Arial"/>
              </a:defRPr>
            </a:lvl4pPr>
            <a:lvl5pPr algn="r">
              <a:defRPr sz="2550" b="0">
                <a:solidFill>
                  <a:srgbClr val="88FF88"/>
                </a:solidFill>
                <a:latin typeface="Arial"/>
                <a:ea typeface="Arial"/>
                <a:cs typeface="Arial"/>
              </a:defRPr>
            </a:lvl5pPr>
            <a:lvl6pPr algn="r">
              <a:defRPr sz="2550" b="0">
                <a:solidFill>
                  <a:srgbClr val="88FF88"/>
                </a:solidFill>
                <a:latin typeface="Arial"/>
                <a:ea typeface="Arial"/>
                <a:cs typeface="Arial"/>
              </a:defRPr>
            </a:lvl6pPr>
            <a:lvl7pPr algn="r">
              <a:defRPr sz="2550" b="0">
                <a:solidFill>
                  <a:srgbClr val="88FF88"/>
                </a:solidFill>
                <a:latin typeface="Arial"/>
                <a:ea typeface="Arial"/>
                <a:cs typeface="Arial"/>
              </a:defRPr>
            </a:lvl7pPr>
            <a:lvl8pPr algn="r">
              <a:defRPr sz="2550" b="0">
                <a:solidFill>
                  <a:srgbClr val="88FF88"/>
                </a:solidFill>
                <a:latin typeface="Arial"/>
                <a:ea typeface="Arial"/>
                <a:cs typeface="Arial"/>
              </a:defRPr>
            </a:lvl8pPr>
            <a:lvl9pPr algn="r">
              <a:defRPr sz="2550" b="0">
                <a:solidFill>
                  <a:srgbClr val="88FF88"/>
                </a:solidFill>
                <a:latin typeface="Arial"/>
                <a:ea typeface="Arial"/>
                <a:cs typeface="Arial"/>
              </a:defRPr>
            </a:lvl9pPr>
          </a:lstStyle>
          <a:p>
            <a:pPr algn="r" rtl="1">
              <a:lnSpc>
                <a:spcPct val="108000"/>
              </a:lnSpc>
              <a:buNone/>
              <a:defRPr sz="2550" b="0">
                <a:solidFill>
                  <a:srgbClr val="88FF88"/>
                </a:solidFill>
                <a:latin typeface="Arial"/>
                <a:ea typeface="Arial"/>
                <a:cs typeface="Arial"/>
              </a:defRPr>
            </a:pPr>
            <a:r>
              <a:rPr lang="he-IL" sz="2550" b="0">
                <a:solidFill>
                  <a:srgbClr val="88FF88"/>
                </a:solidFill>
                <a:latin typeface="Arial"/>
                <a:ea typeface="Arial"/>
                <a:cs typeface="Arial"/>
              </a:rPr>
              <a:t>קישור</a:t>
            </a:r>
          </a:p>
        </p:txBody>
      </p:sp>
      <p:sp>
        <p:nvSpPr>
          <p:cNvPr id="4" name="text-587">
            <a:extLst>
              <a:ext uri="{FF2B5EF4-FFF2-40B4-BE49-F238E27FC236}">
                <a16:creationId xmlns:a16="http://schemas.microsoft.com/office/drawing/2014/main" id="{538192CC-4F08-414A-83E3-196667A4D190}"/>
              </a:ext>
            </a:extLst>
          </p:cNvPr>
          <p:cNvSpPr>
            <a:spLocks noGrp="1"/>
          </p:cNvSpPr>
          <p:nvPr/>
        </p:nvSpPr>
        <p:spPr>
          <a:xfrm>
            <a:off x="619125" y="1857375"/>
            <a:ext cx="7905750" cy="523875"/>
          </a:xfrm>
          <a:prstGeom prst="rect">
            <a:avLst/>
          </a:prstGeom>
          <a:noFill/>
          <a:ln w="0">
            <a:noFill/>
          </a:ln>
        </p:spPr>
        <p:txBody>
          <a:bodyPr wrap="none" lIns="0" tIns="0" rIns="0" bIns="0" anchor="t">
            <a:noAutofit/>
          </a:bodyPr>
          <a:lstStyle>
            <a:defPPr algn="l">
              <a:defRPr sz="2775" b="0">
                <a:solidFill>
                  <a:srgbClr val="42AFFA"/>
                </a:solidFill>
                <a:latin typeface="Consolas"/>
                <a:ea typeface="Consolas"/>
                <a:cs typeface="Consolas"/>
              </a:defRPr>
            </a:defPPr>
            <a:lvl1pPr algn="l">
              <a:defRPr sz="2775" b="0">
                <a:solidFill>
                  <a:srgbClr val="42AFFA"/>
                </a:solidFill>
                <a:latin typeface="Consolas"/>
                <a:ea typeface="Consolas"/>
                <a:cs typeface="Consolas"/>
              </a:defRPr>
            </a:lvl1pPr>
            <a:lvl2pPr algn="l">
              <a:defRPr sz="2775" b="0">
                <a:solidFill>
                  <a:srgbClr val="42AFFA"/>
                </a:solidFill>
                <a:latin typeface="Consolas"/>
                <a:ea typeface="Consolas"/>
                <a:cs typeface="Consolas"/>
              </a:defRPr>
            </a:lvl2pPr>
            <a:lvl3pPr algn="l">
              <a:defRPr sz="2775" b="0">
                <a:solidFill>
                  <a:srgbClr val="42AFFA"/>
                </a:solidFill>
                <a:latin typeface="Consolas"/>
                <a:ea typeface="Consolas"/>
                <a:cs typeface="Consolas"/>
              </a:defRPr>
            </a:lvl3pPr>
            <a:lvl4pPr algn="l">
              <a:defRPr sz="2775" b="0">
                <a:solidFill>
                  <a:srgbClr val="42AFFA"/>
                </a:solidFill>
                <a:latin typeface="Consolas"/>
                <a:ea typeface="Consolas"/>
                <a:cs typeface="Consolas"/>
              </a:defRPr>
            </a:lvl4pPr>
            <a:lvl5pPr algn="l">
              <a:defRPr sz="2775" b="0">
                <a:solidFill>
                  <a:srgbClr val="42AFFA"/>
                </a:solidFill>
                <a:latin typeface="Consolas"/>
                <a:ea typeface="Consolas"/>
                <a:cs typeface="Consolas"/>
              </a:defRPr>
            </a:lvl5pPr>
            <a:lvl6pPr algn="l">
              <a:defRPr sz="2775" b="0">
                <a:solidFill>
                  <a:srgbClr val="42AFFA"/>
                </a:solidFill>
                <a:latin typeface="Consolas"/>
                <a:ea typeface="Consolas"/>
                <a:cs typeface="Consolas"/>
              </a:defRPr>
            </a:lvl6pPr>
            <a:lvl7pPr algn="l">
              <a:defRPr sz="2775" b="0">
                <a:solidFill>
                  <a:srgbClr val="42AFFA"/>
                </a:solidFill>
                <a:latin typeface="Consolas"/>
                <a:ea typeface="Consolas"/>
                <a:cs typeface="Consolas"/>
              </a:defRPr>
            </a:lvl7pPr>
            <a:lvl8pPr algn="l">
              <a:defRPr sz="2775" b="0">
                <a:solidFill>
                  <a:srgbClr val="42AFFA"/>
                </a:solidFill>
                <a:latin typeface="Consolas"/>
                <a:ea typeface="Consolas"/>
                <a:cs typeface="Consolas"/>
              </a:defRPr>
            </a:lvl8pPr>
            <a:lvl9pPr algn="l">
              <a:defRPr sz="2775" b="0">
                <a:solidFill>
                  <a:srgbClr val="42AFFA"/>
                </a:solidFill>
                <a:latin typeface="Consolas"/>
                <a:ea typeface="Consolas"/>
                <a:cs typeface="Consolas"/>
              </a:defRPr>
            </a:lvl9pPr>
          </a:lstStyle>
          <a:p>
            <a:pPr algn="l" rtl="0">
              <a:lnSpc>
                <a:spcPct val="108000"/>
              </a:lnSpc>
              <a:buNone/>
              <a:defRPr sz="2775" b="0">
                <a:solidFill>
                  <a:srgbClr val="42AFFA"/>
                </a:solidFill>
                <a:latin typeface="Consolas"/>
                <a:ea typeface="Consolas"/>
                <a:cs typeface="Consolas"/>
              </a:defRPr>
            </a:pPr>
            <a:r>
              <a:rPr lang="en-US" sz="2775" b="0">
                <a:solidFill>
                  <a:srgbClr val="42AFFA"/>
                </a:solidFill>
                <a:latin typeface="Consolas"/>
                <a:ea typeface="Consolas"/>
                <a:cs typeface="Consolas"/>
              </a:rPr>
              <a:t>[text](url)</a:t>
            </a:r>
          </a:p>
        </p:txBody>
      </p:sp>
      <p:sp>
        <p:nvSpPr>
          <p:cNvPr id="5" name="text-588">
            <a:extLst>
              <a:ext uri="{FF2B5EF4-FFF2-40B4-BE49-F238E27FC236}">
                <a16:creationId xmlns:a16="http://schemas.microsoft.com/office/drawing/2014/main" id="{7924EFD1-791E-481E-910E-0B9DF018D00B}"/>
              </a:ext>
            </a:extLst>
          </p:cNvPr>
          <p:cNvSpPr>
            <a:spLocks noGrp="1"/>
          </p:cNvSpPr>
          <p:nvPr/>
        </p:nvSpPr>
        <p:spPr>
          <a:xfrm>
            <a:off x="619125" y="2543175"/>
            <a:ext cx="7905750" cy="523875"/>
          </a:xfrm>
          <a:prstGeom prst="rect">
            <a:avLst/>
          </a:prstGeom>
          <a:noFill/>
          <a:ln w="0">
            <a:noFill/>
          </a:ln>
        </p:spPr>
        <p:txBody>
          <a:bodyPr wrap="none" lIns="0" tIns="0" rIns="0" bIns="0" anchor="t">
            <a:noAutofit/>
          </a:bodyPr>
          <a:lstStyle>
            <a:defPPr algn="l">
              <a:defRPr sz="2100" b="0">
                <a:solidFill>
                  <a:srgbClr val="F7F7F7"/>
                </a:solidFill>
                <a:latin typeface="Arial"/>
                <a:ea typeface="Arial"/>
                <a:cs typeface="Arial"/>
              </a:defRPr>
            </a:defPPr>
            <a:lvl1pPr algn="l">
              <a:defRPr sz="2100" b="0">
                <a:solidFill>
                  <a:srgbClr val="F7F7F7"/>
                </a:solidFill>
                <a:latin typeface="Arial"/>
                <a:ea typeface="Arial"/>
                <a:cs typeface="Arial"/>
              </a:defRPr>
            </a:lvl1pPr>
            <a:lvl2pPr algn="l">
              <a:defRPr sz="2100" b="0">
                <a:solidFill>
                  <a:srgbClr val="F7F7F7"/>
                </a:solidFill>
                <a:latin typeface="Arial"/>
                <a:ea typeface="Arial"/>
                <a:cs typeface="Arial"/>
              </a:defRPr>
            </a:lvl2pPr>
            <a:lvl3pPr algn="l">
              <a:defRPr sz="2100" b="0">
                <a:solidFill>
                  <a:srgbClr val="F7F7F7"/>
                </a:solidFill>
                <a:latin typeface="Arial"/>
                <a:ea typeface="Arial"/>
                <a:cs typeface="Arial"/>
              </a:defRPr>
            </a:lvl3pPr>
            <a:lvl4pPr algn="l">
              <a:defRPr sz="2100" b="0">
                <a:solidFill>
                  <a:srgbClr val="F7F7F7"/>
                </a:solidFill>
                <a:latin typeface="Arial"/>
                <a:ea typeface="Arial"/>
                <a:cs typeface="Arial"/>
              </a:defRPr>
            </a:lvl4pPr>
            <a:lvl5pPr algn="l">
              <a:defRPr sz="2100" b="0">
                <a:solidFill>
                  <a:srgbClr val="F7F7F7"/>
                </a:solidFill>
                <a:latin typeface="Arial"/>
                <a:ea typeface="Arial"/>
                <a:cs typeface="Arial"/>
              </a:defRPr>
            </a:lvl5pPr>
            <a:lvl6pPr algn="l">
              <a:defRPr sz="2100" b="0">
                <a:solidFill>
                  <a:srgbClr val="F7F7F7"/>
                </a:solidFill>
                <a:latin typeface="Arial"/>
                <a:ea typeface="Arial"/>
                <a:cs typeface="Arial"/>
              </a:defRPr>
            </a:lvl6pPr>
            <a:lvl7pPr algn="l">
              <a:defRPr sz="2100" b="0">
                <a:solidFill>
                  <a:srgbClr val="F7F7F7"/>
                </a:solidFill>
                <a:latin typeface="Arial"/>
                <a:ea typeface="Arial"/>
                <a:cs typeface="Arial"/>
              </a:defRPr>
            </a:lvl7pPr>
            <a:lvl8pPr algn="l">
              <a:defRPr sz="2100" b="0">
                <a:solidFill>
                  <a:srgbClr val="F7F7F7"/>
                </a:solidFill>
                <a:latin typeface="Arial"/>
                <a:ea typeface="Arial"/>
                <a:cs typeface="Arial"/>
              </a:defRPr>
            </a:lvl8pPr>
            <a:lvl9pPr algn="l">
              <a:defRPr sz="2100" b="0">
                <a:solidFill>
                  <a:srgbClr val="F7F7F7"/>
                </a:solidFill>
                <a:latin typeface="Arial"/>
                <a:ea typeface="Arial"/>
                <a:cs typeface="Arial"/>
              </a:defRPr>
            </a:lvl9pPr>
          </a:lstStyle>
          <a:p>
            <a:pPr algn="l" rtl="0">
              <a:lnSpc>
                <a:spcPct val="108000"/>
              </a:lnSpc>
              <a:buNone/>
              <a:defRPr sz="2100" b="0">
                <a:solidFill>
                  <a:srgbClr val="F7F7F7"/>
                </a:solidFill>
                <a:latin typeface="Arial"/>
                <a:ea typeface="Arial"/>
                <a:cs typeface="Arial"/>
              </a:defRPr>
            </a:pPr>
            <a:r>
              <a:rPr lang="en-US" sz="2100" b="0">
                <a:solidFill>
                  <a:srgbClr val="F7F7F7"/>
                </a:solidFill>
                <a:latin typeface="Arial"/>
                <a:ea typeface="Arial"/>
                <a:cs typeface="Arial"/>
              </a:rPr>
              <a:t>[לשחק במשחק](https://my-team.github.io/my-game)</a:t>
            </a:r>
          </a:p>
        </p:txBody>
      </p:sp>
      <p:sp>
        <p:nvSpPr>
          <p:cNvPr id="6" name="line-589">
            <a:extLst>
              <a:ext uri="{FF2B5EF4-FFF2-40B4-BE49-F238E27FC236}">
                <a16:creationId xmlns:a16="http://schemas.microsoft.com/office/drawing/2014/main" id="{D0E4299C-A600-4636-BAC7-B79E04A2CC7D}"/>
              </a:ext>
            </a:extLst>
          </p:cNvPr>
          <p:cNvSpPr>
            <a:spLocks noGrp="1"/>
          </p:cNvSpPr>
          <p:nvPr/>
        </p:nvSpPr>
        <p:spPr>
          <a:xfrm>
            <a:off x="619125" y="3333750"/>
            <a:ext cx="7905750" cy="9525"/>
          </a:xfrm>
          <a:custGeom>
            <a:avLst/>
            <a:gdLst/>
            <a:ahLst/>
            <a:cxnLst/>
            <a:rect l="0" t="0" r="0" b="0"/>
            <a:pathLst>
              <a:path w="7905750" h="9525">
                <a:moveTo>
                  <a:pt x="0" y="0"/>
                </a:moveTo>
                <a:lnTo>
                  <a:pt x="7905750" y="0"/>
                </a:lnTo>
              </a:path>
            </a:pathLst>
          </a:custGeom>
          <a:noFill/>
          <a:ln w="19050">
            <a:solidFill>
              <a:srgbClr val="41454D"/>
            </a:solidFill>
          </a:ln>
        </p:spPr>
      </p:sp>
      <p:sp>
        <p:nvSpPr>
          <p:cNvPr id="7" name="text-590">
            <a:extLst>
              <a:ext uri="{FF2B5EF4-FFF2-40B4-BE49-F238E27FC236}">
                <a16:creationId xmlns:a16="http://schemas.microsoft.com/office/drawing/2014/main" id="{BAC93156-1284-4F0C-B6AE-DE466B8C1122}"/>
              </a:ext>
            </a:extLst>
          </p:cNvPr>
          <p:cNvSpPr>
            <a:spLocks noGrp="1"/>
          </p:cNvSpPr>
          <p:nvPr/>
        </p:nvSpPr>
        <p:spPr>
          <a:xfrm>
            <a:off x="523875" y="3667125"/>
            <a:ext cx="8096250" cy="476250"/>
          </a:xfrm>
          <a:prstGeom prst="rect">
            <a:avLst/>
          </a:prstGeom>
          <a:noFill/>
          <a:ln w="0">
            <a:noFill/>
          </a:ln>
        </p:spPr>
        <p:txBody>
          <a:bodyPr wrap="square" lIns="0" tIns="0" rIns="0" bIns="0" anchor="t">
            <a:noAutofit/>
          </a:bodyPr>
          <a:lstStyle>
            <a:defPPr algn="r">
              <a:defRPr sz="2550" b="0">
                <a:solidFill>
                  <a:srgbClr val="88FF88"/>
                </a:solidFill>
                <a:latin typeface="Arial"/>
                <a:ea typeface="Arial"/>
                <a:cs typeface="Arial"/>
              </a:defRPr>
            </a:defPPr>
            <a:lvl1pPr algn="r">
              <a:defRPr sz="2550" b="0">
                <a:solidFill>
                  <a:srgbClr val="88FF88"/>
                </a:solidFill>
                <a:latin typeface="Arial"/>
                <a:ea typeface="Arial"/>
                <a:cs typeface="Arial"/>
              </a:defRPr>
            </a:lvl1pPr>
            <a:lvl2pPr algn="r">
              <a:defRPr sz="2550" b="0">
                <a:solidFill>
                  <a:srgbClr val="88FF88"/>
                </a:solidFill>
                <a:latin typeface="Arial"/>
                <a:ea typeface="Arial"/>
                <a:cs typeface="Arial"/>
              </a:defRPr>
            </a:lvl2pPr>
            <a:lvl3pPr algn="r">
              <a:defRPr sz="2550" b="0">
                <a:solidFill>
                  <a:srgbClr val="88FF88"/>
                </a:solidFill>
                <a:latin typeface="Arial"/>
                <a:ea typeface="Arial"/>
                <a:cs typeface="Arial"/>
              </a:defRPr>
            </a:lvl3pPr>
            <a:lvl4pPr algn="r">
              <a:defRPr sz="2550" b="0">
                <a:solidFill>
                  <a:srgbClr val="88FF88"/>
                </a:solidFill>
                <a:latin typeface="Arial"/>
                <a:ea typeface="Arial"/>
                <a:cs typeface="Arial"/>
              </a:defRPr>
            </a:lvl4pPr>
            <a:lvl5pPr algn="r">
              <a:defRPr sz="2550" b="0">
                <a:solidFill>
                  <a:srgbClr val="88FF88"/>
                </a:solidFill>
                <a:latin typeface="Arial"/>
                <a:ea typeface="Arial"/>
                <a:cs typeface="Arial"/>
              </a:defRPr>
            </a:lvl5pPr>
            <a:lvl6pPr algn="r">
              <a:defRPr sz="2550" b="0">
                <a:solidFill>
                  <a:srgbClr val="88FF88"/>
                </a:solidFill>
                <a:latin typeface="Arial"/>
                <a:ea typeface="Arial"/>
                <a:cs typeface="Arial"/>
              </a:defRPr>
            </a:lvl6pPr>
            <a:lvl7pPr algn="r">
              <a:defRPr sz="2550" b="0">
                <a:solidFill>
                  <a:srgbClr val="88FF88"/>
                </a:solidFill>
                <a:latin typeface="Arial"/>
                <a:ea typeface="Arial"/>
                <a:cs typeface="Arial"/>
              </a:defRPr>
            </a:lvl7pPr>
            <a:lvl8pPr algn="r">
              <a:defRPr sz="2550" b="0">
                <a:solidFill>
                  <a:srgbClr val="88FF88"/>
                </a:solidFill>
                <a:latin typeface="Arial"/>
                <a:ea typeface="Arial"/>
                <a:cs typeface="Arial"/>
              </a:defRPr>
            </a:lvl8pPr>
            <a:lvl9pPr algn="r">
              <a:defRPr sz="2550" b="0">
                <a:solidFill>
                  <a:srgbClr val="88FF88"/>
                </a:solidFill>
                <a:latin typeface="Arial"/>
                <a:ea typeface="Arial"/>
                <a:cs typeface="Arial"/>
              </a:defRPr>
            </a:lvl9pPr>
          </a:lstStyle>
          <a:p>
            <a:pPr algn="r" rtl="1">
              <a:lnSpc>
                <a:spcPct val="108000"/>
              </a:lnSpc>
              <a:buNone/>
              <a:defRPr sz="2550" b="0">
                <a:solidFill>
                  <a:srgbClr val="88FF88"/>
                </a:solidFill>
                <a:latin typeface="Arial"/>
                <a:ea typeface="Arial"/>
                <a:cs typeface="Arial"/>
              </a:defRPr>
            </a:pPr>
            <a:r>
              <a:rPr lang="he-IL" sz="2550" b="0">
                <a:solidFill>
                  <a:srgbClr val="88FF88"/>
                </a:solidFill>
                <a:latin typeface="Arial"/>
                <a:ea typeface="Arial"/>
                <a:cs typeface="Arial"/>
              </a:rPr>
              <a:t>תמונה — מתחילה בסימן קריאה</a:t>
            </a:r>
          </a:p>
        </p:txBody>
      </p:sp>
      <p:sp>
        <p:nvSpPr>
          <p:cNvPr id="8" name="text-591">
            <a:extLst>
              <a:ext uri="{FF2B5EF4-FFF2-40B4-BE49-F238E27FC236}">
                <a16:creationId xmlns:a16="http://schemas.microsoft.com/office/drawing/2014/main" id="{0B5E6268-0560-47A4-BB9A-E803698BB003}"/>
              </a:ext>
            </a:extLst>
          </p:cNvPr>
          <p:cNvSpPr>
            <a:spLocks noGrp="1"/>
          </p:cNvSpPr>
          <p:nvPr/>
        </p:nvSpPr>
        <p:spPr>
          <a:xfrm>
            <a:off x="619125" y="4248150"/>
            <a:ext cx="7905750" cy="523875"/>
          </a:xfrm>
          <a:prstGeom prst="rect">
            <a:avLst/>
          </a:prstGeom>
          <a:noFill/>
          <a:ln w="0">
            <a:noFill/>
          </a:ln>
        </p:spPr>
        <p:txBody>
          <a:bodyPr wrap="none" lIns="0" tIns="0" rIns="0" bIns="0" anchor="t">
            <a:noAutofit/>
          </a:bodyPr>
          <a:lstStyle>
            <a:defPPr algn="l">
              <a:defRPr sz="2775" b="0">
                <a:solidFill>
                  <a:srgbClr val="42AFFA"/>
                </a:solidFill>
                <a:latin typeface="Consolas"/>
                <a:ea typeface="Consolas"/>
                <a:cs typeface="Consolas"/>
              </a:defRPr>
            </a:defPPr>
            <a:lvl1pPr algn="l">
              <a:defRPr sz="2775" b="0">
                <a:solidFill>
                  <a:srgbClr val="42AFFA"/>
                </a:solidFill>
                <a:latin typeface="Consolas"/>
                <a:ea typeface="Consolas"/>
                <a:cs typeface="Consolas"/>
              </a:defRPr>
            </a:lvl1pPr>
            <a:lvl2pPr algn="l">
              <a:defRPr sz="2775" b="0">
                <a:solidFill>
                  <a:srgbClr val="42AFFA"/>
                </a:solidFill>
                <a:latin typeface="Consolas"/>
                <a:ea typeface="Consolas"/>
                <a:cs typeface="Consolas"/>
              </a:defRPr>
            </a:lvl2pPr>
            <a:lvl3pPr algn="l">
              <a:defRPr sz="2775" b="0">
                <a:solidFill>
                  <a:srgbClr val="42AFFA"/>
                </a:solidFill>
                <a:latin typeface="Consolas"/>
                <a:ea typeface="Consolas"/>
                <a:cs typeface="Consolas"/>
              </a:defRPr>
            </a:lvl3pPr>
            <a:lvl4pPr algn="l">
              <a:defRPr sz="2775" b="0">
                <a:solidFill>
                  <a:srgbClr val="42AFFA"/>
                </a:solidFill>
                <a:latin typeface="Consolas"/>
                <a:ea typeface="Consolas"/>
                <a:cs typeface="Consolas"/>
              </a:defRPr>
            </a:lvl4pPr>
            <a:lvl5pPr algn="l">
              <a:defRPr sz="2775" b="0">
                <a:solidFill>
                  <a:srgbClr val="42AFFA"/>
                </a:solidFill>
                <a:latin typeface="Consolas"/>
                <a:ea typeface="Consolas"/>
                <a:cs typeface="Consolas"/>
              </a:defRPr>
            </a:lvl5pPr>
            <a:lvl6pPr algn="l">
              <a:defRPr sz="2775" b="0">
                <a:solidFill>
                  <a:srgbClr val="42AFFA"/>
                </a:solidFill>
                <a:latin typeface="Consolas"/>
                <a:ea typeface="Consolas"/>
                <a:cs typeface="Consolas"/>
              </a:defRPr>
            </a:lvl6pPr>
            <a:lvl7pPr algn="l">
              <a:defRPr sz="2775" b="0">
                <a:solidFill>
                  <a:srgbClr val="42AFFA"/>
                </a:solidFill>
                <a:latin typeface="Consolas"/>
                <a:ea typeface="Consolas"/>
                <a:cs typeface="Consolas"/>
              </a:defRPr>
            </a:lvl7pPr>
            <a:lvl8pPr algn="l">
              <a:defRPr sz="2775" b="0">
                <a:solidFill>
                  <a:srgbClr val="42AFFA"/>
                </a:solidFill>
                <a:latin typeface="Consolas"/>
                <a:ea typeface="Consolas"/>
                <a:cs typeface="Consolas"/>
              </a:defRPr>
            </a:lvl8pPr>
            <a:lvl9pPr algn="l">
              <a:defRPr sz="2775" b="0">
                <a:solidFill>
                  <a:srgbClr val="42AFFA"/>
                </a:solidFill>
                <a:latin typeface="Consolas"/>
                <a:ea typeface="Consolas"/>
                <a:cs typeface="Consolas"/>
              </a:defRPr>
            </a:lvl9pPr>
          </a:lstStyle>
          <a:p>
            <a:pPr algn="l" rtl="0">
              <a:lnSpc>
                <a:spcPct val="108000"/>
              </a:lnSpc>
              <a:buNone/>
              <a:defRPr sz="2775" b="0">
                <a:solidFill>
                  <a:srgbClr val="42AFFA"/>
                </a:solidFill>
                <a:latin typeface="Consolas"/>
                <a:ea typeface="Consolas"/>
                <a:cs typeface="Consolas"/>
              </a:defRPr>
            </a:pPr>
            <a:r>
              <a:rPr lang="en-US" sz="2775" b="0">
                <a:solidFill>
                  <a:srgbClr val="42AFFA"/>
                </a:solidFill>
                <a:latin typeface="Consolas"/>
                <a:ea typeface="Consolas"/>
                <a:cs typeface="Consolas"/>
              </a:rPr>
              <a:t>![alt](url)</a:t>
            </a:r>
          </a:p>
        </p:txBody>
      </p:sp>
      <p:sp>
        <p:nvSpPr>
          <p:cNvPr id="9" name="text-592">
            <a:extLst>
              <a:ext uri="{FF2B5EF4-FFF2-40B4-BE49-F238E27FC236}">
                <a16:creationId xmlns:a16="http://schemas.microsoft.com/office/drawing/2014/main" id="{0303B8C0-6FE1-4256-94C8-EF1E55426059}"/>
              </a:ext>
            </a:extLst>
          </p:cNvPr>
          <p:cNvSpPr>
            <a:spLocks noGrp="1"/>
          </p:cNvSpPr>
          <p:nvPr/>
        </p:nvSpPr>
        <p:spPr>
          <a:xfrm>
            <a:off x="619125" y="4933950"/>
            <a:ext cx="7905750" cy="523875"/>
          </a:xfrm>
          <a:prstGeom prst="rect">
            <a:avLst/>
          </a:prstGeom>
          <a:noFill/>
          <a:ln w="0">
            <a:noFill/>
          </a:ln>
        </p:spPr>
        <p:txBody>
          <a:bodyPr wrap="none" lIns="0" tIns="0" rIns="0" bIns="0" anchor="t">
            <a:noAutofit/>
          </a:bodyPr>
          <a:lstStyle>
            <a:defPPr algn="l">
              <a:defRPr sz="2325" b="0">
                <a:solidFill>
                  <a:srgbClr val="F7F7F7"/>
                </a:solidFill>
                <a:latin typeface="Arial"/>
                <a:ea typeface="Arial"/>
                <a:cs typeface="Arial"/>
              </a:defRPr>
            </a:defPPr>
            <a:lvl1pPr algn="l">
              <a:defRPr sz="2325" b="0">
                <a:solidFill>
                  <a:srgbClr val="F7F7F7"/>
                </a:solidFill>
                <a:latin typeface="Arial"/>
                <a:ea typeface="Arial"/>
                <a:cs typeface="Arial"/>
              </a:defRPr>
            </a:lvl1pPr>
            <a:lvl2pPr algn="l">
              <a:defRPr sz="2325" b="0">
                <a:solidFill>
                  <a:srgbClr val="F7F7F7"/>
                </a:solidFill>
                <a:latin typeface="Arial"/>
                <a:ea typeface="Arial"/>
                <a:cs typeface="Arial"/>
              </a:defRPr>
            </a:lvl2pPr>
            <a:lvl3pPr algn="l">
              <a:defRPr sz="2325" b="0">
                <a:solidFill>
                  <a:srgbClr val="F7F7F7"/>
                </a:solidFill>
                <a:latin typeface="Arial"/>
                <a:ea typeface="Arial"/>
                <a:cs typeface="Arial"/>
              </a:defRPr>
            </a:lvl3pPr>
            <a:lvl4pPr algn="l">
              <a:defRPr sz="2325" b="0">
                <a:solidFill>
                  <a:srgbClr val="F7F7F7"/>
                </a:solidFill>
                <a:latin typeface="Arial"/>
                <a:ea typeface="Arial"/>
                <a:cs typeface="Arial"/>
              </a:defRPr>
            </a:lvl4pPr>
            <a:lvl5pPr algn="l">
              <a:defRPr sz="2325" b="0">
                <a:solidFill>
                  <a:srgbClr val="F7F7F7"/>
                </a:solidFill>
                <a:latin typeface="Arial"/>
                <a:ea typeface="Arial"/>
                <a:cs typeface="Arial"/>
              </a:defRPr>
            </a:lvl5pPr>
            <a:lvl6pPr algn="l">
              <a:defRPr sz="2325" b="0">
                <a:solidFill>
                  <a:srgbClr val="F7F7F7"/>
                </a:solidFill>
                <a:latin typeface="Arial"/>
                <a:ea typeface="Arial"/>
                <a:cs typeface="Arial"/>
              </a:defRPr>
            </a:lvl6pPr>
            <a:lvl7pPr algn="l">
              <a:defRPr sz="2325" b="0">
                <a:solidFill>
                  <a:srgbClr val="F7F7F7"/>
                </a:solidFill>
                <a:latin typeface="Arial"/>
                <a:ea typeface="Arial"/>
                <a:cs typeface="Arial"/>
              </a:defRPr>
            </a:lvl7pPr>
            <a:lvl8pPr algn="l">
              <a:defRPr sz="2325" b="0">
                <a:solidFill>
                  <a:srgbClr val="F7F7F7"/>
                </a:solidFill>
                <a:latin typeface="Arial"/>
                <a:ea typeface="Arial"/>
                <a:cs typeface="Arial"/>
              </a:defRPr>
            </a:lvl8pPr>
            <a:lvl9pPr algn="l">
              <a:defRPr sz="2325" b="0">
                <a:solidFill>
                  <a:srgbClr val="F7F7F7"/>
                </a:solidFill>
                <a:latin typeface="Arial"/>
                <a:ea typeface="Arial"/>
                <a:cs typeface="Arial"/>
              </a:defRPr>
            </a:lvl9pPr>
          </a:lstStyle>
          <a:p>
            <a:pPr algn="l" rtl="0">
              <a:lnSpc>
                <a:spcPct val="108000"/>
              </a:lnSpc>
              <a:buNone/>
              <a:defRPr sz="2325" b="0">
                <a:solidFill>
                  <a:srgbClr val="F7F7F7"/>
                </a:solidFill>
                <a:latin typeface="Arial"/>
                <a:ea typeface="Arial"/>
                <a:cs typeface="Arial"/>
              </a:defRPr>
            </a:pPr>
            <a:r>
              <a:rPr lang="en-US" sz="2325" b="0">
                <a:solidFill>
                  <a:srgbClr val="F7F7F7"/>
                </a:solidFill>
                <a:latin typeface="Arial"/>
                <a:ea typeface="Arial"/>
                <a:cs typeface="Arial"/>
              </a:rPr>
              <a:t>![צילום מסך](images/screenshot.png)</a:t>
            </a:r>
          </a:p>
        </p:txBody>
      </p:sp>
      <p:sp>
        <p:nvSpPr>
          <p:cNvPr id="10" name="text-593">
            <a:extLst>
              <a:ext uri="{FF2B5EF4-FFF2-40B4-BE49-F238E27FC236}">
                <a16:creationId xmlns:a16="http://schemas.microsoft.com/office/drawing/2014/main" id="{CF072CDE-9F64-4C78-B408-2C509D37E64C}"/>
              </a:ext>
            </a:extLst>
          </p:cNvPr>
          <p:cNvSpPr>
            <a:spLocks noGrp="1"/>
          </p:cNvSpPr>
          <p:nvPr/>
        </p:nvSpPr>
        <p:spPr>
          <a:xfrm>
            <a:off x="523875" y="5734050"/>
            <a:ext cx="8096250" cy="428625"/>
          </a:xfrm>
          <a:prstGeom prst="rect">
            <a:avLst/>
          </a:prstGeom>
          <a:noFill/>
          <a:ln w="0">
            <a:noFill/>
          </a:ln>
        </p:spPr>
        <p:txBody>
          <a:bodyPr wrap="square" lIns="0" tIns="0" rIns="0" bIns="0" anchor="t">
            <a:noAutofit/>
          </a:bodyPr>
          <a:lstStyle>
            <a:defPPr algn="r">
              <a:defRPr sz="2400" b="0">
                <a:solidFill>
                  <a:srgbClr val="B7BBC2"/>
                </a:solidFill>
                <a:latin typeface="Arial"/>
                <a:ea typeface="Arial"/>
                <a:cs typeface="Arial"/>
              </a:defRPr>
            </a:defPPr>
            <a:lvl1pPr algn="r">
              <a:defRPr sz="2400" b="0">
                <a:solidFill>
                  <a:srgbClr val="B7BBC2"/>
                </a:solidFill>
                <a:latin typeface="Arial"/>
                <a:ea typeface="Arial"/>
                <a:cs typeface="Arial"/>
              </a:defRPr>
            </a:lvl1pPr>
            <a:lvl2pPr algn="r">
              <a:defRPr sz="2400" b="0">
                <a:solidFill>
                  <a:srgbClr val="B7BBC2"/>
                </a:solidFill>
                <a:latin typeface="Arial"/>
                <a:ea typeface="Arial"/>
                <a:cs typeface="Arial"/>
              </a:defRPr>
            </a:lvl2pPr>
            <a:lvl3pPr algn="r">
              <a:defRPr sz="2400" b="0">
                <a:solidFill>
                  <a:srgbClr val="B7BBC2"/>
                </a:solidFill>
                <a:latin typeface="Arial"/>
                <a:ea typeface="Arial"/>
                <a:cs typeface="Arial"/>
              </a:defRPr>
            </a:lvl3pPr>
            <a:lvl4pPr algn="r">
              <a:defRPr sz="2400" b="0">
                <a:solidFill>
                  <a:srgbClr val="B7BBC2"/>
                </a:solidFill>
                <a:latin typeface="Arial"/>
                <a:ea typeface="Arial"/>
                <a:cs typeface="Arial"/>
              </a:defRPr>
            </a:lvl4pPr>
            <a:lvl5pPr algn="r">
              <a:defRPr sz="2400" b="0">
                <a:solidFill>
                  <a:srgbClr val="B7BBC2"/>
                </a:solidFill>
                <a:latin typeface="Arial"/>
                <a:ea typeface="Arial"/>
                <a:cs typeface="Arial"/>
              </a:defRPr>
            </a:lvl5pPr>
            <a:lvl6pPr algn="r">
              <a:defRPr sz="2400" b="0">
                <a:solidFill>
                  <a:srgbClr val="B7BBC2"/>
                </a:solidFill>
                <a:latin typeface="Arial"/>
                <a:ea typeface="Arial"/>
                <a:cs typeface="Arial"/>
              </a:defRPr>
            </a:lvl6pPr>
            <a:lvl7pPr algn="r">
              <a:defRPr sz="2400" b="0">
                <a:solidFill>
                  <a:srgbClr val="B7BBC2"/>
                </a:solidFill>
                <a:latin typeface="Arial"/>
                <a:ea typeface="Arial"/>
                <a:cs typeface="Arial"/>
              </a:defRPr>
            </a:lvl7pPr>
            <a:lvl8pPr algn="r">
              <a:defRPr sz="2400" b="0">
                <a:solidFill>
                  <a:srgbClr val="B7BBC2"/>
                </a:solidFill>
                <a:latin typeface="Arial"/>
                <a:ea typeface="Arial"/>
                <a:cs typeface="Arial"/>
              </a:defRPr>
            </a:lvl8pPr>
            <a:lvl9pPr algn="r">
              <a:defRPr sz="2400" b="0">
                <a:solidFill>
                  <a:srgbClr val="B7BBC2"/>
                </a:solidFill>
                <a:latin typeface="Arial"/>
                <a:ea typeface="Arial"/>
                <a:cs typeface="Arial"/>
              </a:defRPr>
            </a:lvl9pPr>
          </a:lstStyle>
          <a:p>
            <a:pPr algn="r" rtl="1">
              <a:lnSpc>
                <a:spcPct val="108000"/>
              </a:lnSpc>
              <a:buNone/>
              <a:defRPr sz="2400" b="0">
                <a:solidFill>
                  <a:srgbClr val="B7BBC2"/>
                </a:solidFill>
                <a:latin typeface="Arial"/>
                <a:ea typeface="Arial"/>
                <a:cs typeface="Arial"/>
              </a:defRPr>
            </a:pPr>
            <a:r>
              <a:rPr lang="he-IL" sz="2400" b="0">
                <a:solidFill>
                  <a:srgbClr val="B7BBC2"/>
                </a:solidFill>
                <a:latin typeface="Arial"/>
                <a:ea typeface="Arial"/>
                <a:cs typeface="Arial"/>
              </a:rPr>
              <a:t>alt מתאר את התמונה</a:t>
            </a:r>
          </a:p>
        </p:txBody>
      </p:sp>
    </p:spTree>
    <p:extLst>
      <p:ext uri="{BB962C8B-B14F-4D97-AF65-F5344CB8AC3E}">
        <p14:creationId xmlns:p14="http://schemas.microsoft.com/office/powerpoint/2010/main" val="1485043766"/>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4" name="text-594">
            <a:extLst>
              <a:ext uri="{FF2B5EF4-FFF2-40B4-BE49-F238E27FC236}">
                <a16:creationId xmlns:a16="http://schemas.microsoft.com/office/drawing/2014/main" id="{122FD662-DE4C-44BA-89D9-47ABDC36C4C8}"/>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קישור ישיר לשורת קוד</a:t>
            </a:r>
          </a:p>
        </p:txBody>
      </p:sp>
      <p:sp>
        <p:nvSpPr>
          <p:cNvPr id="2" name="text-595">
            <a:extLst>
              <a:ext uri="{FF2B5EF4-FFF2-40B4-BE49-F238E27FC236}">
                <a16:creationId xmlns:a16="http://schemas.microsoft.com/office/drawing/2014/main" id="{B97E0C58-F089-46D2-8CF7-3E5284F9CF98}"/>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38</a:t>
            </a:r>
          </a:p>
        </p:txBody>
      </p:sp>
      <p:sp>
        <p:nvSpPr>
          <p:cNvPr id="3" name="shape-596">
            <a:extLst>
              <a:ext uri="{FF2B5EF4-FFF2-40B4-BE49-F238E27FC236}">
                <a16:creationId xmlns:a16="http://schemas.microsoft.com/office/drawing/2014/main" id="{5FB3C017-DB4E-4C54-A857-14D67A8AFB6D}"/>
              </a:ext>
            </a:extLst>
          </p:cNvPr>
          <p:cNvSpPr>
            <a:spLocks noGrp="1"/>
          </p:cNvSpPr>
          <p:nvPr/>
        </p:nvSpPr>
        <p:spPr>
          <a:xfrm>
            <a:off x="523875" y="1476375"/>
            <a:ext cx="8096250" cy="904875"/>
          </a:xfrm>
          <a:prstGeom prst="rect">
            <a:avLst/>
          </a:prstGeom>
          <a:solidFill>
            <a:srgbClr val="25282B"/>
          </a:solidFill>
          <a:ln w="0">
            <a:noFill/>
          </a:ln>
        </p:spPr>
      </p:sp>
      <p:sp>
        <p:nvSpPr>
          <p:cNvPr id="4" name="text-597">
            <a:extLst>
              <a:ext uri="{FF2B5EF4-FFF2-40B4-BE49-F238E27FC236}">
                <a16:creationId xmlns:a16="http://schemas.microsoft.com/office/drawing/2014/main" id="{2FA9E61A-00BB-4527-96FE-5C98E4460F22}"/>
              </a:ext>
            </a:extLst>
          </p:cNvPr>
          <p:cNvSpPr>
            <a:spLocks noGrp="1"/>
          </p:cNvSpPr>
          <p:nvPr/>
        </p:nvSpPr>
        <p:spPr>
          <a:xfrm>
            <a:off x="619125" y="1743075"/>
            <a:ext cx="7905750" cy="523875"/>
          </a:xfrm>
          <a:prstGeom prst="rect">
            <a:avLst/>
          </a:prstGeom>
          <a:noFill/>
          <a:ln w="0">
            <a:noFill/>
          </a:ln>
        </p:spPr>
        <p:txBody>
          <a:bodyPr wrap="none" lIns="0" tIns="0" rIns="0" bIns="0" anchor="t">
            <a:noAutofit/>
          </a:bodyPr>
          <a:lstStyle>
            <a:defPPr algn="l">
              <a:defRPr sz="2100" b="0">
                <a:solidFill>
                  <a:srgbClr val="F7F7F7"/>
                </a:solidFill>
                <a:latin typeface="Arial"/>
                <a:ea typeface="Arial"/>
                <a:cs typeface="Arial"/>
              </a:defRPr>
            </a:defPPr>
            <a:lvl1pPr algn="l">
              <a:defRPr sz="2100" b="0">
                <a:solidFill>
                  <a:srgbClr val="F7F7F7"/>
                </a:solidFill>
                <a:latin typeface="Arial"/>
                <a:ea typeface="Arial"/>
                <a:cs typeface="Arial"/>
              </a:defRPr>
            </a:lvl1pPr>
            <a:lvl2pPr algn="l">
              <a:defRPr sz="2100" b="0">
                <a:solidFill>
                  <a:srgbClr val="F7F7F7"/>
                </a:solidFill>
                <a:latin typeface="Arial"/>
                <a:ea typeface="Arial"/>
                <a:cs typeface="Arial"/>
              </a:defRPr>
            </a:lvl2pPr>
            <a:lvl3pPr algn="l">
              <a:defRPr sz="2100" b="0">
                <a:solidFill>
                  <a:srgbClr val="F7F7F7"/>
                </a:solidFill>
                <a:latin typeface="Arial"/>
                <a:ea typeface="Arial"/>
                <a:cs typeface="Arial"/>
              </a:defRPr>
            </a:lvl3pPr>
            <a:lvl4pPr algn="l">
              <a:defRPr sz="2100" b="0">
                <a:solidFill>
                  <a:srgbClr val="F7F7F7"/>
                </a:solidFill>
                <a:latin typeface="Arial"/>
                <a:ea typeface="Arial"/>
                <a:cs typeface="Arial"/>
              </a:defRPr>
            </a:lvl4pPr>
            <a:lvl5pPr algn="l">
              <a:defRPr sz="2100" b="0">
                <a:solidFill>
                  <a:srgbClr val="F7F7F7"/>
                </a:solidFill>
                <a:latin typeface="Arial"/>
                <a:ea typeface="Arial"/>
                <a:cs typeface="Arial"/>
              </a:defRPr>
            </a:lvl5pPr>
            <a:lvl6pPr algn="l">
              <a:defRPr sz="2100" b="0">
                <a:solidFill>
                  <a:srgbClr val="F7F7F7"/>
                </a:solidFill>
                <a:latin typeface="Arial"/>
                <a:ea typeface="Arial"/>
                <a:cs typeface="Arial"/>
              </a:defRPr>
            </a:lvl6pPr>
            <a:lvl7pPr algn="l">
              <a:defRPr sz="2100" b="0">
                <a:solidFill>
                  <a:srgbClr val="F7F7F7"/>
                </a:solidFill>
                <a:latin typeface="Arial"/>
                <a:ea typeface="Arial"/>
                <a:cs typeface="Arial"/>
              </a:defRPr>
            </a:lvl7pPr>
            <a:lvl8pPr algn="l">
              <a:defRPr sz="2100" b="0">
                <a:solidFill>
                  <a:srgbClr val="F7F7F7"/>
                </a:solidFill>
                <a:latin typeface="Arial"/>
                <a:ea typeface="Arial"/>
                <a:cs typeface="Arial"/>
              </a:defRPr>
            </a:lvl8pPr>
            <a:lvl9pPr algn="l">
              <a:defRPr sz="2100" b="0">
                <a:solidFill>
                  <a:srgbClr val="F7F7F7"/>
                </a:solidFill>
                <a:latin typeface="Arial"/>
                <a:ea typeface="Arial"/>
                <a:cs typeface="Arial"/>
              </a:defRPr>
            </a:lvl9pPr>
          </a:lstStyle>
          <a:p>
            <a:pPr algn="l" rtl="0">
              <a:lnSpc>
                <a:spcPct val="108000"/>
              </a:lnSpc>
              <a:buNone/>
              <a:defRPr sz="2100" b="0">
                <a:solidFill>
                  <a:srgbClr val="F7F7F7"/>
                </a:solidFill>
                <a:latin typeface="Arial"/>
                <a:ea typeface="Arial"/>
                <a:cs typeface="Arial"/>
              </a:defRPr>
            </a:pPr>
            <a:r>
              <a:rPr lang="en-US" sz="2100" b="0">
                <a:solidFill>
                  <a:srgbClr val="F7F7F7"/>
                </a:solidFill>
                <a:latin typeface="Arial"/>
                <a:ea typeface="Arial"/>
                <a:cs typeface="Arial"/>
              </a:rPr>
              <a:t>[קוד התנועה](Assets/Scripts/PlayerController.cs#L20)</a:t>
            </a:r>
          </a:p>
        </p:txBody>
      </p:sp>
      <p:sp>
        <p:nvSpPr>
          <p:cNvPr id="5" name="text-598">
            <a:extLst>
              <a:ext uri="{FF2B5EF4-FFF2-40B4-BE49-F238E27FC236}">
                <a16:creationId xmlns:a16="http://schemas.microsoft.com/office/drawing/2014/main" id="{479A729F-CD05-4897-A207-B2AC5922D3EE}"/>
              </a:ext>
            </a:extLst>
          </p:cNvPr>
          <p:cNvSpPr>
            <a:spLocks noGrp="1"/>
          </p:cNvSpPr>
          <p:nvPr/>
        </p:nvSpPr>
        <p:spPr>
          <a:xfrm>
            <a:off x="6191250" y="2809875"/>
            <a:ext cx="2143125" cy="714375"/>
          </a:xfrm>
          <a:prstGeom prst="rect">
            <a:avLst/>
          </a:prstGeom>
          <a:noFill/>
          <a:ln w="0">
            <a:noFill/>
          </a:ln>
        </p:spPr>
        <p:txBody>
          <a:bodyPr wrap="none" lIns="0" tIns="0" rIns="0" bIns="0" anchor="t">
            <a:noAutofit/>
          </a:bodyPr>
          <a:lstStyle>
            <a:defPPr algn="l">
              <a:defRPr sz="3750" b="0">
                <a:solidFill>
                  <a:srgbClr val="FFD166"/>
                </a:solidFill>
                <a:latin typeface="Consolas"/>
                <a:ea typeface="Consolas"/>
                <a:cs typeface="Consolas"/>
              </a:defRPr>
            </a:defPPr>
            <a:lvl1pPr algn="l">
              <a:defRPr sz="3750" b="0">
                <a:solidFill>
                  <a:srgbClr val="FFD166"/>
                </a:solidFill>
                <a:latin typeface="Consolas"/>
                <a:ea typeface="Consolas"/>
                <a:cs typeface="Consolas"/>
              </a:defRPr>
            </a:lvl1pPr>
            <a:lvl2pPr algn="l">
              <a:defRPr sz="3750" b="0">
                <a:solidFill>
                  <a:srgbClr val="FFD166"/>
                </a:solidFill>
                <a:latin typeface="Consolas"/>
                <a:ea typeface="Consolas"/>
                <a:cs typeface="Consolas"/>
              </a:defRPr>
            </a:lvl2pPr>
            <a:lvl3pPr algn="l">
              <a:defRPr sz="3750" b="0">
                <a:solidFill>
                  <a:srgbClr val="FFD166"/>
                </a:solidFill>
                <a:latin typeface="Consolas"/>
                <a:ea typeface="Consolas"/>
                <a:cs typeface="Consolas"/>
              </a:defRPr>
            </a:lvl3pPr>
            <a:lvl4pPr algn="l">
              <a:defRPr sz="3750" b="0">
                <a:solidFill>
                  <a:srgbClr val="FFD166"/>
                </a:solidFill>
                <a:latin typeface="Consolas"/>
                <a:ea typeface="Consolas"/>
                <a:cs typeface="Consolas"/>
              </a:defRPr>
            </a:lvl4pPr>
            <a:lvl5pPr algn="l">
              <a:defRPr sz="3750" b="0">
                <a:solidFill>
                  <a:srgbClr val="FFD166"/>
                </a:solidFill>
                <a:latin typeface="Consolas"/>
                <a:ea typeface="Consolas"/>
                <a:cs typeface="Consolas"/>
              </a:defRPr>
            </a:lvl5pPr>
            <a:lvl6pPr algn="l">
              <a:defRPr sz="3750" b="0">
                <a:solidFill>
                  <a:srgbClr val="FFD166"/>
                </a:solidFill>
                <a:latin typeface="Consolas"/>
                <a:ea typeface="Consolas"/>
                <a:cs typeface="Consolas"/>
              </a:defRPr>
            </a:lvl6pPr>
            <a:lvl7pPr algn="l">
              <a:defRPr sz="3750" b="0">
                <a:solidFill>
                  <a:srgbClr val="FFD166"/>
                </a:solidFill>
                <a:latin typeface="Consolas"/>
                <a:ea typeface="Consolas"/>
                <a:cs typeface="Consolas"/>
              </a:defRPr>
            </a:lvl7pPr>
            <a:lvl8pPr algn="l">
              <a:defRPr sz="3750" b="0">
                <a:solidFill>
                  <a:srgbClr val="FFD166"/>
                </a:solidFill>
                <a:latin typeface="Consolas"/>
                <a:ea typeface="Consolas"/>
                <a:cs typeface="Consolas"/>
              </a:defRPr>
            </a:lvl8pPr>
            <a:lvl9pPr algn="l">
              <a:defRPr sz="3750" b="0">
                <a:solidFill>
                  <a:srgbClr val="FFD166"/>
                </a:solidFill>
                <a:latin typeface="Consolas"/>
                <a:ea typeface="Consolas"/>
                <a:cs typeface="Consolas"/>
              </a:defRPr>
            </a:lvl9pPr>
          </a:lstStyle>
          <a:p>
            <a:pPr algn="l" rtl="0">
              <a:lnSpc>
                <a:spcPct val="108000"/>
              </a:lnSpc>
              <a:buNone/>
              <a:defRPr sz="3750" b="0">
                <a:solidFill>
                  <a:srgbClr val="FFD166"/>
                </a:solidFill>
                <a:latin typeface="Consolas"/>
                <a:ea typeface="Consolas"/>
                <a:cs typeface="Consolas"/>
              </a:defRPr>
            </a:pPr>
            <a:r>
              <a:rPr lang="en-US" sz="3750" b="0">
                <a:solidFill>
                  <a:srgbClr val="FFD166"/>
                </a:solidFill>
                <a:latin typeface="Consolas"/>
                <a:ea typeface="Consolas"/>
                <a:cs typeface="Consolas"/>
              </a:rPr>
              <a:t>#L20</a:t>
            </a:r>
          </a:p>
        </p:txBody>
      </p:sp>
      <p:sp>
        <p:nvSpPr>
          <p:cNvPr id="6" name="line-599">
            <a:extLst>
              <a:ext uri="{FF2B5EF4-FFF2-40B4-BE49-F238E27FC236}">
                <a16:creationId xmlns:a16="http://schemas.microsoft.com/office/drawing/2014/main" id="{2D4B64CC-73B1-47DD-B589-B59F628A05C4}"/>
              </a:ext>
            </a:extLst>
          </p:cNvPr>
          <p:cNvSpPr>
            <a:spLocks noGrp="1"/>
          </p:cNvSpPr>
          <p:nvPr/>
        </p:nvSpPr>
        <p:spPr>
          <a:xfrm>
            <a:off x="4572000" y="3143250"/>
            <a:ext cx="1524000" cy="9525"/>
          </a:xfrm>
          <a:custGeom>
            <a:avLst/>
            <a:gdLst/>
            <a:ahLst/>
            <a:cxnLst/>
            <a:rect l="0" t="0" r="0" b="0"/>
            <a:pathLst>
              <a:path w="1524000" h="9525">
                <a:moveTo>
                  <a:pt x="1524000" y="0"/>
                </a:moveTo>
                <a:lnTo>
                  <a:pt x="0" y="0"/>
                </a:lnTo>
              </a:path>
            </a:pathLst>
          </a:custGeom>
          <a:noFill/>
          <a:ln w="38100">
            <a:solidFill>
              <a:srgbClr val="FFD166"/>
            </a:solidFill>
          </a:ln>
        </p:spPr>
      </p:sp>
      <p:sp>
        <p:nvSpPr>
          <p:cNvPr id="7" name="line-600">
            <a:extLst>
              <a:ext uri="{FF2B5EF4-FFF2-40B4-BE49-F238E27FC236}">
                <a16:creationId xmlns:a16="http://schemas.microsoft.com/office/drawing/2014/main" id="{9AF29923-3730-43F4-A64E-08E611BA6431}"/>
              </a:ext>
            </a:extLst>
          </p:cNvPr>
          <p:cNvSpPr>
            <a:spLocks noGrp="1"/>
          </p:cNvSpPr>
          <p:nvPr/>
        </p:nvSpPr>
        <p:spPr>
          <a:xfrm>
            <a:off x="4572000" y="3083507"/>
            <a:ext cx="97444" cy="59743"/>
          </a:xfrm>
          <a:custGeom>
            <a:avLst/>
            <a:gdLst/>
            <a:ahLst/>
            <a:cxnLst/>
            <a:rect l="0" t="0" r="0" b="0"/>
            <a:pathLst>
              <a:path w="97444" h="59743">
                <a:moveTo>
                  <a:pt x="0" y="59743"/>
                </a:moveTo>
                <a:lnTo>
                  <a:pt x="97444" y="0"/>
                </a:lnTo>
              </a:path>
            </a:pathLst>
          </a:custGeom>
          <a:noFill/>
          <a:ln w="38100">
            <a:solidFill>
              <a:srgbClr val="FFD166"/>
            </a:solidFill>
          </a:ln>
        </p:spPr>
      </p:sp>
      <p:sp>
        <p:nvSpPr>
          <p:cNvPr id="8" name="line-601">
            <a:extLst>
              <a:ext uri="{FF2B5EF4-FFF2-40B4-BE49-F238E27FC236}">
                <a16:creationId xmlns:a16="http://schemas.microsoft.com/office/drawing/2014/main" id="{9FEBE46D-7A7C-4E00-8E73-85488F684B66}"/>
              </a:ext>
            </a:extLst>
          </p:cNvPr>
          <p:cNvSpPr>
            <a:spLocks noGrp="1"/>
          </p:cNvSpPr>
          <p:nvPr/>
        </p:nvSpPr>
        <p:spPr>
          <a:xfrm>
            <a:off x="4572000" y="3143250"/>
            <a:ext cx="97444" cy="59743"/>
          </a:xfrm>
          <a:custGeom>
            <a:avLst/>
            <a:gdLst/>
            <a:ahLst/>
            <a:cxnLst/>
            <a:rect l="0" t="0" r="0" b="0"/>
            <a:pathLst>
              <a:path w="97444" h="59743">
                <a:moveTo>
                  <a:pt x="0" y="0"/>
                </a:moveTo>
                <a:lnTo>
                  <a:pt x="97444" y="59743"/>
                </a:lnTo>
              </a:path>
            </a:pathLst>
          </a:custGeom>
          <a:noFill/>
          <a:ln w="38100">
            <a:solidFill>
              <a:srgbClr val="FFD166"/>
            </a:solidFill>
          </a:ln>
        </p:spPr>
      </p:sp>
      <p:sp>
        <p:nvSpPr>
          <p:cNvPr id="9" name="shape-602">
            <a:extLst>
              <a:ext uri="{FF2B5EF4-FFF2-40B4-BE49-F238E27FC236}">
                <a16:creationId xmlns:a16="http://schemas.microsoft.com/office/drawing/2014/main" id="{BF418BC1-1335-43EA-A69F-0D700C2BA017}"/>
              </a:ext>
            </a:extLst>
          </p:cNvPr>
          <p:cNvSpPr>
            <a:spLocks noGrp="1"/>
          </p:cNvSpPr>
          <p:nvPr/>
        </p:nvSpPr>
        <p:spPr>
          <a:xfrm>
            <a:off x="1762125" y="2714625"/>
            <a:ext cx="2667000" cy="904875"/>
          </a:xfrm>
          <a:prstGeom prst="rect">
            <a:avLst/>
          </a:prstGeom>
          <a:solidFill>
            <a:srgbClr val="25282B"/>
          </a:solidFill>
          <a:ln w="19050">
            <a:solidFill>
              <a:srgbClr val="FFD166"/>
            </a:solidFill>
          </a:ln>
        </p:spPr>
      </p:sp>
      <p:sp>
        <p:nvSpPr>
          <p:cNvPr id="10" name="text-603">
            <a:extLst>
              <a:ext uri="{FF2B5EF4-FFF2-40B4-BE49-F238E27FC236}">
                <a16:creationId xmlns:a16="http://schemas.microsoft.com/office/drawing/2014/main" id="{48D77130-3383-47D2-AE4C-2ADF9390C0A2}"/>
              </a:ext>
            </a:extLst>
          </p:cNvPr>
          <p:cNvSpPr>
            <a:spLocks noGrp="1"/>
          </p:cNvSpPr>
          <p:nvPr/>
        </p:nvSpPr>
        <p:spPr>
          <a:xfrm>
            <a:off x="1895475" y="2949893"/>
            <a:ext cx="2400300" cy="752475"/>
          </a:xfrm>
          <a:prstGeom prst="rect">
            <a:avLst/>
          </a:prstGeom>
          <a:noFill/>
          <a:ln w="0">
            <a:noFill/>
          </a:ln>
        </p:spPr>
        <p:txBody>
          <a:bodyPr wrap="square" lIns="0" tIns="0" rIns="0" bIns="0" anchor="t">
            <a:noAutofit/>
          </a:bodyPr>
          <a:lstStyle>
            <a:defPPr algn="ctr">
              <a:defRPr sz="2850" b="0">
                <a:solidFill>
                  <a:srgbClr val="F7F7F7"/>
                </a:solidFill>
                <a:latin typeface="Arial"/>
                <a:ea typeface="Arial"/>
                <a:cs typeface="Arial"/>
              </a:defRPr>
            </a:defPPr>
            <a:lvl1pPr algn="ctr">
              <a:defRPr sz="2850" b="0">
                <a:solidFill>
                  <a:srgbClr val="F7F7F7"/>
                </a:solidFill>
                <a:latin typeface="Arial"/>
                <a:ea typeface="Arial"/>
                <a:cs typeface="Arial"/>
              </a:defRPr>
            </a:lvl1pPr>
            <a:lvl2pPr algn="ctr">
              <a:defRPr sz="2850" b="0">
                <a:solidFill>
                  <a:srgbClr val="F7F7F7"/>
                </a:solidFill>
                <a:latin typeface="Arial"/>
                <a:ea typeface="Arial"/>
                <a:cs typeface="Arial"/>
              </a:defRPr>
            </a:lvl2pPr>
            <a:lvl3pPr algn="ctr">
              <a:defRPr sz="2850" b="0">
                <a:solidFill>
                  <a:srgbClr val="F7F7F7"/>
                </a:solidFill>
                <a:latin typeface="Arial"/>
                <a:ea typeface="Arial"/>
                <a:cs typeface="Arial"/>
              </a:defRPr>
            </a:lvl3pPr>
            <a:lvl4pPr algn="ctr">
              <a:defRPr sz="2850" b="0">
                <a:solidFill>
                  <a:srgbClr val="F7F7F7"/>
                </a:solidFill>
                <a:latin typeface="Arial"/>
                <a:ea typeface="Arial"/>
                <a:cs typeface="Arial"/>
              </a:defRPr>
            </a:lvl4pPr>
            <a:lvl5pPr algn="ctr">
              <a:defRPr sz="2850" b="0">
                <a:solidFill>
                  <a:srgbClr val="F7F7F7"/>
                </a:solidFill>
                <a:latin typeface="Arial"/>
                <a:ea typeface="Arial"/>
                <a:cs typeface="Arial"/>
              </a:defRPr>
            </a:lvl5pPr>
            <a:lvl6pPr algn="ctr">
              <a:defRPr sz="2850" b="0">
                <a:solidFill>
                  <a:srgbClr val="F7F7F7"/>
                </a:solidFill>
                <a:latin typeface="Arial"/>
                <a:ea typeface="Arial"/>
                <a:cs typeface="Arial"/>
              </a:defRPr>
            </a:lvl6pPr>
            <a:lvl7pPr algn="ctr">
              <a:defRPr sz="2850" b="0">
                <a:solidFill>
                  <a:srgbClr val="F7F7F7"/>
                </a:solidFill>
                <a:latin typeface="Arial"/>
                <a:ea typeface="Arial"/>
                <a:cs typeface="Arial"/>
              </a:defRPr>
            </a:lvl7pPr>
            <a:lvl8pPr algn="ctr">
              <a:defRPr sz="2850" b="0">
                <a:solidFill>
                  <a:srgbClr val="F7F7F7"/>
                </a:solidFill>
                <a:latin typeface="Arial"/>
                <a:ea typeface="Arial"/>
                <a:cs typeface="Arial"/>
              </a:defRPr>
            </a:lvl8pPr>
            <a:lvl9pPr algn="ctr">
              <a:defRPr sz="2850" b="0">
                <a:solidFill>
                  <a:srgbClr val="F7F7F7"/>
                </a:solidFill>
                <a:latin typeface="Arial"/>
                <a:ea typeface="Arial"/>
                <a:cs typeface="Arial"/>
              </a:defRPr>
            </a:lvl9pPr>
          </a:lstStyle>
          <a:p>
            <a:pPr algn="ctr" rtl="1">
              <a:lnSpc>
                <a:spcPct val="108000"/>
              </a:lnSpc>
              <a:buNone/>
              <a:defRPr sz="2850" b="0">
                <a:solidFill>
                  <a:srgbClr val="F7F7F7"/>
                </a:solidFill>
                <a:latin typeface="Arial"/>
                <a:ea typeface="Arial"/>
                <a:cs typeface="Arial"/>
              </a:defRPr>
            </a:pPr>
            <a:r>
              <a:rPr lang="he-IL" sz="2850" b="0">
                <a:solidFill>
                  <a:srgbClr val="F7F7F7"/>
                </a:solidFill>
                <a:latin typeface="Arial"/>
                <a:ea typeface="Arial"/>
                <a:cs typeface="Arial"/>
              </a:rPr>
              <a:t>שורה 20</a:t>
            </a:r>
          </a:p>
        </p:txBody>
      </p:sp>
      <p:sp>
        <p:nvSpPr>
          <p:cNvPr id="11" name="text-604">
            <a:extLst>
              <a:ext uri="{FF2B5EF4-FFF2-40B4-BE49-F238E27FC236}">
                <a16:creationId xmlns:a16="http://schemas.microsoft.com/office/drawing/2014/main" id="{F3060C57-3634-4FE7-AD92-8DA6F97958DE}"/>
              </a:ext>
            </a:extLst>
          </p:cNvPr>
          <p:cNvSpPr>
            <a:spLocks noGrp="1"/>
          </p:cNvSpPr>
          <p:nvPr/>
        </p:nvSpPr>
        <p:spPr>
          <a:xfrm>
            <a:off x="523875" y="4286250"/>
            <a:ext cx="8096250" cy="571500"/>
          </a:xfrm>
          <a:prstGeom prst="rect">
            <a:avLst/>
          </a:prstGeom>
          <a:noFill/>
          <a:ln w="0">
            <a:noFill/>
          </a:ln>
        </p:spPr>
        <p:txBody>
          <a:bodyPr wrap="square" lIns="0" tIns="0" rIns="0" bIns="0" anchor="t">
            <a:noAutofit/>
          </a:bodyPr>
          <a:lstStyle>
            <a:defPPr algn="r">
              <a:defRPr sz="2550" b="0">
                <a:solidFill>
                  <a:srgbClr val="88FF88"/>
                </a:solidFill>
                <a:latin typeface="Arial"/>
                <a:ea typeface="Arial"/>
                <a:cs typeface="Arial"/>
              </a:defRPr>
            </a:defPPr>
            <a:lvl1pPr algn="r">
              <a:defRPr sz="2550" b="0">
                <a:solidFill>
                  <a:srgbClr val="88FF88"/>
                </a:solidFill>
                <a:latin typeface="Arial"/>
                <a:ea typeface="Arial"/>
                <a:cs typeface="Arial"/>
              </a:defRPr>
            </a:lvl1pPr>
            <a:lvl2pPr algn="r">
              <a:defRPr sz="2550" b="0">
                <a:solidFill>
                  <a:srgbClr val="88FF88"/>
                </a:solidFill>
                <a:latin typeface="Arial"/>
                <a:ea typeface="Arial"/>
                <a:cs typeface="Arial"/>
              </a:defRPr>
            </a:lvl2pPr>
            <a:lvl3pPr algn="r">
              <a:defRPr sz="2550" b="0">
                <a:solidFill>
                  <a:srgbClr val="88FF88"/>
                </a:solidFill>
                <a:latin typeface="Arial"/>
                <a:ea typeface="Arial"/>
                <a:cs typeface="Arial"/>
              </a:defRPr>
            </a:lvl3pPr>
            <a:lvl4pPr algn="r">
              <a:defRPr sz="2550" b="0">
                <a:solidFill>
                  <a:srgbClr val="88FF88"/>
                </a:solidFill>
                <a:latin typeface="Arial"/>
                <a:ea typeface="Arial"/>
                <a:cs typeface="Arial"/>
              </a:defRPr>
            </a:lvl4pPr>
            <a:lvl5pPr algn="r">
              <a:defRPr sz="2550" b="0">
                <a:solidFill>
                  <a:srgbClr val="88FF88"/>
                </a:solidFill>
                <a:latin typeface="Arial"/>
                <a:ea typeface="Arial"/>
                <a:cs typeface="Arial"/>
              </a:defRPr>
            </a:lvl5pPr>
            <a:lvl6pPr algn="r">
              <a:defRPr sz="2550" b="0">
                <a:solidFill>
                  <a:srgbClr val="88FF88"/>
                </a:solidFill>
                <a:latin typeface="Arial"/>
                <a:ea typeface="Arial"/>
                <a:cs typeface="Arial"/>
              </a:defRPr>
            </a:lvl6pPr>
            <a:lvl7pPr algn="r">
              <a:defRPr sz="2550" b="0">
                <a:solidFill>
                  <a:srgbClr val="88FF88"/>
                </a:solidFill>
                <a:latin typeface="Arial"/>
                <a:ea typeface="Arial"/>
                <a:cs typeface="Arial"/>
              </a:defRPr>
            </a:lvl7pPr>
            <a:lvl8pPr algn="r">
              <a:defRPr sz="2550" b="0">
                <a:solidFill>
                  <a:srgbClr val="88FF88"/>
                </a:solidFill>
                <a:latin typeface="Arial"/>
                <a:ea typeface="Arial"/>
                <a:cs typeface="Arial"/>
              </a:defRPr>
            </a:lvl8pPr>
            <a:lvl9pPr algn="r">
              <a:defRPr sz="2550" b="0">
                <a:solidFill>
                  <a:srgbClr val="88FF88"/>
                </a:solidFill>
                <a:latin typeface="Arial"/>
                <a:ea typeface="Arial"/>
                <a:cs typeface="Arial"/>
              </a:defRPr>
            </a:lvl9pPr>
          </a:lstStyle>
          <a:p>
            <a:pPr algn="r" rtl="1">
              <a:lnSpc>
                <a:spcPct val="108000"/>
              </a:lnSpc>
              <a:buNone/>
              <a:defRPr sz="2550" b="0">
                <a:solidFill>
                  <a:srgbClr val="88FF88"/>
                </a:solidFill>
                <a:latin typeface="Arial"/>
                <a:ea typeface="Arial"/>
                <a:cs typeface="Arial"/>
              </a:defRPr>
            </a:pPr>
            <a:r>
              <a:rPr lang="he-IL" sz="2550" b="0">
                <a:solidFill>
                  <a:srgbClr val="88FF88"/>
                </a:solidFill>
                <a:latin typeface="Arial"/>
                <a:ea typeface="Arial"/>
                <a:cs typeface="Arial"/>
              </a:rPr>
              <a:t>מעדיפים קישור יחסי לקובץ בתוך המאגר</a:t>
            </a:r>
          </a:p>
        </p:txBody>
      </p:sp>
      <p:sp>
        <p:nvSpPr>
          <p:cNvPr id="12" name="text-605">
            <a:extLst>
              <a:ext uri="{FF2B5EF4-FFF2-40B4-BE49-F238E27FC236}">
                <a16:creationId xmlns:a16="http://schemas.microsoft.com/office/drawing/2014/main" id="{3351C826-59AE-4431-975A-2D7A265B3839}"/>
              </a:ext>
            </a:extLst>
          </p:cNvPr>
          <p:cNvSpPr>
            <a:spLocks noGrp="1"/>
          </p:cNvSpPr>
          <p:nvPr/>
        </p:nvSpPr>
        <p:spPr>
          <a:xfrm>
            <a:off x="666750" y="5048250"/>
            <a:ext cx="7858125" cy="428625"/>
          </a:xfrm>
          <a:prstGeom prst="rect">
            <a:avLst/>
          </a:prstGeom>
          <a:noFill/>
          <a:ln w="0">
            <a:noFill/>
          </a:ln>
        </p:spPr>
        <p:txBody>
          <a:bodyPr wrap="square" lIns="0" tIns="0" rIns="0" bIns="0" anchor="t">
            <a:noAutofit/>
          </a:bodyPr>
          <a:lstStyle>
            <a:defPPr algn="l">
              <a:defRPr sz="2325" b="0">
                <a:solidFill>
                  <a:srgbClr val="42AFFA"/>
                </a:solidFill>
                <a:latin typeface="Consolas"/>
                <a:ea typeface="Consolas"/>
                <a:cs typeface="Consolas"/>
              </a:defRPr>
            </a:defPPr>
            <a:lvl1pPr algn="l">
              <a:defRPr sz="2325" b="0">
                <a:solidFill>
                  <a:srgbClr val="42AFFA"/>
                </a:solidFill>
                <a:latin typeface="Consolas"/>
                <a:ea typeface="Consolas"/>
                <a:cs typeface="Consolas"/>
              </a:defRPr>
            </a:lvl1pPr>
            <a:lvl2pPr algn="l">
              <a:defRPr sz="2325" b="0">
                <a:solidFill>
                  <a:srgbClr val="42AFFA"/>
                </a:solidFill>
                <a:latin typeface="Consolas"/>
                <a:ea typeface="Consolas"/>
                <a:cs typeface="Consolas"/>
              </a:defRPr>
            </a:lvl2pPr>
            <a:lvl3pPr algn="l">
              <a:defRPr sz="2325" b="0">
                <a:solidFill>
                  <a:srgbClr val="42AFFA"/>
                </a:solidFill>
                <a:latin typeface="Consolas"/>
                <a:ea typeface="Consolas"/>
                <a:cs typeface="Consolas"/>
              </a:defRPr>
            </a:lvl3pPr>
            <a:lvl4pPr algn="l">
              <a:defRPr sz="2325" b="0">
                <a:solidFill>
                  <a:srgbClr val="42AFFA"/>
                </a:solidFill>
                <a:latin typeface="Consolas"/>
                <a:ea typeface="Consolas"/>
                <a:cs typeface="Consolas"/>
              </a:defRPr>
            </a:lvl4pPr>
            <a:lvl5pPr algn="l">
              <a:defRPr sz="2325" b="0">
                <a:solidFill>
                  <a:srgbClr val="42AFFA"/>
                </a:solidFill>
                <a:latin typeface="Consolas"/>
                <a:ea typeface="Consolas"/>
                <a:cs typeface="Consolas"/>
              </a:defRPr>
            </a:lvl5pPr>
            <a:lvl6pPr algn="l">
              <a:defRPr sz="2325" b="0">
                <a:solidFill>
                  <a:srgbClr val="42AFFA"/>
                </a:solidFill>
                <a:latin typeface="Consolas"/>
                <a:ea typeface="Consolas"/>
                <a:cs typeface="Consolas"/>
              </a:defRPr>
            </a:lvl6pPr>
            <a:lvl7pPr algn="l">
              <a:defRPr sz="2325" b="0">
                <a:solidFill>
                  <a:srgbClr val="42AFFA"/>
                </a:solidFill>
                <a:latin typeface="Consolas"/>
                <a:ea typeface="Consolas"/>
                <a:cs typeface="Consolas"/>
              </a:defRPr>
            </a:lvl7pPr>
            <a:lvl8pPr algn="l">
              <a:defRPr sz="2325" b="0">
                <a:solidFill>
                  <a:srgbClr val="42AFFA"/>
                </a:solidFill>
                <a:latin typeface="Consolas"/>
                <a:ea typeface="Consolas"/>
                <a:cs typeface="Consolas"/>
              </a:defRPr>
            </a:lvl8pPr>
            <a:lvl9pPr algn="l">
              <a:defRPr sz="2325" b="0">
                <a:solidFill>
                  <a:srgbClr val="42AFFA"/>
                </a:solidFill>
                <a:latin typeface="Consolas"/>
                <a:ea typeface="Consolas"/>
                <a:cs typeface="Consolas"/>
              </a:defRPr>
            </a:lvl9pPr>
          </a:lstStyle>
          <a:p>
            <a:pPr algn="l" rtl="0">
              <a:lnSpc>
                <a:spcPct val="108000"/>
              </a:lnSpc>
              <a:buNone/>
              <a:defRPr sz="2325" b="0">
                <a:solidFill>
                  <a:srgbClr val="42AFFA"/>
                </a:solidFill>
                <a:latin typeface="Consolas"/>
                <a:ea typeface="Consolas"/>
                <a:cs typeface="Consolas"/>
              </a:defRPr>
            </a:pPr>
            <a:r>
              <a:rPr lang="en-US" sz="2325" b="0">
                <a:solidFill>
                  <a:srgbClr val="42AFFA"/>
                </a:solidFill>
                <a:latin typeface="Consolas"/>
                <a:ea typeface="Consolas"/>
                <a:cs typeface="Consolas"/>
              </a:rPr>
              <a:t>Assets/Scripts/…</a:t>
            </a:r>
          </a:p>
        </p:txBody>
      </p:sp>
      <p:sp>
        <p:nvSpPr>
          <p:cNvPr id="13" name="text-606">
            <a:hlinkClick r:id="rId3"/>
            <a:extLst>
              <a:ext uri="{FF2B5EF4-FFF2-40B4-BE49-F238E27FC236}">
                <a16:creationId xmlns:a16="http://schemas.microsoft.com/office/drawing/2014/main" id="{4D97AAA5-3492-40F3-B62B-DA31EE16979B}"/>
              </a:ext>
            </a:extLst>
          </p:cNvPr>
          <p:cNvSpPr>
            <a:spLocks noGrp="1"/>
          </p:cNvSpPr>
          <p:nvPr/>
        </p:nvSpPr>
        <p:spPr>
          <a:xfrm>
            <a:off x="523875" y="5762625"/>
            <a:ext cx="8096250" cy="428625"/>
          </a:xfrm>
          <a:prstGeom prst="rect">
            <a:avLst/>
          </a:prstGeom>
          <a:noFill/>
          <a:ln w="0">
            <a:noFill/>
          </a:ln>
        </p:spPr>
        <p:txBody>
          <a:bodyPr wrap="square" lIns="0" tIns="0" rIns="0" bIns="0" anchor="t">
            <a:noAutofit/>
          </a:bodyPr>
          <a:lstStyle>
            <a:defPPr algn="r">
              <a:defRPr sz="2325" b="0">
                <a:solidFill>
                  <a:srgbClr val="8888FF"/>
                </a:solidFill>
                <a:latin typeface="Arial"/>
                <a:ea typeface="Arial"/>
                <a:cs typeface="Arial"/>
              </a:defRPr>
            </a:defPPr>
            <a:lvl1pPr algn="r">
              <a:defRPr sz="2325" b="0">
                <a:solidFill>
                  <a:srgbClr val="8888FF"/>
                </a:solidFill>
                <a:latin typeface="Arial"/>
                <a:ea typeface="Arial"/>
                <a:cs typeface="Arial"/>
              </a:defRPr>
            </a:lvl1pPr>
            <a:lvl2pPr algn="r">
              <a:defRPr sz="2325" b="0">
                <a:solidFill>
                  <a:srgbClr val="8888FF"/>
                </a:solidFill>
                <a:latin typeface="Arial"/>
                <a:ea typeface="Arial"/>
                <a:cs typeface="Arial"/>
              </a:defRPr>
            </a:lvl2pPr>
            <a:lvl3pPr algn="r">
              <a:defRPr sz="2325" b="0">
                <a:solidFill>
                  <a:srgbClr val="8888FF"/>
                </a:solidFill>
                <a:latin typeface="Arial"/>
                <a:ea typeface="Arial"/>
                <a:cs typeface="Arial"/>
              </a:defRPr>
            </a:lvl3pPr>
            <a:lvl4pPr algn="r">
              <a:defRPr sz="2325" b="0">
                <a:solidFill>
                  <a:srgbClr val="8888FF"/>
                </a:solidFill>
                <a:latin typeface="Arial"/>
                <a:ea typeface="Arial"/>
                <a:cs typeface="Arial"/>
              </a:defRPr>
            </a:lvl4pPr>
            <a:lvl5pPr algn="r">
              <a:defRPr sz="2325" b="0">
                <a:solidFill>
                  <a:srgbClr val="8888FF"/>
                </a:solidFill>
                <a:latin typeface="Arial"/>
                <a:ea typeface="Arial"/>
                <a:cs typeface="Arial"/>
              </a:defRPr>
            </a:lvl5pPr>
            <a:lvl6pPr algn="r">
              <a:defRPr sz="2325" b="0">
                <a:solidFill>
                  <a:srgbClr val="8888FF"/>
                </a:solidFill>
                <a:latin typeface="Arial"/>
                <a:ea typeface="Arial"/>
                <a:cs typeface="Arial"/>
              </a:defRPr>
            </a:lvl6pPr>
            <a:lvl7pPr algn="r">
              <a:defRPr sz="2325" b="0">
                <a:solidFill>
                  <a:srgbClr val="8888FF"/>
                </a:solidFill>
                <a:latin typeface="Arial"/>
                <a:ea typeface="Arial"/>
                <a:cs typeface="Arial"/>
              </a:defRPr>
            </a:lvl7pPr>
            <a:lvl8pPr algn="r">
              <a:defRPr sz="2325" b="0">
                <a:solidFill>
                  <a:srgbClr val="8888FF"/>
                </a:solidFill>
                <a:latin typeface="Arial"/>
                <a:ea typeface="Arial"/>
                <a:cs typeface="Arial"/>
              </a:defRPr>
            </a:lvl8pPr>
            <a:lvl9pPr algn="r">
              <a:defRPr sz="2325" b="0">
                <a:solidFill>
                  <a:srgbClr val="8888FF"/>
                </a:solidFill>
                <a:latin typeface="Arial"/>
                <a:ea typeface="Arial"/>
                <a:cs typeface="Arial"/>
              </a:defRPr>
            </a:lvl9pPr>
          </a:lstStyle>
          <a:p>
            <a:pPr algn="r" rtl="1">
              <a:lnSpc>
                <a:spcPct val="108000"/>
              </a:lnSpc>
              <a:buNone/>
              <a:defRPr sz="2325" b="0">
                <a:solidFill>
                  <a:srgbClr val="8888FF"/>
                </a:solidFill>
                <a:latin typeface="Arial"/>
                <a:ea typeface="Arial"/>
                <a:cs typeface="Arial"/>
              </a:defRPr>
            </a:pPr>
            <a:r>
              <a:rPr lang="he-IL" sz="2325" b="0">
                <a:solidFill>
                  <a:srgbClr val="8888FF"/>
                </a:solidFill>
                <a:latin typeface="Arial"/>
                <a:ea typeface="Arial"/>
                <a:cs typeface="Arial"/>
              </a:rPr>
              <a:t>מדריך Markdown הרשמי של GitHub</a:t>
            </a:r>
          </a:p>
        </p:txBody>
      </p:sp>
    </p:spTree>
    <p:extLst>
      <p:ext uri="{BB962C8B-B14F-4D97-AF65-F5344CB8AC3E}">
        <p14:creationId xmlns:p14="http://schemas.microsoft.com/office/powerpoint/2010/main" val="1499650771"/>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8" name="text-607">
            <a:extLst>
              <a:ext uri="{FF2B5EF4-FFF2-40B4-BE49-F238E27FC236}">
                <a16:creationId xmlns:a16="http://schemas.microsoft.com/office/drawing/2014/main" id="{EF9A29FF-89DC-4FE4-A8EF-5ED96FDBFABD}"/>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GitHub Pages — המשחק ברשת</a:t>
            </a:r>
          </a:p>
        </p:txBody>
      </p:sp>
      <p:sp>
        <p:nvSpPr>
          <p:cNvPr id="2" name="text-608">
            <a:extLst>
              <a:ext uri="{FF2B5EF4-FFF2-40B4-BE49-F238E27FC236}">
                <a16:creationId xmlns:a16="http://schemas.microsoft.com/office/drawing/2014/main" id="{DFCFE54E-FA4F-4F2E-810B-C29DF6B67AA7}"/>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39</a:t>
            </a:r>
          </a:p>
        </p:txBody>
      </p:sp>
      <p:sp>
        <p:nvSpPr>
          <p:cNvPr id="3" name="text-609">
            <a:extLst>
              <a:ext uri="{FF2B5EF4-FFF2-40B4-BE49-F238E27FC236}">
                <a16:creationId xmlns:a16="http://schemas.microsoft.com/office/drawing/2014/main" id="{AF4D0FF1-9D42-444A-A35A-CF1D9A0FDB89}"/>
              </a:ext>
            </a:extLst>
          </p:cNvPr>
          <p:cNvSpPr>
            <a:spLocks noGrp="1"/>
          </p:cNvSpPr>
          <p:nvPr/>
        </p:nvSpPr>
        <p:spPr>
          <a:xfrm>
            <a:off x="523875" y="1285875"/>
            <a:ext cx="8096250" cy="523875"/>
          </a:xfrm>
          <a:prstGeom prst="rect">
            <a:avLst/>
          </a:prstGeom>
          <a:noFill/>
          <a:ln w="0">
            <a:noFill/>
          </a:ln>
        </p:spPr>
        <p:txBody>
          <a:bodyPr wrap="square" lIns="0" tIns="0" rIns="0" bIns="0" anchor="t">
            <a:noAutofit/>
          </a:bodyPr>
          <a:lstStyle>
            <a:defPPr algn="r">
              <a:defRPr sz="2700" b="0">
                <a:solidFill>
                  <a:srgbClr val="88FF88"/>
                </a:solidFill>
                <a:latin typeface="Arial"/>
                <a:ea typeface="Arial"/>
                <a:cs typeface="Arial"/>
              </a:defRPr>
            </a:defPPr>
            <a:lvl1pPr algn="r">
              <a:defRPr sz="2700" b="0">
                <a:solidFill>
                  <a:srgbClr val="88FF88"/>
                </a:solidFill>
                <a:latin typeface="Arial"/>
                <a:ea typeface="Arial"/>
                <a:cs typeface="Arial"/>
              </a:defRPr>
            </a:lvl1pPr>
            <a:lvl2pPr algn="r">
              <a:defRPr sz="2700" b="0">
                <a:solidFill>
                  <a:srgbClr val="88FF88"/>
                </a:solidFill>
                <a:latin typeface="Arial"/>
                <a:ea typeface="Arial"/>
                <a:cs typeface="Arial"/>
              </a:defRPr>
            </a:lvl2pPr>
            <a:lvl3pPr algn="r">
              <a:defRPr sz="2700" b="0">
                <a:solidFill>
                  <a:srgbClr val="88FF88"/>
                </a:solidFill>
                <a:latin typeface="Arial"/>
                <a:ea typeface="Arial"/>
                <a:cs typeface="Arial"/>
              </a:defRPr>
            </a:lvl3pPr>
            <a:lvl4pPr algn="r">
              <a:defRPr sz="2700" b="0">
                <a:solidFill>
                  <a:srgbClr val="88FF88"/>
                </a:solidFill>
                <a:latin typeface="Arial"/>
                <a:ea typeface="Arial"/>
                <a:cs typeface="Arial"/>
              </a:defRPr>
            </a:lvl4pPr>
            <a:lvl5pPr algn="r">
              <a:defRPr sz="2700" b="0">
                <a:solidFill>
                  <a:srgbClr val="88FF88"/>
                </a:solidFill>
                <a:latin typeface="Arial"/>
                <a:ea typeface="Arial"/>
                <a:cs typeface="Arial"/>
              </a:defRPr>
            </a:lvl5pPr>
            <a:lvl6pPr algn="r">
              <a:defRPr sz="2700" b="0">
                <a:solidFill>
                  <a:srgbClr val="88FF88"/>
                </a:solidFill>
                <a:latin typeface="Arial"/>
                <a:ea typeface="Arial"/>
                <a:cs typeface="Arial"/>
              </a:defRPr>
            </a:lvl6pPr>
            <a:lvl7pPr algn="r">
              <a:defRPr sz="2700" b="0">
                <a:solidFill>
                  <a:srgbClr val="88FF88"/>
                </a:solidFill>
                <a:latin typeface="Arial"/>
                <a:ea typeface="Arial"/>
                <a:cs typeface="Arial"/>
              </a:defRPr>
            </a:lvl7pPr>
            <a:lvl8pPr algn="r">
              <a:defRPr sz="2700" b="0">
                <a:solidFill>
                  <a:srgbClr val="88FF88"/>
                </a:solidFill>
                <a:latin typeface="Arial"/>
                <a:ea typeface="Arial"/>
                <a:cs typeface="Arial"/>
              </a:defRPr>
            </a:lvl8pPr>
            <a:lvl9pPr algn="r">
              <a:defRPr sz="2700" b="0">
                <a:solidFill>
                  <a:srgbClr val="88FF88"/>
                </a:solidFill>
                <a:latin typeface="Arial"/>
                <a:ea typeface="Arial"/>
                <a:cs typeface="Arial"/>
              </a:defRPr>
            </a:lvl9pPr>
          </a:lstStyle>
          <a:p>
            <a:pPr algn="r" rtl="1">
              <a:lnSpc>
                <a:spcPct val="108000"/>
              </a:lnSpc>
              <a:buNone/>
              <a:defRPr sz="2700" b="0">
                <a:solidFill>
                  <a:srgbClr val="88FF88"/>
                </a:solidFill>
                <a:latin typeface="Arial"/>
                <a:ea typeface="Arial"/>
                <a:cs typeface="Arial"/>
              </a:defRPr>
            </a:pPr>
            <a:r>
              <a:rPr lang="he-IL" sz="2700" b="0">
                <a:solidFill>
                  <a:srgbClr val="88FF88"/>
                </a:solidFill>
                <a:latin typeface="Arial"/>
                <a:ea typeface="Arial"/>
                <a:cs typeface="Arial"/>
              </a:rPr>
              <a:t>אירוח חינם למאגרים ציבוריים</a:t>
            </a:r>
          </a:p>
        </p:txBody>
      </p:sp>
      <p:sp>
        <p:nvSpPr>
          <p:cNvPr id="4" name="shape-610">
            <a:extLst>
              <a:ext uri="{FF2B5EF4-FFF2-40B4-BE49-F238E27FC236}">
                <a16:creationId xmlns:a16="http://schemas.microsoft.com/office/drawing/2014/main" id="{C119937F-E42F-404D-87A0-D0211AD34580}"/>
              </a:ext>
            </a:extLst>
          </p:cNvPr>
          <p:cNvSpPr>
            <a:spLocks noGrp="1"/>
          </p:cNvSpPr>
          <p:nvPr/>
        </p:nvSpPr>
        <p:spPr>
          <a:xfrm>
            <a:off x="6191250" y="2524125"/>
            <a:ext cx="2333625" cy="1190625"/>
          </a:xfrm>
          <a:prstGeom prst="rect">
            <a:avLst/>
          </a:prstGeom>
          <a:solidFill>
            <a:srgbClr val="25282B"/>
          </a:solidFill>
          <a:ln w="19050">
            <a:solidFill>
              <a:srgbClr val="8888FF"/>
            </a:solidFill>
          </a:ln>
        </p:spPr>
      </p:sp>
      <p:sp>
        <p:nvSpPr>
          <p:cNvPr id="5" name="text-611">
            <a:extLst>
              <a:ext uri="{FF2B5EF4-FFF2-40B4-BE49-F238E27FC236}">
                <a16:creationId xmlns:a16="http://schemas.microsoft.com/office/drawing/2014/main" id="{D7D0C98B-0849-4466-A181-52D1467EE9D6}"/>
              </a:ext>
            </a:extLst>
          </p:cNvPr>
          <p:cNvSpPr>
            <a:spLocks noGrp="1"/>
          </p:cNvSpPr>
          <p:nvPr/>
        </p:nvSpPr>
        <p:spPr>
          <a:xfrm>
            <a:off x="6324600" y="2730818"/>
            <a:ext cx="2066925" cy="1038225"/>
          </a:xfrm>
          <a:prstGeom prst="rect">
            <a:avLst/>
          </a:prstGeom>
          <a:noFill/>
          <a:ln w="0">
            <a:noFill/>
          </a:ln>
        </p:spPr>
        <p:txBody>
          <a:bodyPr wrap="square" lIns="0" tIns="0" rIns="0" bIns="0" anchor="t">
            <a:noAutofit/>
          </a:bodyPr>
          <a:lstStyle>
            <a:defPPr algn="ctr">
              <a:defRPr sz="2550" b="0">
                <a:solidFill>
                  <a:srgbClr val="F7F7F7"/>
                </a:solidFill>
                <a:latin typeface="Arial"/>
                <a:ea typeface="Arial"/>
                <a:cs typeface="Arial"/>
              </a:defRPr>
            </a:defPPr>
            <a:lvl1pPr algn="ctr">
              <a:defRPr sz="2550" b="0">
                <a:solidFill>
                  <a:srgbClr val="F7F7F7"/>
                </a:solidFill>
                <a:latin typeface="Arial"/>
                <a:ea typeface="Arial"/>
                <a:cs typeface="Arial"/>
              </a:defRPr>
            </a:lvl1pPr>
            <a:lvl2pPr algn="ctr">
              <a:defRPr sz="2550" b="0">
                <a:solidFill>
                  <a:srgbClr val="F7F7F7"/>
                </a:solidFill>
                <a:latin typeface="Arial"/>
                <a:ea typeface="Arial"/>
                <a:cs typeface="Arial"/>
              </a:defRPr>
            </a:lvl2pPr>
            <a:lvl3pPr algn="ctr">
              <a:defRPr sz="2550" b="0">
                <a:solidFill>
                  <a:srgbClr val="F7F7F7"/>
                </a:solidFill>
                <a:latin typeface="Arial"/>
                <a:ea typeface="Arial"/>
                <a:cs typeface="Arial"/>
              </a:defRPr>
            </a:lvl3pPr>
            <a:lvl4pPr algn="ctr">
              <a:defRPr sz="2550" b="0">
                <a:solidFill>
                  <a:srgbClr val="F7F7F7"/>
                </a:solidFill>
                <a:latin typeface="Arial"/>
                <a:ea typeface="Arial"/>
                <a:cs typeface="Arial"/>
              </a:defRPr>
            </a:lvl4pPr>
            <a:lvl5pPr algn="ctr">
              <a:defRPr sz="2550" b="0">
                <a:solidFill>
                  <a:srgbClr val="F7F7F7"/>
                </a:solidFill>
                <a:latin typeface="Arial"/>
                <a:ea typeface="Arial"/>
                <a:cs typeface="Arial"/>
              </a:defRPr>
            </a:lvl5pPr>
            <a:lvl6pPr algn="ctr">
              <a:defRPr sz="2550" b="0">
                <a:solidFill>
                  <a:srgbClr val="F7F7F7"/>
                </a:solidFill>
                <a:latin typeface="Arial"/>
                <a:ea typeface="Arial"/>
                <a:cs typeface="Arial"/>
              </a:defRPr>
            </a:lvl6pPr>
            <a:lvl7pPr algn="ctr">
              <a:defRPr sz="2550" b="0">
                <a:solidFill>
                  <a:srgbClr val="F7F7F7"/>
                </a:solidFill>
                <a:latin typeface="Arial"/>
                <a:ea typeface="Arial"/>
                <a:cs typeface="Arial"/>
              </a:defRPr>
            </a:lvl7pPr>
            <a:lvl8pPr algn="ctr">
              <a:defRPr sz="2550" b="0">
                <a:solidFill>
                  <a:srgbClr val="F7F7F7"/>
                </a:solidFill>
                <a:latin typeface="Arial"/>
                <a:ea typeface="Arial"/>
                <a:cs typeface="Arial"/>
              </a:defRPr>
            </a:lvl8pPr>
            <a:lvl9pPr algn="ctr">
              <a:defRPr sz="2550" b="0">
                <a:solidFill>
                  <a:srgbClr val="F7F7F7"/>
                </a:solidFill>
                <a:latin typeface="Arial"/>
                <a:ea typeface="Arial"/>
                <a:cs typeface="Arial"/>
              </a:defRPr>
            </a:lvl9pPr>
          </a:lstStyle>
          <a:p>
            <a:pPr algn="ctr" rtl="0">
              <a:lnSpc>
                <a:spcPct val="108000"/>
              </a:lnSpc>
              <a:buNone/>
              <a:defRPr sz="2550" b="0">
                <a:solidFill>
                  <a:srgbClr val="F7F7F7"/>
                </a:solidFill>
                <a:latin typeface="Arial"/>
                <a:ea typeface="Arial"/>
                <a:cs typeface="Arial"/>
              </a:defRPr>
            </a:pPr>
            <a:r>
              <a:rPr lang="en-US" sz="2550" b="0">
                <a:solidFill>
                  <a:srgbClr val="F7F7F7"/>
                </a:solidFill>
                <a:latin typeface="Arial"/>
                <a:ea typeface="Arial"/>
                <a:cs typeface="Arial"/>
              </a:rPr>
              <a:t>Unity</a:t>
            </a:r>
          </a:p>
          <a:p>
            <a:pPr algn="ctr" rtl="0">
              <a:lnSpc>
                <a:spcPct val="108000"/>
              </a:lnSpc>
              <a:buNone/>
              <a:defRPr sz="2550" b="0">
                <a:solidFill>
                  <a:srgbClr val="F7F7F7"/>
                </a:solidFill>
                <a:latin typeface="Arial"/>
                <a:ea typeface="Arial"/>
                <a:cs typeface="Arial"/>
              </a:defRPr>
            </a:pPr>
            <a:r>
              <a:rPr lang="en-US" sz="2550" b="0">
                <a:solidFill>
                  <a:srgbClr val="F7F7F7"/>
                </a:solidFill>
                <a:latin typeface="Arial"/>
                <a:ea typeface="Arial"/>
                <a:cs typeface="Arial"/>
              </a:rPr>
              <a:t>Web build</a:t>
            </a:r>
          </a:p>
        </p:txBody>
      </p:sp>
      <p:sp>
        <p:nvSpPr>
          <p:cNvPr id="6" name="line-612">
            <a:extLst>
              <a:ext uri="{FF2B5EF4-FFF2-40B4-BE49-F238E27FC236}">
                <a16:creationId xmlns:a16="http://schemas.microsoft.com/office/drawing/2014/main" id="{F0FD6474-D7C2-41E2-A0CD-B64D0E8B7F7C}"/>
              </a:ext>
            </a:extLst>
          </p:cNvPr>
          <p:cNvSpPr>
            <a:spLocks noGrp="1"/>
          </p:cNvSpPr>
          <p:nvPr/>
        </p:nvSpPr>
        <p:spPr>
          <a:xfrm>
            <a:off x="5286375" y="3114675"/>
            <a:ext cx="809625" cy="9525"/>
          </a:xfrm>
          <a:custGeom>
            <a:avLst/>
            <a:gdLst/>
            <a:ahLst/>
            <a:cxnLst/>
            <a:rect l="0" t="0" r="0" b="0"/>
            <a:pathLst>
              <a:path w="809625" h="9525">
                <a:moveTo>
                  <a:pt x="809625" y="0"/>
                </a:moveTo>
                <a:lnTo>
                  <a:pt x="0" y="0"/>
                </a:lnTo>
              </a:path>
            </a:pathLst>
          </a:custGeom>
          <a:noFill/>
          <a:ln w="38100">
            <a:solidFill>
              <a:srgbClr val="42AFFA"/>
            </a:solidFill>
          </a:ln>
        </p:spPr>
      </p:sp>
      <p:sp>
        <p:nvSpPr>
          <p:cNvPr id="7" name="line-613">
            <a:extLst>
              <a:ext uri="{FF2B5EF4-FFF2-40B4-BE49-F238E27FC236}">
                <a16:creationId xmlns:a16="http://schemas.microsoft.com/office/drawing/2014/main" id="{C23EF9AE-7908-45C6-B5EF-BF21EC8A990F}"/>
              </a:ext>
            </a:extLst>
          </p:cNvPr>
          <p:cNvSpPr>
            <a:spLocks noGrp="1"/>
          </p:cNvSpPr>
          <p:nvPr/>
        </p:nvSpPr>
        <p:spPr>
          <a:xfrm>
            <a:off x="5286375" y="3054932"/>
            <a:ext cx="97444" cy="59743"/>
          </a:xfrm>
          <a:custGeom>
            <a:avLst/>
            <a:gdLst/>
            <a:ahLst/>
            <a:cxnLst/>
            <a:rect l="0" t="0" r="0" b="0"/>
            <a:pathLst>
              <a:path w="97444" h="59743">
                <a:moveTo>
                  <a:pt x="0" y="59743"/>
                </a:moveTo>
                <a:lnTo>
                  <a:pt x="97444" y="0"/>
                </a:lnTo>
              </a:path>
            </a:pathLst>
          </a:custGeom>
          <a:noFill/>
          <a:ln w="38100">
            <a:solidFill>
              <a:srgbClr val="42AFFA"/>
            </a:solidFill>
          </a:ln>
        </p:spPr>
      </p:sp>
      <p:sp>
        <p:nvSpPr>
          <p:cNvPr id="8" name="line-614">
            <a:extLst>
              <a:ext uri="{FF2B5EF4-FFF2-40B4-BE49-F238E27FC236}">
                <a16:creationId xmlns:a16="http://schemas.microsoft.com/office/drawing/2014/main" id="{60B3B1E6-D442-4783-80C5-6B96BD23565A}"/>
              </a:ext>
            </a:extLst>
          </p:cNvPr>
          <p:cNvSpPr>
            <a:spLocks noGrp="1"/>
          </p:cNvSpPr>
          <p:nvPr/>
        </p:nvSpPr>
        <p:spPr>
          <a:xfrm>
            <a:off x="5286375" y="3114675"/>
            <a:ext cx="97444" cy="59743"/>
          </a:xfrm>
          <a:custGeom>
            <a:avLst/>
            <a:gdLst/>
            <a:ahLst/>
            <a:cxnLst/>
            <a:rect l="0" t="0" r="0" b="0"/>
            <a:pathLst>
              <a:path w="97444" h="59743">
                <a:moveTo>
                  <a:pt x="0" y="0"/>
                </a:moveTo>
                <a:lnTo>
                  <a:pt x="97444" y="59743"/>
                </a:lnTo>
              </a:path>
            </a:pathLst>
          </a:custGeom>
          <a:noFill/>
          <a:ln w="38100">
            <a:solidFill>
              <a:srgbClr val="42AFFA"/>
            </a:solidFill>
          </a:ln>
        </p:spPr>
      </p:sp>
      <p:sp>
        <p:nvSpPr>
          <p:cNvPr id="9" name="shape-615">
            <a:extLst>
              <a:ext uri="{FF2B5EF4-FFF2-40B4-BE49-F238E27FC236}">
                <a16:creationId xmlns:a16="http://schemas.microsoft.com/office/drawing/2014/main" id="{EEB94860-E00B-4A1F-996A-1EA16220D6DB}"/>
              </a:ext>
            </a:extLst>
          </p:cNvPr>
          <p:cNvSpPr>
            <a:spLocks noGrp="1"/>
          </p:cNvSpPr>
          <p:nvPr/>
        </p:nvSpPr>
        <p:spPr>
          <a:xfrm>
            <a:off x="3143250" y="2524125"/>
            <a:ext cx="2047875" cy="1190625"/>
          </a:xfrm>
          <a:prstGeom prst="rect">
            <a:avLst/>
          </a:prstGeom>
          <a:solidFill>
            <a:srgbClr val="25282B"/>
          </a:solidFill>
          <a:ln w="19050">
            <a:solidFill>
              <a:srgbClr val="42AFFA"/>
            </a:solidFill>
          </a:ln>
        </p:spPr>
      </p:sp>
      <p:sp>
        <p:nvSpPr>
          <p:cNvPr id="10" name="text-616">
            <a:extLst>
              <a:ext uri="{FF2B5EF4-FFF2-40B4-BE49-F238E27FC236}">
                <a16:creationId xmlns:a16="http://schemas.microsoft.com/office/drawing/2014/main" id="{3612D1BE-FD07-4376-8E63-CE8F199E21AC}"/>
              </a:ext>
            </a:extLst>
          </p:cNvPr>
          <p:cNvSpPr>
            <a:spLocks noGrp="1"/>
          </p:cNvSpPr>
          <p:nvPr/>
        </p:nvSpPr>
        <p:spPr>
          <a:xfrm>
            <a:off x="3276600" y="2753678"/>
            <a:ext cx="1781175" cy="1038225"/>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מאגר</a:t>
            </a:r>
          </a:p>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ב־GitHub</a:t>
            </a:r>
          </a:p>
        </p:txBody>
      </p:sp>
      <p:sp>
        <p:nvSpPr>
          <p:cNvPr id="11" name="line-617">
            <a:extLst>
              <a:ext uri="{FF2B5EF4-FFF2-40B4-BE49-F238E27FC236}">
                <a16:creationId xmlns:a16="http://schemas.microsoft.com/office/drawing/2014/main" id="{6E854FCA-66BC-4C9B-8C01-FE918422C4BB}"/>
              </a:ext>
            </a:extLst>
          </p:cNvPr>
          <p:cNvSpPr>
            <a:spLocks noGrp="1"/>
          </p:cNvSpPr>
          <p:nvPr/>
        </p:nvSpPr>
        <p:spPr>
          <a:xfrm>
            <a:off x="2238375" y="3114675"/>
            <a:ext cx="809625" cy="9525"/>
          </a:xfrm>
          <a:custGeom>
            <a:avLst/>
            <a:gdLst/>
            <a:ahLst/>
            <a:cxnLst/>
            <a:rect l="0" t="0" r="0" b="0"/>
            <a:pathLst>
              <a:path w="809625" h="9525">
                <a:moveTo>
                  <a:pt x="809625" y="0"/>
                </a:moveTo>
                <a:lnTo>
                  <a:pt x="0" y="0"/>
                </a:lnTo>
              </a:path>
            </a:pathLst>
          </a:custGeom>
          <a:noFill/>
          <a:ln w="38100">
            <a:solidFill>
              <a:srgbClr val="88FF88"/>
            </a:solidFill>
          </a:ln>
        </p:spPr>
      </p:sp>
      <p:sp>
        <p:nvSpPr>
          <p:cNvPr id="12" name="line-618">
            <a:extLst>
              <a:ext uri="{FF2B5EF4-FFF2-40B4-BE49-F238E27FC236}">
                <a16:creationId xmlns:a16="http://schemas.microsoft.com/office/drawing/2014/main" id="{A2E50FA8-BF42-4164-A58B-4C776F60BB57}"/>
              </a:ext>
            </a:extLst>
          </p:cNvPr>
          <p:cNvSpPr>
            <a:spLocks noGrp="1"/>
          </p:cNvSpPr>
          <p:nvPr/>
        </p:nvSpPr>
        <p:spPr>
          <a:xfrm>
            <a:off x="2238375" y="3054932"/>
            <a:ext cx="97444" cy="59743"/>
          </a:xfrm>
          <a:custGeom>
            <a:avLst/>
            <a:gdLst/>
            <a:ahLst/>
            <a:cxnLst/>
            <a:rect l="0" t="0" r="0" b="0"/>
            <a:pathLst>
              <a:path w="97444" h="59743">
                <a:moveTo>
                  <a:pt x="0" y="59743"/>
                </a:moveTo>
                <a:lnTo>
                  <a:pt x="97444" y="0"/>
                </a:lnTo>
              </a:path>
            </a:pathLst>
          </a:custGeom>
          <a:noFill/>
          <a:ln w="38100">
            <a:solidFill>
              <a:srgbClr val="88FF88"/>
            </a:solidFill>
          </a:ln>
        </p:spPr>
      </p:sp>
      <p:sp>
        <p:nvSpPr>
          <p:cNvPr id="13" name="line-619">
            <a:extLst>
              <a:ext uri="{FF2B5EF4-FFF2-40B4-BE49-F238E27FC236}">
                <a16:creationId xmlns:a16="http://schemas.microsoft.com/office/drawing/2014/main" id="{4170D269-6962-49F7-A9E3-F3E81F074B73}"/>
              </a:ext>
            </a:extLst>
          </p:cNvPr>
          <p:cNvSpPr>
            <a:spLocks noGrp="1"/>
          </p:cNvSpPr>
          <p:nvPr/>
        </p:nvSpPr>
        <p:spPr>
          <a:xfrm>
            <a:off x="2238375" y="3114675"/>
            <a:ext cx="97444" cy="59743"/>
          </a:xfrm>
          <a:custGeom>
            <a:avLst/>
            <a:gdLst/>
            <a:ahLst/>
            <a:cxnLst/>
            <a:rect l="0" t="0" r="0" b="0"/>
            <a:pathLst>
              <a:path w="97444" h="59743">
                <a:moveTo>
                  <a:pt x="0" y="0"/>
                </a:moveTo>
                <a:lnTo>
                  <a:pt x="97444" y="59743"/>
                </a:lnTo>
              </a:path>
            </a:pathLst>
          </a:custGeom>
          <a:noFill/>
          <a:ln w="38100">
            <a:solidFill>
              <a:srgbClr val="88FF88"/>
            </a:solidFill>
          </a:ln>
        </p:spPr>
      </p:sp>
      <p:sp>
        <p:nvSpPr>
          <p:cNvPr id="14" name="shape-620">
            <a:extLst>
              <a:ext uri="{FF2B5EF4-FFF2-40B4-BE49-F238E27FC236}">
                <a16:creationId xmlns:a16="http://schemas.microsoft.com/office/drawing/2014/main" id="{FC1F16B9-D8E0-4529-8077-D3DD1DDA95FB}"/>
              </a:ext>
            </a:extLst>
          </p:cNvPr>
          <p:cNvSpPr>
            <a:spLocks noGrp="1"/>
          </p:cNvSpPr>
          <p:nvPr/>
        </p:nvSpPr>
        <p:spPr>
          <a:xfrm>
            <a:off x="523875" y="2524125"/>
            <a:ext cx="1619250" cy="1190625"/>
          </a:xfrm>
          <a:prstGeom prst="rect">
            <a:avLst/>
          </a:prstGeom>
          <a:solidFill>
            <a:srgbClr val="25282B"/>
          </a:solidFill>
          <a:ln w="19050">
            <a:solidFill>
              <a:srgbClr val="88FF88"/>
            </a:solidFill>
          </a:ln>
        </p:spPr>
      </p:sp>
      <p:sp>
        <p:nvSpPr>
          <p:cNvPr id="15" name="text-621">
            <a:extLst>
              <a:ext uri="{FF2B5EF4-FFF2-40B4-BE49-F238E27FC236}">
                <a16:creationId xmlns:a16="http://schemas.microsoft.com/office/drawing/2014/main" id="{2BAC28BF-6202-44DA-A4DD-C4936263CFE4}"/>
              </a:ext>
            </a:extLst>
          </p:cNvPr>
          <p:cNvSpPr>
            <a:spLocks noGrp="1"/>
          </p:cNvSpPr>
          <p:nvPr/>
        </p:nvSpPr>
        <p:spPr>
          <a:xfrm>
            <a:off x="657225" y="2765108"/>
            <a:ext cx="1352550" cy="1038225"/>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0">
              <a:lnSpc>
                <a:spcPct val="108000"/>
              </a:lnSpc>
              <a:buNone/>
              <a:defRPr sz="2325" b="0">
                <a:solidFill>
                  <a:srgbClr val="F7F7F7"/>
                </a:solidFill>
                <a:latin typeface="Arial"/>
                <a:ea typeface="Arial"/>
                <a:cs typeface="Arial"/>
              </a:defRPr>
            </a:pPr>
            <a:r>
              <a:rPr lang="en-US" sz="2325" b="0">
                <a:solidFill>
                  <a:srgbClr val="F7F7F7"/>
                </a:solidFill>
                <a:latin typeface="Arial"/>
                <a:ea typeface="Arial"/>
                <a:cs typeface="Arial"/>
              </a:rPr>
              <a:t>GitHub</a:t>
            </a:r>
          </a:p>
          <a:p>
            <a:pPr algn="ctr" rtl="0">
              <a:lnSpc>
                <a:spcPct val="108000"/>
              </a:lnSpc>
              <a:buNone/>
              <a:defRPr sz="2325" b="0">
                <a:solidFill>
                  <a:srgbClr val="F7F7F7"/>
                </a:solidFill>
                <a:latin typeface="Arial"/>
                <a:ea typeface="Arial"/>
                <a:cs typeface="Arial"/>
              </a:defRPr>
            </a:pPr>
            <a:r>
              <a:rPr lang="en-US" sz="2325" b="0">
                <a:solidFill>
                  <a:srgbClr val="F7F7F7"/>
                </a:solidFill>
                <a:latin typeface="Arial"/>
                <a:ea typeface="Arial"/>
                <a:cs typeface="Arial"/>
              </a:rPr>
              <a:t>Pages</a:t>
            </a:r>
          </a:p>
        </p:txBody>
      </p:sp>
      <p:sp>
        <p:nvSpPr>
          <p:cNvPr id="16" name="text-622">
            <a:extLst>
              <a:ext uri="{FF2B5EF4-FFF2-40B4-BE49-F238E27FC236}">
                <a16:creationId xmlns:a16="http://schemas.microsoft.com/office/drawing/2014/main" id="{653F3C7E-8058-40E5-B8A3-58672C40F15A}"/>
              </a:ext>
            </a:extLst>
          </p:cNvPr>
          <p:cNvSpPr>
            <a:spLocks noGrp="1"/>
          </p:cNvSpPr>
          <p:nvPr/>
        </p:nvSpPr>
        <p:spPr>
          <a:xfrm>
            <a:off x="523875" y="4476750"/>
            <a:ext cx="8096250" cy="666750"/>
          </a:xfrm>
          <a:prstGeom prst="rect">
            <a:avLst/>
          </a:prstGeom>
          <a:noFill/>
          <a:ln w="0">
            <a:noFill/>
          </a:ln>
        </p:spPr>
        <p:txBody>
          <a:bodyPr wrap="square" lIns="0" tIns="0" rIns="0" bIns="0" anchor="t">
            <a:noAutofit/>
          </a:bodyPr>
          <a:lstStyle>
            <a:defPPr algn="r">
              <a:defRPr sz="2475" b="0">
                <a:solidFill>
                  <a:srgbClr val="F7F7F7"/>
                </a:solidFill>
                <a:latin typeface="Arial"/>
                <a:ea typeface="Arial"/>
                <a:cs typeface="Arial"/>
              </a:defRPr>
            </a:defPPr>
            <a:lvl1pPr algn="r">
              <a:defRPr sz="2475" b="0">
                <a:solidFill>
                  <a:srgbClr val="F7F7F7"/>
                </a:solidFill>
                <a:latin typeface="Arial"/>
                <a:ea typeface="Arial"/>
                <a:cs typeface="Arial"/>
              </a:defRPr>
            </a:lvl1pPr>
            <a:lvl2pPr algn="r">
              <a:defRPr sz="2475" b="0">
                <a:solidFill>
                  <a:srgbClr val="F7F7F7"/>
                </a:solidFill>
                <a:latin typeface="Arial"/>
                <a:ea typeface="Arial"/>
                <a:cs typeface="Arial"/>
              </a:defRPr>
            </a:lvl2pPr>
            <a:lvl3pPr algn="r">
              <a:defRPr sz="2475" b="0">
                <a:solidFill>
                  <a:srgbClr val="F7F7F7"/>
                </a:solidFill>
                <a:latin typeface="Arial"/>
                <a:ea typeface="Arial"/>
                <a:cs typeface="Arial"/>
              </a:defRPr>
            </a:lvl3pPr>
            <a:lvl4pPr algn="r">
              <a:defRPr sz="2475" b="0">
                <a:solidFill>
                  <a:srgbClr val="F7F7F7"/>
                </a:solidFill>
                <a:latin typeface="Arial"/>
                <a:ea typeface="Arial"/>
                <a:cs typeface="Arial"/>
              </a:defRPr>
            </a:lvl4pPr>
            <a:lvl5pPr algn="r">
              <a:defRPr sz="2475" b="0">
                <a:solidFill>
                  <a:srgbClr val="F7F7F7"/>
                </a:solidFill>
                <a:latin typeface="Arial"/>
                <a:ea typeface="Arial"/>
                <a:cs typeface="Arial"/>
              </a:defRPr>
            </a:lvl5pPr>
            <a:lvl6pPr algn="r">
              <a:defRPr sz="2475" b="0">
                <a:solidFill>
                  <a:srgbClr val="F7F7F7"/>
                </a:solidFill>
                <a:latin typeface="Arial"/>
                <a:ea typeface="Arial"/>
                <a:cs typeface="Arial"/>
              </a:defRPr>
            </a:lvl6pPr>
            <a:lvl7pPr algn="r">
              <a:defRPr sz="2475" b="0">
                <a:solidFill>
                  <a:srgbClr val="F7F7F7"/>
                </a:solidFill>
                <a:latin typeface="Arial"/>
                <a:ea typeface="Arial"/>
                <a:cs typeface="Arial"/>
              </a:defRPr>
            </a:lvl7pPr>
            <a:lvl8pPr algn="r">
              <a:defRPr sz="2475" b="0">
                <a:solidFill>
                  <a:srgbClr val="F7F7F7"/>
                </a:solidFill>
                <a:latin typeface="Arial"/>
                <a:ea typeface="Arial"/>
                <a:cs typeface="Arial"/>
              </a:defRPr>
            </a:lvl8pPr>
            <a:lvl9pPr algn="r">
              <a:defRPr sz="2475" b="0">
                <a:solidFill>
                  <a:srgbClr val="F7F7F7"/>
                </a:solidFill>
                <a:latin typeface="Arial"/>
                <a:ea typeface="Arial"/>
                <a:cs typeface="Arial"/>
              </a:defRPr>
            </a:lvl9pPr>
          </a:lstStyle>
          <a:p>
            <a:pPr algn="r" rtl="1">
              <a:lnSpc>
                <a:spcPct val="108000"/>
              </a:lnSpc>
              <a:buNone/>
              <a:defRPr sz="2475" b="0">
                <a:solidFill>
                  <a:srgbClr val="F7F7F7"/>
                </a:solidFill>
                <a:latin typeface="Arial"/>
                <a:ea typeface="Arial"/>
                <a:cs typeface="Arial"/>
              </a:defRPr>
            </a:pPr>
            <a:r>
              <a:rPr lang="he-IL" sz="2475" b="0">
                <a:solidFill>
                  <a:srgbClr val="F7F7F7"/>
                </a:solidFill>
                <a:latin typeface="Arial"/>
                <a:ea typeface="Arial"/>
                <a:cs typeface="Arial"/>
              </a:rPr>
              <a:t>לאחר שהפריסה מסתיימת — פותחים בדפדפן</a:t>
            </a:r>
          </a:p>
        </p:txBody>
      </p:sp>
      <p:sp>
        <p:nvSpPr>
          <p:cNvPr id="17" name="text-623">
            <a:hlinkClick r:id="rId3"/>
            <a:extLst>
              <a:ext uri="{FF2B5EF4-FFF2-40B4-BE49-F238E27FC236}">
                <a16:creationId xmlns:a16="http://schemas.microsoft.com/office/drawing/2014/main" id="{34AA84C1-C157-45B8-86CF-FACA777473BE}"/>
              </a:ext>
            </a:extLst>
          </p:cNvPr>
          <p:cNvSpPr>
            <a:spLocks noGrp="1"/>
          </p:cNvSpPr>
          <p:nvPr/>
        </p:nvSpPr>
        <p:spPr>
          <a:xfrm>
            <a:off x="523875" y="5476875"/>
            <a:ext cx="8096250" cy="523875"/>
          </a:xfrm>
          <a:prstGeom prst="rect">
            <a:avLst/>
          </a:prstGeom>
          <a:noFill/>
          <a:ln w="0">
            <a:noFill/>
          </a:ln>
        </p:spPr>
        <p:txBody>
          <a:bodyPr wrap="none" lIns="0" tIns="0" rIns="0" bIns="0" anchor="t">
            <a:noAutofit/>
          </a:bodyPr>
          <a:lstStyle>
            <a:defPPr algn="l">
              <a:defRPr sz="2625" b="0">
                <a:solidFill>
                  <a:srgbClr val="42AFFA"/>
                </a:solidFill>
                <a:latin typeface="Consolas"/>
                <a:ea typeface="Consolas"/>
                <a:cs typeface="Consolas"/>
              </a:defRPr>
            </a:defPPr>
            <a:lvl1pPr algn="l">
              <a:defRPr sz="2625" b="0">
                <a:solidFill>
                  <a:srgbClr val="42AFFA"/>
                </a:solidFill>
                <a:latin typeface="Consolas"/>
                <a:ea typeface="Consolas"/>
                <a:cs typeface="Consolas"/>
              </a:defRPr>
            </a:lvl1pPr>
            <a:lvl2pPr algn="l">
              <a:defRPr sz="2625" b="0">
                <a:solidFill>
                  <a:srgbClr val="42AFFA"/>
                </a:solidFill>
                <a:latin typeface="Consolas"/>
                <a:ea typeface="Consolas"/>
                <a:cs typeface="Consolas"/>
              </a:defRPr>
            </a:lvl2pPr>
            <a:lvl3pPr algn="l">
              <a:defRPr sz="2625" b="0">
                <a:solidFill>
                  <a:srgbClr val="42AFFA"/>
                </a:solidFill>
                <a:latin typeface="Consolas"/>
                <a:ea typeface="Consolas"/>
                <a:cs typeface="Consolas"/>
              </a:defRPr>
            </a:lvl3pPr>
            <a:lvl4pPr algn="l">
              <a:defRPr sz="2625" b="0">
                <a:solidFill>
                  <a:srgbClr val="42AFFA"/>
                </a:solidFill>
                <a:latin typeface="Consolas"/>
                <a:ea typeface="Consolas"/>
                <a:cs typeface="Consolas"/>
              </a:defRPr>
            </a:lvl4pPr>
            <a:lvl5pPr algn="l">
              <a:defRPr sz="2625" b="0">
                <a:solidFill>
                  <a:srgbClr val="42AFFA"/>
                </a:solidFill>
                <a:latin typeface="Consolas"/>
                <a:ea typeface="Consolas"/>
                <a:cs typeface="Consolas"/>
              </a:defRPr>
            </a:lvl5pPr>
            <a:lvl6pPr algn="l">
              <a:defRPr sz="2625" b="0">
                <a:solidFill>
                  <a:srgbClr val="42AFFA"/>
                </a:solidFill>
                <a:latin typeface="Consolas"/>
                <a:ea typeface="Consolas"/>
                <a:cs typeface="Consolas"/>
              </a:defRPr>
            </a:lvl6pPr>
            <a:lvl7pPr algn="l">
              <a:defRPr sz="2625" b="0">
                <a:solidFill>
                  <a:srgbClr val="42AFFA"/>
                </a:solidFill>
                <a:latin typeface="Consolas"/>
                <a:ea typeface="Consolas"/>
                <a:cs typeface="Consolas"/>
              </a:defRPr>
            </a:lvl7pPr>
            <a:lvl8pPr algn="l">
              <a:defRPr sz="2625" b="0">
                <a:solidFill>
                  <a:srgbClr val="42AFFA"/>
                </a:solidFill>
                <a:latin typeface="Consolas"/>
                <a:ea typeface="Consolas"/>
                <a:cs typeface="Consolas"/>
              </a:defRPr>
            </a:lvl8pPr>
            <a:lvl9pPr algn="l">
              <a:defRPr sz="2625" b="0">
                <a:solidFill>
                  <a:srgbClr val="42AFFA"/>
                </a:solidFill>
                <a:latin typeface="Consolas"/>
                <a:ea typeface="Consolas"/>
                <a:cs typeface="Consolas"/>
              </a:defRPr>
            </a:lvl9pPr>
          </a:lstStyle>
          <a:p>
            <a:pPr algn="l" rtl="0">
              <a:lnSpc>
                <a:spcPct val="108000"/>
              </a:lnSpc>
              <a:buNone/>
              <a:defRPr sz="2625" b="0">
                <a:solidFill>
                  <a:srgbClr val="42AFFA"/>
                </a:solidFill>
                <a:latin typeface="Consolas"/>
                <a:ea typeface="Consolas"/>
                <a:cs typeface="Consolas"/>
              </a:defRPr>
            </a:pPr>
            <a:r>
              <a:rPr lang="en-US" sz="2625" b="0">
                <a:solidFill>
                  <a:srgbClr val="42AFFA"/>
                </a:solidFill>
                <a:latin typeface="Consolas"/>
                <a:ea typeface="Consolas"/>
                <a:cs typeface="Consolas"/>
              </a:rPr>
              <a:t>https://my-team.github.io/my-game</a:t>
            </a:r>
          </a:p>
        </p:txBody>
      </p:sp>
    </p:spTree>
    <p:extLst>
      <p:ext uri="{BB962C8B-B14F-4D97-AF65-F5344CB8AC3E}">
        <p14:creationId xmlns:p14="http://schemas.microsoft.com/office/powerpoint/2010/main" val="126907660"/>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8" name="text-624">
            <a:extLst>
              <a:ext uri="{FF2B5EF4-FFF2-40B4-BE49-F238E27FC236}">
                <a16:creationId xmlns:a16="http://schemas.microsoft.com/office/drawing/2014/main" id="{C2ECC2F4-9BCB-468A-B510-717E5C36ED7E}"/>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בחירת פלטפורמת Web</a:t>
            </a:r>
          </a:p>
        </p:txBody>
      </p:sp>
      <p:sp>
        <p:nvSpPr>
          <p:cNvPr id="2" name="text-625">
            <a:extLst>
              <a:ext uri="{FF2B5EF4-FFF2-40B4-BE49-F238E27FC236}">
                <a16:creationId xmlns:a16="http://schemas.microsoft.com/office/drawing/2014/main" id="{3126C326-437E-44B5-8BAF-3FEE1741493A}"/>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40</a:t>
            </a:r>
          </a:p>
        </p:txBody>
      </p:sp>
      <p:sp>
        <p:nvSpPr>
          <p:cNvPr id="3" name="text-626">
            <a:extLst>
              <a:ext uri="{FF2B5EF4-FFF2-40B4-BE49-F238E27FC236}">
                <a16:creationId xmlns:a16="http://schemas.microsoft.com/office/drawing/2014/main" id="{D8B146E8-5C18-445A-8EE1-2DA8A75DC817}"/>
              </a:ext>
            </a:extLst>
          </p:cNvPr>
          <p:cNvSpPr>
            <a:spLocks noGrp="1"/>
          </p:cNvSpPr>
          <p:nvPr/>
        </p:nvSpPr>
        <p:spPr>
          <a:xfrm>
            <a:off x="619125" y="1143000"/>
            <a:ext cx="7905750" cy="495300"/>
          </a:xfrm>
          <a:prstGeom prst="rect">
            <a:avLst/>
          </a:prstGeom>
          <a:noFill/>
          <a:ln w="0">
            <a:noFill/>
          </a:ln>
        </p:spPr>
        <p:txBody>
          <a:bodyPr wrap="none" lIns="0" tIns="0" rIns="0" bIns="0" anchor="t">
            <a:noAutofit/>
          </a:bodyPr>
          <a:lstStyle>
            <a:defPPr algn="l">
              <a:defRPr sz="2250" b="0">
                <a:solidFill>
                  <a:srgbClr val="42AFFA"/>
                </a:solidFill>
                <a:latin typeface="Consolas"/>
                <a:ea typeface="Consolas"/>
                <a:cs typeface="Consolas"/>
              </a:defRPr>
            </a:defPPr>
            <a:lvl1pPr algn="l">
              <a:defRPr sz="2250" b="0">
                <a:solidFill>
                  <a:srgbClr val="42AFFA"/>
                </a:solidFill>
                <a:latin typeface="Consolas"/>
                <a:ea typeface="Consolas"/>
                <a:cs typeface="Consolas"/>
              </a:defRPr>
            </a:lvl1pPr>
            <a:lvl2pPr algn="l">
              <a:defRPr sz="2250" b="0">
                <a:solidFill>
                  <a:srgbClr val="42AFFA"/>
                </a:solidFill>
                <a:latin typeface="Consolas"/>
                <a:ea typeface="Consolas"/>
                <a:cs typeface="Consolas"/>
              </a:defRPr>
            </a:lvl2pPr>
            <a:lvl3pPr algn="l">
              <a:defRPr sz="2250" b="0">
                <a:solidFill>
                  <a:srgbClr val="42AFFA"/>
                </a:solidFill>
                <a:latin typeface="Consolas"/>
                <a:ea typeface="Consolas"/>
                <a:cs typeface="Consolas"/>
              </a:defRPr>
            </a:lvl3pPr>
            <a:lvl4pPr algn="l">
              <a:defRPr sz="2250" b="0">
                <a:solidFill>
                  <a:srgbClr val="42AFFA"/>
                </a:solidFill>
                <a:latin typeface="Consolas"/>
                <a:ea typeface="Consolas"/>
                <a:cs typeface="Consolas"/>
              </a:defRPr>
            </a:lvl4pPr>
            <a:lvl5pPr algn="l">
              <a:defRPr sz="2250" b="0">
                <a:solidFill>
                  <a:srgbClr val="42AFFA"/>
                </a:solidFill>
                <a:latin typeface="Consolas"/>
                <a:ea typeface="Consolas"/>
                <a:cs typeface="Consolas"/>
              </a:defRPr>
            </a:lvl5pPr>
            <a:lvl6pPr algn="l">
              <a:defRPr sz="2250" b="0">
                <a:solidFill>
                  <a:srgbClr val="42AFFA"/>
                </a:solidFill>
                <a:latin typeface="Consolas"/>
                <a:ea typeface="Consolas"/>
                <a:cs typeface="Consolas"/>
              </a:defRPr>
            </a:lvl6pPr>
            <a:lvl7pPr algn="l">
              <a:defRPr sz="2250" b="0">
                <a:solidFill>
                  <a:srgbClr val="42AFFA"/>
                </a:solidFill>
                <a:latin typeface="Consolas"/>
                <a:ea typeface="Consolas"/>
                <a:cs typeface="Consolas"/>
              </a:defRPr>
            </a:lvl7pPr>
            <a:lvl8pPr algn="l">
              <a:defRPr sz="2250" b="0">
                <a:solidFill>
                  <a:srgbClr val="42AFFA"/>
                </a:solidFill>
                <a:latin typeface="Consolas"/>
                <a:ea typeface="Consolas"/>
                <a:cs typeface="Consolas"/>
              </a:defRPr>
            </a:lvl8pPr>
            <a:lvl9pPr algn="l">
              <a:defRPr sz="2250" b="0">
                <a:solidFill>
                  <a:srgbClr val="42AFFA"/>
                </a:solidFill>
                <a:latin typeface="Consolas"/>
                <a:ea typeface="Consolas"/>
                <a:cs typeface="Consolas"/>
              </a:defRPr>
            </a:lvl9pPr>
          </a:lstStyle>
          <a:p>
            <a:pPr algn="l" rtl="0">
              <a:lnSpc>
                <a:spcPct val="108000"/>
              </a:lnSpc>
              <a:buNone/>
              <a:defRPr sz="2250" b="0">
                <a:solidFill>
                  <a:srgbClr val="42AFFA"/>
                </a:solidFill>
                <a:latin typeface="Consolas"/>
                <a:ea typeface="Consolas"/>
                <a:cs typeface="Consolas"/>
              </a:defRPr>
            </a:pPr>
            <a:r>
              <a:rPr lang="en-US" sz="2250" b="0">
                <a:solidFill>
                  <a:srgbClr val="42AFFA"/>
                </a:solidFill>
                <a:latin typeface="Consolas"/>
                <a:ea typeface="Consolas"/>
                <a:cs typeface="Consolas"/>
              </a:rPr>
              <a:t>Unity 6: File → Build Profiles → Web</a:t>
            </a:r>
          </a:p>
        </p:txBody>
      </p:sp>
      <p:pic>
        <p:nvPicPr>
          <p:cNvPr id="4" name="image-627">
            <a:extLst>
              <a:ext uri="{FF2B5EF4-FFF2-40B4-BE49-F238E27FC236}">
                <a16:creationId xmlns:a16="http://schemas.microsoft.com/office/drawing/2014/main" id="{5AF09902-8AA4-459E-AD0E-8B30305B791C}"/>
              </a:ext>
            </a:extLst>
          </p:cNvPr>
          <p:cNvPicPr>
            <a:picLocks noChangeAspect="1"/>
          </p:cNvPicPr>
          <p:nvPr/>
        </p:nvPicPr>
        <p:blipFill>
          <a:blip r:embed="rId3"/>
          <a:stretch/>
        </p:blipFill>
        <p:spPr>
          <a:xfrm>
            <a:off x="753138" y="1809750"/>
            <a:ext cx="5351725" cy="4238625"/>
          </a:xfrm>
          <a:prstGeom prst="rect">
            <a:avLst/>
          </a:prstGeom>
        </p:spPr>
      </p:pic>
      <p:sp>
        <p:nvSpPr>
          <p:cNvPr id="5" name="text-628">
            <a:extLst>
              <a:ext uri="{FF2B5EF4-FFF2-40B4-BE49-F238E27FC236}">
                <a16:creationId xmlns:a16="http://schemas.microsoft.com/office/drawing/2014/main" id="{C21C5939-8112-4982-B614-990BF96F1377}"/>
              </a:ext>
            </a:extLst>
          </p:cNvPr>
          <p:cNvSpPr>
            <a:spLocks noGrp="1"/>
          </p:cNvSpPr>
          <p:nvPr/>
        </p:nvSpPr>
        <p:spPr>
          <a:xfrm>
            <a:off x="6477000" y="2238375"/>
            <a:ext cx="2143125" cy="762000"/>
          </a:xfrm>
          <a:prstGeom prst="rect">
            <a:avLst/>
          </a:prstGeom>
          <a:noFill/>
          <a:ln w="0">
            <a:noFill/>
          </a:ln>
        </p:spPr>
        <p:txBody>
          <a:bodyPr wrap="square" lIns="0" tIns="0" rIns="0" bIns="0" anchor="t">
            <a:noAutofit/>
          </a:bodyPr>
          <a:lstStyle>
            <a:defPPr algn="r">
              <a:defRPr sz="2325" b="0">
                <a:solidFill>
                  <a:srgbClr val="88FF88"/>
                </a:solidFill>
                <a:latin typeface="Arial"/>
                <a:ea typeface="Arial"/>
                <a:cs typeface="Arial"/>
              </a:defRPr>
            </a:defPPr>
            <a:lvl1pPr algn="r">
              <a:defRPr sz="2325" b="0">
                <a:solidFill>
                  <a:srgbClr val="88FF88"/>
                </a:solidFill>
                <a:latin typeface="Arial"/>
                <a:ea typeface="Arial"/>
                <a:cs typeface="Arial"/>
              </a:defRPr>
            </a:lvl1pPr>
            <a:lvl2pPr algn="r">
              <a:defRPr sz="2325" b="0">
                <a:solidFill>
                  <a:srgbClr val="88FF88"/>
                </a:solidFill>
                <a:latin typeface="Arial"/>
                <a:ea typeface="Arial"/>
                <a:cs typeface="Arial"/>
              </a:defRPr>
            </a:lvl2pPr>
            <a:lvl3pPr algn="r">
              <a:defRPr sz="2325" b="0">
                <a:solidFill>
                  <a:srgbClr val="88FF88"/>
                </a:solidFill>
                <a:latin typeface="Arial"/>
                <a:ea typeface="Arial"/>
                <a:cs typeface="Arial"/>
              </a:defRPr>
            </a:lvl3pPr>
            <a:lvl4pPr algn="r">
              <a:defRPr sz="2325" b="0">
                <a:solidFill>
                  <a:srgbClr val="88FF88"/>
                </a:solidFill>
                <a:latin typeface="Arial"/>
                <a:ea typeface="Arial"/>
                <a:cs typeface="Arial"/>
              </a:defRPr>
            </a:lvl4pPr>
            <a:lvl5pPr algn="r">
              <a:defRPr sz="2325" b="0">
                <a:solidFill>
                  <a:srgbClr val="88FF88"/>
                </a:solidFill>
                <a:latin typeface="Arial"/>
                <a:ea typeface="Arial"/>
                <a:cs typeface="Arial"/>
              </a:defRPr>
            </a:lvl5pPr>
            <a:lvl6pPr algn="r">
              <a:defRPr sz="2325" b="0">
                <a:solidFill>
                  <a:srgbClr val="88FF88"/>
                </a:solidFill>
                <a:latin typeface="Arial"/>
                <a:ea typeface="Arial"/>
                <a:cs typeface="Arial"/>
              </a:defRPr>
            </a:lvl6pPr>
            <a:lvl7pPr algn="r">
              <a:defRPr sz="2325" b="0">
                <a:solidFill>
                  <a:srgbClr val="88FF88"/>
                </a:solidFill>
                <a:latin typeface="Arial"/>
                <a:ea typeface="Arial"/>
                <a:cs typeface="Arial"/>
              </a:defRPr>
            </a:lvl7pPr>
            <a:lvl8pPr algn="r">
              <a:defRPr sz="2325" b="0">
                <a:solidFill>
                  <a:srgbClr val="88FF88"/>
                </a:solidFill>
                <a:latin typeface="Arial"/>
                <a:ea typeface="Arial"/>
                <a:cs typeface="Arial"/>
              </a:defRPr>
            </a:lvl8pPr>
            <a:lvl9pPr algn="r">
              <a:defRPr sz="2325" b="0">
                <a:solidFill>
                  <a:srgbClr val="88FF88"/>
                </a:solidFill>
                <a:latin typeface="Arial"/>
                <a:ea typeface="Arial"/>
                <a:cs typeface="Arial"/>
              </a:defRPr>
            </a:lvl9pPr>
          </a:lstStyle>
          <a:p>
            <a:pPr algn="r" rtl="1">
              <a:lnSpc>
                <a:spcPct val="108000"/>
              </a:lnSpc>
              <a:buNone/>
              <a:defRPr sz="2325" b="0">
                <a:solidFill>
                  <a:srgbClr val="88FF88"/>
                </a:solidFill>
                <a:latin typeface="Arial"/>
                <a:ea typeface="Arial"/>
                <a:cs typeface="Arial"/>
              </a:defRPr>
            </a:pPr>
            <a:r>
              <a:rPr lang="he-IL" sz="2325" b="0">
                <a:solidFill>
                  <a:srgbClr val="88FF88"/>
                </a:solidFill>
                <a:latin typeface="Arial"/>
                <a:ea typeface="Arial"/>
                <a:cs typeface="Arial"/>
              </a:rPr>
              <a:t>1  בוחרים Web</a:t>
            </a:r>
          </a:p>
        </p:txBody>
      </p:sp>
      <p:sp>
        <p:nvSpPr>
          <p:cNvPr id="6" name="text-629">
            <a:extLst>
              <a:ext uri="{FF2B5EF4-FFF2-40B4-BE49-F238E27FC236}">
                <a16:creationId xmlns:a16="http://schemas.microsoft.com/office/drawing/2014/main" id="{7CACCF2E-AA6A-45C1-AC1A-B093447687C2}"/>
              </a:ext>
            </a:extLst>
          </p:cNvPr>
          <p:cNvSpPr>
            <a:spLocks noGrp="1"/>
          </p:cNvSpPr>
          <p:nvPr/>
        </p:nvSpPr>
        <p:spPr>
          <a:xfrm>
            <a:off x="6477000" y="3476625"/>
            <a:ext cx="2143125" cy="1000125"/>
          </a:xfrm>
          <a:prstGeom prst="rect">
            <a:avLst/>
          </a:prstGeom>
          <a:noFill/>
          <a:ln w="0">
            <a:noFill/>
          </a:ln>
        </p:spPr>
        <p:txBody>
          <a:bodyPr wrap="square" lIns="0" tIns="0" rIns="0" bIns="0" anchor="t">
            <a:noAutofit/>
          </a:bodyPr>
          <a:lstStyle>
            <a:defPPr algn="r">
              <a:defRPr sz="2250" b="0">
                <a:solidFill>
                  <a:srgbClr val="42AFFA"/>
                </a:solidFill>
                <a:latin typeface="Arial"/>
                <a:ea typeface="Arial"/>
                <a:cs typeface="Arial"/>
              </a:defRPr>
            </a:defPPr>
            <a:lvl1pPr algn="r">
              <a:defRPr sz="2250" b="0">
                <a:solidFill>
                  <a:srgbClr val="42AFFA"/>
                </a:solidFill>
                <a:latin typeface="Arial"/>
                <a:ea typeface="Arial"/>
                <a:cs typeface="Arial"/>
              </a:defRPr>
            </a:lvl1pPr>
            <a:lvl2pPr algn="r">
              <a:defRPr sz="2250" b="0">
                <a:solidFill>
                  <a:srgbClr val="42AFFA"/>
                </a:solidFill>
                <a:latin typeface="Arial"/>
                <a:ea typeface="Arial"/>
                <a:cs typeface="Arial"/>
              </a:defRPr>
            </a:lvl2pPr>
            <a:lvl3pPr algn="r">
              <a:defRPr sz="2250" b="0">
                <a:solidFill>
                  <a:srgbClr val="42AFFA"/>
                </a:solidFill>
                <a:latin typeface="Arial"/>
                <a:ea typeface="Arial"/>
                <a:cs typeface="Arial"/>
              </a:defRPr>
            </a:lvl3pPr>
            <a:lvl4pPr algn="r">
              <a:defRPr sz="2250" b="0">
                <a:solidFill>
                  <a:srgbClr val="42AFFA"/>
                </a:solidFill>
                <a:latin typeface="Arial"/>
                <a:ea typeface="Arial"/>
                <a:cs typeface="Arial"/>
              </a:defRPr>
            </a:lvl4pPr>
            <a:lvl5pPr algn="r">
              <a:defRPr sz="2250" b="0">
                <a:solidFill>
                  <a:srgbClr val="42AFFA"/>
                </a:solidFill>
                <a:latin typeface="Arial"/>
                <a:ea typeface="Arial"/>
                <a:cs typeface="Arial"/>
              </a:defRPr>
            </a:lvl5pPr>
            <a:lvl6pPr algn="r">
              <a:defRPr sz="2250" b="0">
                <a:solidFill>
                  <a:srgbClr val="42AFFA"/>
                </a:solidFill>
                <a:latin typeface="Arial"/>
                <a:ea typeface="Arial"/>
                <a:cs typeface="Arial"/>
              </a:defRPr>
            </a:lvl6pPr>
            <a:lvl7pPr algn="r">
              <a:defRPr sz="2250" b="0">
                <a:solidFill>
                  <a:srgbClr val="42AFFA"/>
                </a:solidFill>
                <a:latin typeface="Arial"/>
                <a:ea typeface="Arial"/>
                <a:cs typeface="Arial"/>
              </a:defRPr>
            </a:lvl7pPr>
            <a:lvl8pPr algn="r">
              <a:defRPr sz="2250" b="0">
                <a:solidFill>
                  <a:srgbClr val="42AFFA"/>
                </a:solidFill>
                <a:latin typeface="Arial"/>
                <a:ea typeface="Arial"/>
                <a:cs typeface="Arial"/>
              </a:defRPr>
            </a:lvl8pPr>
            <a:lvl9pPr algn="r">
              <a:defRPr sz="2250" b="0">
                <a:solidFill>
                  <a:srgbClr val="42AFFA"/>
                </a:solidFill>
                <a:latin typeface="Arial"/>
                <a:ea typeface="Arial"/>
                <a:cs typeface="Arial"/>
              </a:defRPr>
            </a:lvl9pPr>
          </a:lstStyle>
          <a:p>
            <a:pPr algn="r" rtl="1">
              <a:lnSpc>
                <a:spcPct val="108000"/>
              </a:lnSpc>
              <a:buNone/>
              <a:defRPr sz="2250" b="0">
                <a:solidFill>
                  <a:srgbClr val="42AFFA"/>
                </a:solidFill>
                <a:latin typeface="Arial"/>
                <a:ea typeface="Arial"/>
                <a:cs typeface="Arial"/>
              </a:defRPr>
            </a:pPr>
            <a:r>
              <a:rPr lang="he-IL" sz="2250" b="0">
                <a:solidFill>
                  <a:srgbClr val="42AFFA"/>
                </a:solidFill>
                <a:latin typeface="Arial"/>
                <a:ea typeface="Arial"/>
                <a:cs typeface="Arial"/>
              </a:rPr>
              <a:t>2  לוחצים</a:t>
            </a:r>
          </a:p>
          <a:p>
            <a:pPr algn="r" rtl="1">
              <a:lnSpc>
                <a:spcPct val="108000"/>
              </a:lnSpc>
              <a:buNone/>
              <a:defRPr sz="2250" b="0">
                <a:solidFill>
                  <a:srgbClr val="42AFFA"/>
                </a:solidFill>
                <a:latin typeface="Arial"/>
                <a:ea typeface="Arial"/>
                <a:cs typeface="Arial"/>
              </a:defRPr>
            </a:pPr>
            <a:r>
              <a:rPr lang="he-IL" sz="2250" b="0">
                <a:solidFill>
                  <a:srgbClr val="42AFFA"/>
                </a:solidFill>
                <a:latin typeface="Arial"/>
                <a:ea typeface="Arial"/>
                <a:cs typeface="Arial"/>
              </a:rPr>
              <a:t>Switch Platform</a:t>
            </a:r>
          </a:p>
        </p:txBody>
      </p:sp>
      <p:sp>
        <p:nvSpPr>
          <p:cNvPr id="7" name="text-630">
            <a:extLst>
              <a:ext uri="{FF2B5EF4-FFF2-40B4-BE49-F238E27FC236}">
                <a16:creationId xmlns:a16="http://schemas.microsoft.com/office/drawing/2014/main" id="{4B62EBB2-1039-4BBD-86D0-D08E0A5F2858}"/>
              </a:ext>
            </a:extLst>
          </p:cNvPr>
          <p:cNvSpPr>
            <a:spLocks noGrp="1"/>
          </p:cNvSpPr>
          <p:nvPr/>
        </p:nvSpPr>
        <p:spPr>
          <a:xfrm>
            <a:off x="6477000" y="4953000"/>
            <a:ext cx="2143125" cy="952500"/>
          </a:xfrm>
          <a:prstGeom prst="rect">
            <a:avLst/>
          </a:prstGeom>
          <a:noFill/>
          <a:ln w="0">
            <a:noFill/>
          </a:ln>
        </p:spPr>
        <p:txBody>
          <a:bodyPr wrap="square" lIns="0" tIns="0" rIns="0" bIns="0" anchor="t">
            <a:noAutofit/>
          </a:bodyPr>
          <a:lstStyle>
            <a:defPPr algn="r">
              <a:defRPr sz="2250" b="0">
                <a:solidFill>
                  <a:srgbClr val="F7F7F7"/>
                </a:solidFill>
                <a:latin typeface="Arial"/>
                <a:ea typeface="Arial"/>
                <a:cs typeface="Arial"/>
              </a:defRPr>
            </a:defPPr>
            <a:lvl1pPr algn="r">
              <a:defRPr sz="2250" b="0">
                <a:solidFill>
                  <a:srgbClr val="F7F7F7"/>
                </a:solidFill>
                <a:latin typeface="Arial"/>
                <a:ea typeface="Arial"/>
                <a:cs typeface="Arial"/>
              </a:defRPr>
            </a:lvl1pPr>
            <a:lvl2pPr algn="r">
              <a:defRPr sz="2250" b="0">
                <a:solidFill>
                  <a:srgbClr val="F7F7F7"/>
                </a:solidFill>
                <a:latin typeface="Arial"/>
                <a:ea typeface="Arial"/>
                <a:cs typeface="Arial"/>
              </a:defRPr>
            </a:lvl2pPr>
            <a:lvl3pPr algn="r">
              <a:defRPr sz="2250" b="0">
                <a:solidFill>
                  <a:srgbClr val="F7F7F7"/>
                </a:solidFill>
                <a:latin typeface="Arial"/>
                <a:ea typeface="Arial"/>
                <a:cs typeface="Arial"/>
              </a:defRPr>
            </a:lvl3pPr>
            <a:lvl4pPr algn="r">
              <a:defRPr sz="2250" b="0">
                <a:solidFill>
                  <a:srgbClr val="F7F7F7"/>
                </a:solidFill>
                <a:latin typeface="Arial"/>
                <a:ea typeface="Arial"/>
                <a:cs typeface="Arial"/>
              </a:defRPr>
            </a:lvl4pPr>
            <a:lvl5pPr algn="r">
              <a:defRPr sz="2250" b="0">
                <a:solidFill>
                  <a:srgbClr val="F7F7F7"/>
                </a:solidFill>
                <a:latin typeface="Arial"/>
                <a:ea typeface="Arial"/>
                <a:cs typeface="Arial"/>
              </a:defRPr>
            </a:lvl5pPr>
            <a:lvl6pPr algn="r">
              <a:defRPr sz="2250" b="0">
                <a:solidFill>
                  <a:srgbClr val="F7F7F7"/>
                </a:solidFill>
                <a:latin typeface="Arial"/>
                <a:ea typeface="Arial"/>
                <a:cs typeface="Arial"/>
              </a:defRPr>
            </a:lvl6pPr>
            <a:lvl7pPr algn="r">
              <a:defRPr sz="2250" b="0">
                <a:solidFill>
                  <a:srgbClr val="F7F7F7"/>
                </a:solidFill>
                <a:latin typeface="Arial"/>
                <a:ea typeface="Arial"/>
                <a:cs typeface="Arial"/>
              </a:defRPr>
            </a:lvl7pPr>
            <a:lvl8pPr algn="r">
              <a:defRPr sz="2250" b="0">
                <a:solidFill>
                  <a:srgbClr val="F7F7F7"/>
                </a:solidFill>
                <a:latin typeface="Arial"/>
                <a:ea typeface="Arial"/>
                <a:cs typeface="Arial"/>
              </a:defRPr>
            </a:lvl8pPr>
            <a:lvl9pPr algn="r">
              <a:defRPr sz="2250" b="0">
                <a:solidFill>
                  <a:srgbClr val="F7F7F7"/>
                </a:solidFill>
                <a:latin typeface="Arial"/>
                <a:ea typeface="Arial"/>
                <a:cs typeface="Arial"/>
              </a:defRPr>
            </a:lvl9pPr>
          </a:lstStyle>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3  בודקים את</a:t>
            </a:r>
          </a:p>
          <a:p>
            <a:pPr algn="r" rtl="1">
              <a:lnSpc>
                <a:spcPct val="108000"/>
              </a:lnSpc>
              <a:buNone/>
              <a:defRPr sz="2250" b="0">
                <a:solidFill>
                  <a:srgbClr val="F7F7F7"/>
                </a:solidFill>
                <a:latin typeface="Arial"/>
                <a:ea typeface="Arial"/>
                <a:cs typeface="Arial"/>
              </a:defRPr>
            </a:pPr>
            <a:r>
              <a:rPr lang="he-IL" sz="2250" b="0">
                <a:solidFill>
                  <a:srgbClr val="F7F7F7"/>
                </a:solidFill>
                <a:latin typeface="Arial"/>
                <a:ea typeface="Arial"/>
                <a:cs typeface="Arial"/>
              </a:rPr>
              <a:t>Scene List</a:t>
            </a:r>
          </a:p>
        </p:txBody>
      </p:sp>
    </p:spTree>
    <p:extLst>
      <p:ext uri="{BB962C8B-B14F-4D97-AF65-F5344CB8AC3E}">
        <p14:creationId xmlns:p14="http://schemas.microsoft.com/office/powerpoint/2010/main" val="90174331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0" name="text-631">
            <a:extLst>
              <a:ext uri="{FF2B5EF4-FFF2-40B4-BE49-F238E27FC236}">
                <a16:creationId xmlns:a16="http://schemas.microsoft.com/office/drawing/2014/main" id="{BEA1F03F-8080-4D9F-B5E1-FD4B40BFAFEA}"/>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הגדרות טעינה בדפדפן</a:t>
            </a:r>
          </a:p>
        </p:txBody>
      </p:sp>
      <p:sp>
        <p:nvSpPr>
          <p:cNvPr id="2" name="text-632">
            <a:extLst>
              <a:ext uri="{FF2B5EF4-FFF2-40B4-BE49-F238E27FC236}">
                <a16:creationId xmlns:a16="http://schemas.microsoft.com/office/drawing/2014/main" id="{8793322D-07B0-4462-87DF-67BAB5B477B7}"/>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41</a:t>
            </a:r>
          </a:p>
        </p:txBody>
      </p:sp>
      <p:sp>
        <p:nvSpPr>
          <p:cNvPr id="3" name="text-633">
            <a:extLst>
              <a:ext uri="{FF2B5EF4-FFF2-40B4-BE49-F238E27FC236}">
                <a16:creationId xmlns:a16="http://schemas.microsoft.com/office/drawing/2014/main" id="{D37B273B-E448-45EF-8BD2-C03CCAD4BC77}"/>
              </a:ext>
            </a:extLst>
          </p:cNvPr>
          <p:cNvSpPr>
            <a:spLocks noGrp="1"/>
          </p:cNvSpPr>
          <p:nvPr/>
        </p:nvSpPr>
        <p:spPr>
          <a:xfrm>
            <a:off x="523875" y="1143000"/>
            <a:ext cx="8096250" cy="495300"/>
          </a:xfrm>
          <a:prstGeom prst="rect">
            <a:avLst/>
          </a:prstGeom>
          <a:noFill/>
          <a:ln w="0">
            <a:noFill/>
          </a:ln>
        </p:spPr>
        <p:txBody>
          <a:bodyPr wrap="none" lIns="0" tIns="0" rIns="0" bIns="0" anchor="t">
            <a:noAutofit/>
          </a:bodyPr>
          <a:lstStyle>
            <a:defPPr algn="l">
              <a:defRPr sz="2325" b="0">
                <a:solidFill>
                  <a:srgbClr val="42AFFA"/>
                </a:solidFill>
                <a:latin typeface="Consolas"/>
                <a:ea typeface="Consolas"/>
                <a:cs typeface="Consolas"/>
              </a:defRPr>
            </a:defPPr>
            <a:lvl1pPr algn="l">
              <a:defRPr sz="2325" b="0">
                <a:solidFill>
                  <a:srgbClr val="42AFFA"/>
                </a:solidFill>
                <a:latin typeface="Consolas"/>
                <a:ea typeface="Consolas"/>
                <a:cs typeface="Consolas"/>
              </a:defRPr>
            </a:lvl1pPr>
            <a:lvl2pPr algn="l">
              <a:defRPr sz="2325" b="0">
                <a:solidFill>
                  <a:srgbClr val="42AFFA"/>
                </a:solidFill>
                <a:latin typeface="Consolas"/>
                <a:ea typeface="Consolas"/>
                <a:cs typeface="Consolas"/>
              </a:defRPr>
            </a:lvl2pPr>
            <a:lvl3pPr algn="l">
              <a:defRPr sz="2325" b="0">
                <a:solidFill>
                  <a:srgbClr val="42AFFA"/>
                </a:solidFill>
                <a:latin typeface="Consolas"/>
                <a:ea typeface="Consolas"/>
                <a:cs typeface="Consolas"/>
              </a:defRPr>
            </a:lvl3pPr>
            <a:lvl4pPr algn="l">
              <a:defRPr sz="2325" b="0">
                <a:solidFill>
                  <a:srgbClr val="42AFFA"/>
                </a:solidFill>
                <a:latin typeface="Consolas"/>
                <a:ea typeface="Consolas"/>
                <a:cs typeface="Consolas"/>
              </a:defRPr>
            </a:lvl4pPr>
            <a:lvl5pPr algn="l">
              <a:defRPr sz="2325" b="0">
                <a:solidFill>
                  <a:srgbClr val="42AFFA"/>
                </a:solidFill>
                <a:latin typeface="Consolas"/>
                <a:ea typeface="Consolas"/>
                <a:cs typeface="Consolas"/>
              </a:defRPr>
            </a:lvl5pPr>
            <a:lvl6pPr algn="l">
              <a:defRPr sz="2325" b="0">
                <a:solidFill>
                  <a:srgbClr val="42AFFA"/>
                </a:solidFill>
                <a:latin typeface="Consolas"/>
                <a:ea typeface="Consolas"/>
                <a:cs typeface="Consolas"/>
              </a:defRPr>
            </a:lvl6pPr>
            <a:lvl7pPr algn="l">
              <a:defRPr sz="2325" b="0">
                <a:solidFill>
                  <a:srgbClr val="42AFFA"/>
                </a:solidFill>
                <a:latin typeface="Consolas"/>
                <a:ea typeface="Consolas"/>
                <a:cs typeface="Consolas"/>
              </a:defRPr>
            </a:lvl7pPr>
            <a:lvl8pPr algn="l">
              <a:defRPr sz="2325" b="0">
                <a:solidFill>
                  <a:srgbClr val="42AFFA"/>
                </a:solidFill>
                <a:latin typeface="Consolas"/>
                <a:ea typeface="Consolas"/>
                <a:cs typeface="Consolas"/>
              </a:defRPr>
            </a:lvl8pPr>
            <a:lvl9pPr algn="l">
              <a:defRPr sz="2325" b="0">
                <a:solidFill>
                  <a:srgbClr val="42AFFA"/>
                </a:solidFill>
                <a:latin typeface="Consolas"/>
                <a:ea typeface="Consolas"/>
                <a:cs typeface="Consolas"/>
              </a:defRPr>
            </a:lvl9pPr>
          </a:lstStyle>
          <a:p>
            <a:pPr algn="l" rtl="0">
              <a:lnSpc>
                <a:spcPct val="108000"/>
              </a:lnSpc>
              <a:buNone/>
              <a:defRPr sz="2325" b="0">
                <a:solidFill>
                  <a:srgbClr val="42AFFA"/>
                </a:solidFill>
                <a:latin typeface="Consolas"/>
                <a:ea typeface="Consolas"/>
                <a:cs typeface="Consolas"/>
              </a:defRPr>
            </a:pPr>
            <a:r>
              <a:rPr lang="en-US" sz="2325" b="0">
                <a:solidFill>
                  <a:srgbClr val="42AFFA"/>
                </a:solidFill>
                <a:latin typeface="Consolas"/>
                <a:ea typeface="Consolas"/>
                <a:cs typeface="Consolas"/>
              </a:rPr>
              <a:t>Player Settings → Publishing Settings</a:t>
            </a:r>
          </a:p>
        </p:txBody>
      </p:sp>
      <p:pic>
        <p:nvPicPr>
          <p:cNvPr id="4" name="image-634">
            <a:extLst>
              <a:ext uri="{FF2B5EF4-FFF2-40B4-BE49-F238E27FC236}">
                <a16:creationId xmlns:a16="http://schemas.microsoft.com/office/drawing/2014/main" id="{16DD718F-F6BD-4A4E-83CE-B4A9C376A2D5}"/>
              </a:ext>
            </a:extLst>
          </p:cNvPr>
          <p:cNvPicPr>
            <a:picLocks noChangeAspect="1"/>
          </p:cNvPicPr>
          <p:nvPr/>
        </p:nvPicPr>
        <p:blipFill>
          <a:blip r:embed="rId3"/>
          <a:stretch/>
        </p:blipFill>
        <p:spPr>
          <a:xfrm>
            <a:off x="382818" y="1809750"/>
            <a:ext cx="4758865" cy="3667125"/>
          </a:xfrm>
          <a:prstGeom prst="rect">
            <a:avLst/>
          </a:prstGeom>
        </p:spPr>
      </p:pic>
      <p:sp>
        <p:nvSpPr>
          <p:cNvPr id="5" name="text-635">
            <a:extLst>
              <a:ext uri="{FF2B5EF4-FFF2-40B4-BE49-F238E27FC236}">
                <a16:creationId xmlns:a16="http://schemas.microsoft.com/office/drawing/2014/main" id="{A5C1AAB6-F375-4428-820C-5B88EA8C6813}"/>
              </a:ext>
            </a:extLst>
          </p:cNvPr>
          <p:cNvSpPr>
            <a:spLocks noGrp="1"/>
          </p:cNvSpPr>
          <p:nvPr/>
        </p:nvSpPr>
        <p:spPr>
          <a:xfrm>
            <a:off x="5381625" y="1857375"/>
            <a:ext cx="3286125" cy="952500"/>
          </a:xfrm>
          <a:prstGeom prst="rect">
            <a:avLst/>
          </a:prstGeom>
          <a:noFill/>
          <a:ln w="0">
            <a:noFill/>
          </a:ln>
        </p:spPr>
        <p:txBody>
          <a:bodyPr wrap="square" lIns="0" tIns="0" rIns="0" bIns="0" anchor="t">
            <a:noAutofit/>
          </a:bodyPr>
          <a:lstStyle>
            <a:defPPr algn="r">
              <a:defRPr sz="2325" b="0">
                <a:solidFill>
                  <a:srgbClr val="F7F7F7"/>
                </a:solidFill>
                <a:latin typeface="Arial"/>
                <a:ea typeface="Arial"/>
                <a:cs typeface="Arial"/>
              </a:defRPr>
            </a:defPPr>
            <a:lvl1pPr algn="r">
              <a:defRPr sz="2325" b="0">
                <a:solidFill>
                  <a:srgbClr val="F7F7F7"/>
                </a:solidFill>
                <a:latin typeface="Arial"/>
                <a:ea typeface="Arial"/>
                <a:cs typeface="Arial"/>
              </a:defRPr>
            </a:lvl1pPr>
            <a:lvl2pPr algn="r">
              <a:defRPr sz="2325" b="0">
                <a:solidFill>
                  <a:srgbClr val="F7F7F7"/>
                </a:solidFill>
                <a:latin typeface="Arial"/>
                <a:ea typeface="Arial"/>
                <a:cs typeface="Arial"/>
              </a:defRPr>
            </a:lvl2pPr>
            <a:lvl3pPr algn="r">
              <a:defRPr sz="2325" b="0">
                <a:solidFill>
                  <a:srgbClr val="F7F7F7"/>
                </a:solidFill>
                <a:latin typeface="Arial"/>
                <a:ea typeface="Arial"/>
                <a:cs typeface="Arial"/>
              </a:defRPr>
            </a:lvl3pPr>
            <a:lvl4pPr algn="r">
              <a:defRPr sz="2325" b="0">
                <a:solidFill>
                  <a:srgbClr val="F7F7F7"/>
                </a:solidFill>
                <a:latin typeface="Arial"/>
                <a:ea typeface="Arial"/>
                <a:cs typeface="Arial"/>
              </a:defRPr>
            </a:lvl4pPr>
            <a:lvl5pPr algn="r">
              <a:defRPr sz="2325" b="0">
                <a:solidFill>
                  <a:srgbClr val="F7F7F7"/>
                </a:solidFill>
                <a:latin typeface="Arial"/>
                <a:ea typeface="Arial"/>
                <a:cs typeface="Arial"/>
              </a:defRPr>
            </a:lvl5pPr>
            <a:lvl6pPr algn="r">
              <a:defRPr sz="2325" b="0">
                <a:solidFill>
                  <a:srgbClr val="F7F7F7"/>
                </a:solidFill>
                <a:latin typeface="Arial"/>
                <a:ea typeface="Arial"/>
                <a:cs typeface="Arial"/>
              </a:defRPr>
            </a:lvl6pPr>
            <a:lvl7pPr algn="r">
              <a:defRPr sz="2325" b="0">
                <a:solidFill>
                  <a:srgbClr val="F7F7F7"/>
                </a:solidFill>
                <a:latin typeface="Arial"/>
                <a:ea typeface="Arial"/>
                <a:cs typeface="Arial"/>
              </a:defRPr>
            </a:lvl7pPr>
            <a:lvl8pPr algn="r">
              <a:defRPr sz="2325" b="0">
                <a:solidFill>
                  <a:srgbClr val="F7F7F7"/>
                </a:solidFill>
                <a:latin typeface="Arial"/>
                <a:ea typeface="Arial"/>
                <a:cs typeface="Arial"/>
              </a:defRPr>
            </a:lvl8pPr>
            <a:lvl9pPr algn="r">
              <a:defRPr sz="2325" b="0">
                <a:solidFill>
                  <a:srgbClr val="F7F7F7"/>
                </a:solidFill>
                <a:latin typeface="Arial"/>
                <a:ea typeface="Arial"/>
                <a:cs typeface="Arial"/>
              </a:defRPr>
            </a:lvl9pPr>
          </a:lstStyle>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בנייה דחוסה ללא</a:t>
            </a:r>
          </a:p>
          <a:p>
            <a:pPr algn="r" rtl="1">
              <a:lnSpc>
                <a:spcPct val="108000"/>
              </a:lnSpc>
              <a:buNone/>
              <a:defRPr sz="2325" b="0">
                <a:solidFill>
                  <a:srgbClr val="F7F7F7"/>
                </a:solidFill>
                <a:latin typeface="Arial"/>
                <a:ea typeface="Arial"/>
                <a:cs typeface="Arial"/>
              </a:defRPr>
            </a:pPr>
            <a:r>
              <a:rPr lang="he-IL" sz="2325" b="0">
                <a:solidFill>
                  <a:srgbClr val="F7F7F7"/>
                </a:solidFill>
                <a:latin typeface="Arial"/>
                <a:ea typeface="Arial"/>
                <a:cs typeface="Arial"/>
              </a:rPr>
              <a:t>כותרות שרת מתאימות:</a:t>
            </a:r>
          </a:p>
        </p:txBody>
      </p:sp>
      <p:sp>
        <p:nvSpPr>
          <p:cNvPr id="6" name="text-636">
            <a:extLst>
              <a:ext uri="{FF2B5EF4-FFF2-40B4-BE49-F238E27FC236}">
                <a16:creationId xmlns:a16="http://schemas.microsoft.com/office/drawing/2014/main" id="{82D4F54F-3E9E-4E52-B148-9C4EC62BCCC1}"/>
              </a:ext>
            </a:extLst>
          </p:cNvPr>
          <p:cNvSpPr>
            <a:spLocks noGrp="1"/>
          </p:cNvSpPr>
          <p:nvPr/>
        </p:nvSpPr>
        <p:spPr>
          <a:xfrm>
            <a:off x="5429250" y="3048000"/>
            <a:ext cx="3190875" cy="1381125"/>
          </a:xfrm>
          <a:prstGeom prst="rect">
            <a:avLst/>
          </a:prstGeom>
          <a:noFill/>
          <a:ln w="0">
            <a:noFill/>
          </a:ln>
        </p:spPr>
        <p:txBody>
          <a:bodyPr wrap="square" lIns="0" tIns="0" rIns="0" bIns="0" anchor="t">
            <a:noAutofit/>
          </a:bodyPr>
          <a:lstStyle>
            <a:defPPr algn="r">
              <a:defRPr sz="2325" b="1">
                <a:solidFill>
                  <a:srgbClr val="88FF88"/>
                </a:solidFill>
                <a:latin typeface="Arial"/>
                <a:ea typeface="Arial"/>
                <a:cs typeface="Arial"/>
              </a:defRPr>
            </a:defPPr>
            <a:lvl1pPr algn="r">
              <a:defRPr sz="2325" b="1">
                <a:solidFill>
                  <a:srgbClr val="88FF88"/>
                </a:solidFill>
                <a:latin typeface="Arial"/>
                <a:ea typeface="Arial"/>
                <a:cs typeface="Arial"/>
              </a:defRPr>
            </a:lvl1pPr>
            <a:lvl2pPr algn="r">
              <a:defRPr sz="2325" b="1">
                <a:solidFill>
                  <a:srgbClr val="88FF88"/>
                </a:solidFill>
                <a:latin typeface="Arial"/>
                <a:ea typeface="Arial"/>
                <a:cs typeface="Arial"/>
              </a:defRPr>
            </a:lvl2pPr>
            <a:lvl3pPr algn="r">
              <a:defRPr sz="2325" b="1">
                <a:solidFill>
                  <a:srgbClr val="88FF88"/>
                </a:solidFill>
                <a:latin typeface="Arial"/>
                <a:ea typeface="Arial"/>
                <a:cs typeface="Arial"/>
              </a:defRPr>
            </a:lvl3pPr>
            <a:lvl4pPr algn="r">
              <a:defRPr sz="2325" b="1">
                <a:solidFill>
                  <a:srgbClr val="88FF88"/>
                </a:solidFill>
                <a:latin typeface="Arial"/>
                <a:ea typeface="Arial"/>
                <a:cs typeface="Arial"/>
              </a:defRPr>
            </a:lvl4pPr>
            <a:lvl5pPr algn="r">
              <a:defRPr sz="2325" b="1">
                <a:solidFill>
                  <a:srgbClr val="88FF88"/>
                </a:solidFill>
                <a:latin typeface="Arial"/>
                <a:ea typeface="Arial"/>
                <a:cs typeface="Arial"/>
              </a:defRPr>
            </a:lvl5pPr>
            <a:lvl6pPr algn="r">
              <a:defRPr sz="2325" b="1">
                <a:solidFill>
                  <a:srgbClr val="88FF88"/>
                </a:solidFill>
                <a:latin typeface="Arial"/>
                <a:ea typeface="Arial"/>
                <a:cs typeface="Arial"/>
              </a:defRPr>
            </a:lvl6pPr>
            <a:lvl7pPr algn="r">
              <a:defRPr sz="2325" b="1">
                <a:solidFill>
                  <a:srgbClr val="88FF88"/>
                </a:solidFill>
                <a:latin typeface="Arial"/>
                <a:ea typeface="Arial"/>
                <a:cs typeface="Arial"/>
              </a:defRPr>
            </a:lvl7pPr>
            <a:lvl8pPr algn="r">
              <a:defRPr sz="2325" b="1">
                <a:solidFill>
                  <a:srgbClr val="88FF88"/>
                </a:solidFill>
                <a:latin typeface="Arial"/>
                <a:ea typeface="Arial"/>
                <a:cs typeface="Arial"/>
              </a:defRPr>
            </a:lvl8pPr>
            <a:lvl9pPr algn="r">
              <a:defRPr sz="2325" b="1">
                <a:solidFill>
                  <a:srgbClr val="88FF88"/>
                </a:solidFill>
                <a:latin typeface="Arial"/>
                <a:ea typeface="Arial"/>
                <a:cs typeface="Arial"/>
              </a:defRPr>
            </a:lvl9pPr>
          </a:lstStyle>
          <a:p>
            <a:pPr algn="r" rtl="1">
              <a:lnSpc>
                <a:spcPct val="108000"/>
              </a:lnSpc>
              <a:buNone/>
              <a:defRPr sz="2325" b="1">
                <a:solidFill>
                  <a:srgbClr val="88FF88"/>
                </a:solidFill>
                <a:latin typeface="Arial"/>
                <a:ea typeface="Arial"/>
                <a:cs typeface="Arial"/>
              </a:defRPr>
            </a:pPr>
            <a:r>
              <a:rPr lang="he-IL" sz="2325" b="1">
                <a:solidFill>
                  <a:srgbClr val="88FF88"/>
                </a:solidFill>
                <a:latin typeface="Arial"/>
                <a:ea typeface="Arial"/>
                <a:cs typeface="Arial"/>
              </a:rPr>
              <a:t>מסמנים</a:t>
            </a:r>
          </a:p>
          <a:p>
            <a:pPr algn="r" rtl="1">
              <a:lnSpc>
                <a:spcPct val="108000"/>
              </a:lnSpc>
              <a:buNone/>
              <a:defRPr sz="2325" b="1">
                <a:solidFill>
                  <a:srgbClr val="88FF88"/>
                </a:solidFill>
                <a:latin typeface="Arial"/>
                <a:ea typeface="Arial"/>
                <a:cs typeface="Arial"/>
              </a:defRPr>
            </a:pPr>
            <a:r>
              <a:rPr lang="he-IL" sz="2325" b="1">
                <a:solidFill>
                  <a:srgbClr val="88FF88"/>
                </a:solidFill>
                <a:latin typeface="Arial"/>
                <a:ea typeface="Arial"/>
                <a:cs typeface="Arial"/>
              </a:rPr>
              <a:t>Decompression</a:t>
            </a:r>
          </a:p>
          <a:p>
            <a:pPr algn="r" rtl="1">
              <a:lnSpc>
                <a:spcPct val="108000"/>
              </a:lnSpc>
              <a:buNone/>
              <a:defRPr sz="2325" b="1">
                <a:solidFill>
                  <a:srgbClr val="88FF88"/>
                </a:solidFill>
                <a:latin typeface="Arial"/>
                <a:ea typeface="Arial"/>
                <a:cs typeface="Arial"/>
              </a:defRPr>
            </a:pPr>
            <a:r>
              <a:rPr lang="he-IL" sz="2325" b="1">
                <a:solidFill>
                  <a:srgbClr val="88FF88"/>
                </a:solidFill>
                <a:latin typeface="Arial"/>
                <a:ea typeface="Arial"/>
                <a:cs typeface="Arial"/>
              </a:rPr>
              <a:t>Fallback</a:t>
            </a:r>
          </a:p>
        </p:txBody>
      </p:sp>
      <p:sp>
        <p:nvSpPr>
          <p:cNvPr id="7" name="text-637">
            <a:extLst>
              <a:ext uri="{FF2B5EF4-FFF2-40B4-BE49-F238E27FC236}">
                <a16:creationId xmlns:a16="http://schemas.microsoft.com/office/drawing/2014/main" id="{DA3E6706-B110-4760-B4D9-6FBE6DE7D009}"/>
              </a:ext>
            </a:extLst>
          </p:cNvPr>
          <p:cNvSpPr>
            <a:spLocks noGrp="1"/>
          </p:cNvSpPr>
          <p:nvPr/>
        </p:nvSpPr>
        <p:spPr>
          <a:xfrm>
            <a:off x="5334000" y="4524375"/>
            <a:ext cx="3286125" cy="857250"/>
          </a:xfrm>
          <a:prstGeom prst="rect">
            <a:avLst/>
          </a:prstGeom>
          <a:noFill/>
          <a:ln w="0">
            <a:noFill/>
          </a:ln>
        </p:spPr>
        <p:txBody>
          <a:bodyPr wrap="square" lIns="0" tIns="0" rIns="0" bIns="0" anchor="t">
            <a:noAutofit/>
          </a:bodyPr>
          <a:lstStyle>
            <a:defPPr algn="r">
              <a:defRPr sz="2175" b="0">
                <a:solidFill>
                  <a:srgbClr val="FF7777"/>
                </a:solidFill>
                <a:latin typeface="Arial"/>
                <a:ea typeface="Arial"/>
                <a:cs typeface="Arial"/>
              </a:defRPr>
            </a:defPPr>
            <a:lvl1pPr algn="r">
              <a:defRPr sz="2175" b="0">
                <a:solidFill>
                  <a:srgbClr val="FF7777"/>
                </a:solidFill>
                <a:latin typeface="Arial"/>
                <a:ea typeface="Arial"/>
                <a:cs typeface="Arial"/>
              </a:defRPr>
            </a:lvl1pPr>
            <a:lvl2pPr algn="r">
              <a:defRPr sz="2175" b="0">
                <a:solidFill>
                  <a:srgbClr val="FF7777"/>
                </a:solidFill>
                <a:latin typeface="Arial"/>
                <a:ea typeface="Arial"/>
                <a:cs typeface="Arial"/>
              </a:defRPr>
            </a:lvl2pPr>
            <a:lvl3pPr algn="r">
              <a:defRPr sz="2175" b="0">
                <a:solidFill>
                  <a:srgbClr val="FF7777"/>
                </a:solidFill>
                <a:latin typeface="Arial"/>
                <a:ea typeface="Arial"/>
                <a:cs typeface="Arial"/>
              </a:defRPr>
            </a:lvl3pPr>
            <a:lvl4pPr algn="r">
              <a:defRPr sz="2175" b="0">
                <a:solidFill>
                  <a:srgbClr val="FF7777"/>
                </a:solidFill>
                <a:latin typeface="Arial"/>
                <a:ea typeface="Arial"/>
                <a:cs typeface="Arial"/>
              </a:defRPr>
            </a:lvl4pPr>
            <a:lvl5pPr algn="r">
              <a:defRPr sz="2175" b="0">
                <a:solidFill>
                  <a:srgbClr val="FF7777"/>
                </a:solidFill>
                <a:latin typeface="Arial"/>
                <a:ea typeface="Arial"/>
                <a:cs typeface="Arial"/>
              </a:defRPr>
            </a:lvl5pPr>
            <a:lvl6pPr algn="r">
              <a:defRPr sz="2175" b="0">
                <a:solidFill>
                  <a:srgbClr val="FF7777"/>
                </a:solidFill>
                <a:latin typeface="Arial"/>
                <a:ea typeface="Arial"/>
                <a:cs typeface="Arial"/>
              </a:defRPr>
            </a:lvl6pPr>
            <a:lvl7pPr algn="r">
              <a:defRPr sz="2175" b="0">
                <a:solidFill>
                  <a:srgbClr val="FF7777"/>
                </a:solidFill>
                <a:latin typeface="Arial"/>
                <a:ea typeface="Arial"/>
                <a:cs typeface="Arial"/>
              </a:defRPr>
            </a:lvl7pPr>
            <a:lvl8pPr algn="r">
              <a:defRPr sz="2175" b="0">
                <a:solidFill>
                  <a:srgbClr val="FF7777"/>
                </a:solidFill>
                <a:latin typeface="Arial"/>
                <a:ea typeface="Arial"/>
                <a:cs typeface="Arial"/>
              </a:defRPr>
            </a:lvl8pPr>
            <a:lvl9pPr algn="r">
              <a:defRPr sz="2175" b="0">
                <a:solidFill>
                  <a:srgbClr val="FF7777"/>
                </a:solidFill>
                <a:latin typeface="Arial"/>
                <a:ea typeface="Arial"/>
                <a:cs typeface="Arial"/>
              </a:defRPr>
            </a:lvl9pPr>
          </a:lstStyle>
          <a:p>
            <a:pPr algn="r" rtl="1">
              <a:lnSpc>
                <a:spcPct val="108000"/>
              </a:lnSpc>
              <a:buNone/>
              <a:defRPr sz="2175" b="0">
                <a:solidFill>
                  <a:srgbClr val="FF7777"/>
                </a:solidFill>
                <a:latin typeface="Arial"/>
                <a:ea typeface="Arial"/>
                <a:cs typeface="Arial"/>
              </a:defRPr>
            </a:pPr>
            <a:r>
              <a:rPr lang="he-IL" sz="2175" b="0">
                <a:solidFill>
                  <a:srgbClr val="FF7777"/>
                </a:solidFill>
                <a:latin typeface="Arial"/>
                <a:ea typeface="Arial"/>
                <a:cs typeface="Arial"/>
              </a:rPr>
              <a:t>בלי פענוח מתאים, המשחק לא ייטען</a:t>
            </a:r>
          </a:p>
        </p:txBody>
      </p:sp>
      <p:sp>
        <p:nvSpPr>
          <p:cNvPr id="8" name="text-638">
            <a:extLst>
              <a:ext uri="{FF2B5EF4-FFF2-40B4-BE49-F238E27FC236}">
                <a16:creationId xmlns:a16="http://schemas.microsoft.com/office/drawing/2014/main" id="{83DC41E0-A46C-4E94-AEDC-2DAD51A7BAAF}"/>
              </a:ext>
            </a:extLst>
          </p:cNvPr>
          <p:cNvSpPr>
            <a:spLocks noGrp="1"/>
          </p:cNvSpPr>
          <p:nvPr/>
        </p:nvSpPr>
        <p:spPr>
          <a:xfrm>
            <a:off x="523875" y="5457825"/>
            <a:ext cx="8096250" cy="419100"/>
          </a:xfrm>
          <a:prstGeom prst="rect">
            <a:avLst/>
          </a:prstGeom>
          <a:noFill/>
          <a:ln w="0">
            <a:noFill/>
          </a:ln>
        </p:spPr>
        <p:txBody>
          <a:bodyPr wrap="square" lIns="0" tIns="0" rIns="0" bIns="0" anchor="t">
            <a:noAutofit/>
          </a:bodyPr>
          <a:lstStyle>
            <a:defPPr algn="r">
              <a:defRPr sz="2250" b="0">
                <a:solidFill>
                  <a:srgbClr val="42AFFA"/>
                </a:solidFill>
                <a:latin typeface="Arial"/>
                <a:ea typeface="Arial"/>
                <a:cs typeface="Arial"/>
              </a:defRPr>
            </a:defPPr>
            <a:lvl1pPr algn="r">
              <a:defRPr sz="2250" b="0">
                <a:solidFill>
                  <a:srgbClr val="42AFFA"/>
                </a:solidFill>
                <a:latin typeface="Arial"/>
                <a:ea typeface="Arial"/>
                <a:cs typeface="Arial"/>
              </a:defRPr>
            </a:lvl1pPr>
            <a:lvl2pPr algn="r">
              <a:defRPr sz="2250" b="0">
                <a:solidFill>
                  <a:srgbClr val="42AFFA"/>
                </a:solidFill>
                <a:latin typeface="Arial"/>
                <a:ea typeface="Arial"/>
                <a:cs typeface="Arial"/>
              </a:defRPr>
            </a:lvl2pPr>
            <a:lvl3pPr algn="r">
              <a:defRPr sz="2250" b="0">
                <a:solidFill>
                  <a:srgbClr val="42AFFA"/>
                </a:solidFill>
                <a:latin typeface="Arial"/>
                <a:ea typeface="Arial"/>
                <a:cs typeface="Arial"/>
              </a:defRPr>
            </a:lvl3pPr>
            <a:lvl4pPr algn="r">
              <a:defRPr sz="2250" b="0">
                <a:solidFill>
                  <a:srgbClr val="42AFFA"/>
                </a:solidFill>
                <a:latin typeface="Arial"/>
                <a:ea typeface="Arial"/>
                <a:cs typeface="Arial"/>
              </a:defRPr>
            </a:lvl4pPr>
            <a:lvl5pPr algn="r">
              <a:defRPr sz="2250" b="0">
                <a:solidFill>
                  <a:srgbClr val="42AFFA"/>
                </a:solidFill>
                <a:latin typeface="Arial"/>
                <a:ea typeface="Arial"/>
                <a:cs typeface="Arial"/>
              </a:defRPr>
            </a:lvl5pPr>
            <a:lvl6pPr algn="r">
              <a:defRPr sz="2250" b="0">
                <a:solidFill>
                  <a:srgbClr val="42AFFA"/>
                </a:solidFill>
                <a:latin typeface="Arial"/>
                <a:ea typeface="Arial"/>
                <a:cs typeface="Arial"/>
              </a:defRPr>
            </a:lvl6pPr>
            <a:lvl7pPr algn="r">
              <a:defRPr sz="2250" b="0">
                <a:solidFill>
                  <a:srgbClr val="42AFFA"/>
                </a:solidFill>
                <a:latin typeface="Arial"/>
                <a:ea typeface="Arial"/>
                <a:cs typeface="Arial"/>
              </a:defRPr>
            </a:lvl7pPr>
            <a:lvl8pPr algn="r">
              <a:defRPr sz="2250" b="0">
                <a:solidFill>
                  <a:srgbClr val="42AFFA"/>
                </a:solidFill>
                <a:latin typeface="Arial"/>
                <a:ea typeface="Arial"/>
                <a:cs typeface="Arial"/>
              </a:defRPr>
            </a:lvl8pPr>
            <a:lvl9pPr algn="r">
              <a:defRPr sz="2250" b="0">
                <a:solidFill>
                  <a:srgbClr val="42AFFA"/>
                </a:solidFill>
                <a:latin typeface="Arial"/>
                <a:ea typeface="Arial"/>
                <a:cs typeface="Arial"/>
              </a:defRPr>
            </a:lvl9pPr>
          </a:lstStyle>
          <a:p>
            <a:pPr algn="r" rtl="1">
              <a:lnSpc>
                <a:spcPct val="108000"/>
              </a:lnSpc>
              <a:buNone/>
              <a:defRPr sz="2250" b="0">
                <a:solidFill>
                  <a:srgbClr val="42AFFA"/>
                </a:solidFill>
                <a:latin typeface="Arial"/>
                <a:ea typeface="Arial"/>
                <a:cs typeface="Arial"/>
              </a:defRPr>
            </a:pPr>
            <a:r>
              <a:rPr lang="he-IL" sz="2250" b="0">
                <a:solidFill>
                  <a:srgbClr val="42AFFA"/>
                </a:solidFill>
                <a:latin typeface="Arial"/>
                <a:ea typeface="Arial"/>
                <a:cs typeface="Arial"/>
              </a:rPr>
              <a:t>חלופה: Compression = Disabled</a:t>
            </a:r>
          </a:p>
        </p:txBody>
      </p:sp>
      <p:sp>
        <p:nvSpPr>
          <p:cNvPr id="9" name="text-639">
            <a:extLst>
              <a:ext uri="{FF2B5EF4-FFF2-40B4-BE49-F238E27FC236}">
                <a16:creationId xmlns:a16="http://schemas.microsoft.com/office/drawing/2014/main" id="{000BA305-6138-48AB-9989-370518AA61AA}"/>
              </a:ext>
            </a:extLst>
          </p:cNvPr>
          <p:cNvSpPr>
            <a:spLocks noGrp="1"/>
          </p:cNvSpPr>
          <p:nvPr/>
        </p:nvSpPr>
        <p:spPr>
          <a:xfrm>
            <a:off x="523875" y="5876925"/>
            <a:ext cx="8096250" cy="333375"/>
          </a:xfrm>
          <a:prstGeom prst="rect">
            <a:avLst/>
          </a:prstGeom>
          <a:noFill/>
          <a:ln w="0">
            <a:noFill/>
          </a:ln>
        </p:spPr>
        <p:txBody>
          <a:bodyPr wrap="square" lIns="0" tIns="0" rIns="0" bIns="0" anchor="t">
            <a:noAutofit/>
          </a:bodyPr>
          <a:lstStyle>
            <a:defPPr algn="r">
              <a:defRPr sz="2100" b="0">
                <a:solidFill>
                  <a:srgbClr val="B7BBC2"/>
                </a:solidFill>
                <a:latin typeface="Arial"/>
                <a:ea typeface="Arial"/>
                <a:cs typeface="Arial"/>
              </a:defRPr>
            </a:defPPr>
            <a:lvl1pPr algn="r">
              <a:defRPr sz="2100" b="0">
                <a:solidFill>
                  <a:srgbClr val="B7BBC2"/>
                </a:solidFill>
                <a:latin typeface="Arial"/>
                <a:ea typeface="Arial"/>
                <a:cs typeface="Arial"/>
              </a:defRPr>
            </a:lvl1pPr>
            <a:lvl2pPr algn="r">
              <a:defRPr sz="2100" b="0">
                <a:solidFill>
                  <a:srgbClr val="B7BBC2"/>
                </a:solidFill>
                <a:latin typeface="Arial"/>
                <a:ea typeface="Arial"/>
                <a:cs typeface="Arial"/>
              </a:defRPr>
            </a:lvl2pPr>
            <a:lvl3pPr algn="r">
              <a:defRPr sz="2100" b="0">
                <a:solidFill>
                  <a:srgbClr val="B7BBC2"/>
                </a:solidFill>
                <a:latin typeface="Arial"/>
                <a:ea typeface="Arial"/>
                <a:cs typeface="Arial"/>
              </a:defRPr>
            </a:lvl3pPr>
            <a:lvl4pPr algn="r">
              <a:defRPr sz="2100" b="0">
                <a:solidFill>
                  <a:srgbClr val="B7BBC2"/>
                </a:solidFill>
                <a:latin typeface="Arial"/>
                <a:ea typeface="Arial"/>
                <a:cs typeface="Arial"/>
              </a:defRPr>
            </a:lvl4pPr>
            <a:lvl5pPr algn="r">
              <a:defRPr sz="2100" b="0">
                <a:solidFill>
                  <a:srgbClr val="B7BBC2"/>
                </a:solidFill>
                <a:latin typeface="Arial"/>
                <a:ea typeface="Arial"/>
                <a:cs typeface="Arial"/>
              </a:defRPr>
            </a:lvl5pPr>
            <a:lvl6pPr algn="r">
              <a:defRPr sz="2100" b="0">
                <a:solidFill>
                  <a:srgbClr val="B7BBC2"/>
                </a:solidFill>
                <a:latin typeface="Arial"/>
                <a:ea typeface="Arial"/>
                <a:cs typeface="Arial"/>
              </a:defRPr>
            </a:lvl6pPr>
            <a:lvl7pPr algn="r">
              <a:defRPr sz="2100" b="0">
                <a:solidFill>
                  <a:srgbClr val="B7BBC2"/>
                </a:solidFill>
                <a:latin typeface="Arial"/>
                <a:ea typeface="Arial"/>
                <a:cs typeface="Arial"/>
              </a:defRPr>
            </a:lvl7pPr>
            <a:lvl8pPr algn="r">
              <a:defRPr sz="2100" b="0">
                <a:solidFill>
                  <a:srgbClr val="B7BBC2"/>
                </a:solidFill>
                <a:latin typeface="Arial"/>
                <a:ea typeface="Arial"/>
                <a:cs typeface="Arial"/>
              </a:defRPr>
            </a:lvl8pPr>
            <a:lvl9pPr algn="r">
              <a:defRPr sz="2100" b="0">
                <a:solidFill>
                  <a:srgbClr val="B7BBC2"/>
                </a:solidFill>
                <a:latin typeface="Arial"/>
                <a:ea typeface="Arial"/>
                <a:cs typeface="Arial"/>
              </a:defRPr>
            </a:lvl9pPr>
          </a:lstStyle>
          <a:p>
            <a:pPr algn="r" rtl="1">
              <a:lnSpc>
                <a:spcPct val="108000"/>
              </a:lnSpc>
              <a:buNone/>
              <a:defRPr sz="2100" b="0">
                <a:solidFill>
                  <a:srgbClr val="B7BBC2"/>
                </a:solidFill>
                <a:latin typeface="Arial"/>
                <a:ea typeface="Arial"/>
                <a:cs typeface="Arial"/>
              </a:defRPr>
            </a:pPr>
            <a:r>
              <a:rPr lang="he-IL" sz="2100" b="0">
                <a:solidFill>
                  <a:srgbClr val="B7BBC2"/>
                </a:solidFill>
                <a:latin typeface="Arial"/>
                <a:ea typeface="Arial"/>
                <a:cs typeface="Arial"/>
              </a:rPr>
              <a:t>הקבצים יהיו גדולים יותר</a:t>
            </a:r>
          </a:p>
        </p:txBody>
      </p:sp>
    </p:spTree>
    <p:extLst>
      <p:ext uri="{BB962C8B-B14F-4D97-AF65-F5344CB8AC3E}">
        <p14:creationId xmlns:p14="http://schemas.microsoft.com/office/powerpoint/2010/main" val="1560198108"/>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2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7" name="text-640">
            <a:extLst>
              <a:ext uri="{FF2B5EF4-FFF2-40B4-BE49-F238E27FC236}">
                <a16:creationId xmlns:a16="http://schemas.microsoft.com/office/drawing/2014/main" id="{8B7C4ABF-69B7-45FB-8DF3-1BB9433A28FE}"/>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בונים לתיקייה שנפרסם</a:t>
            </a:r>
          </a:p>
        </p:txBody>
      </p:sp>
      <p:sp>
        <p:nvSpPr>
          <p:cNvPr id="2" name="text-641">
            <a:extLst>
              <a:ext uri="{FF2B5EF4-FFF2-40B4-BE49-F238E27FC236}">
                <a16:creationId xmlns:a16="http://schemas.microsoft.com/office/drawing/2014/main" id="{B2B89F90-1CBE-475A-B5C2-22B1BB12FFC8}"/>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42</a:t>
            </a:r>
          </a:p>
        </p:txBody>
      </p:sp>
      <p:sp>
        <p:nvSpPr>
          <p:cNvPr id="3" name="text-642">
            <a:extLst>
              <a:ext uri="{FF2B5EF4-FFF2-40B4-BE49-F238E27FC236}">
                <a16:creationId xmlns:a16="http://schemas.microsoft.com/office/drawing/2014/main" id="{A098AD89-1042-40E6-8752-442174062A2F}"/>
              </a:ext>
            </a:extLst>
          </p:cNvPr>
          <p:cNvSpPr>
            <a:spLocks noGrp="1"/>
          </p:cNvSpPr>
          <p:nvPr/>
        </p:nvSpPr>
        <p:spPr>
          <a:xfrm>
            <a:off x="619125" y="1333500"/>
            <a:ext cx="7810500" cy="523875"/>
          </a:xfrm>
          <a:prstGeom prst="rect">
            <a:avLst/>
          </a:prstGeom>
          <a:noFill/>
          <a:ln w="0">
            <a:noFill/>
          </a:ln>
        </p:spPr>
        <p:txBody>
          <a:bodyPr wrap="none" lIns="0" tIns="0" rIns="0" bIns="0" anchor="t">
            <a:noAutofit/>
          </a:bodyPr>
          <a:lstStyle>
            <a:defPPr algn="l">
              <a:defRPr sz="3000" b="0">
                <a:solidFill>
                  <a:srgbClr val="42AFFA"/>
                </a:solidFill>
                <a:latin typeface="Consolas"/>
                <a:ea typeface="Consolas"/>
                <a:cs typeface="Consolas"/>
              </a:defRPr>
            </a:defPPr>
            <a:lvl1pPr algn="l">
              <a:defRPr sz="3000" b="0">
                <a:solidFill>
                  <a:srgbClr val="42AFFA"/>
                </a:solidFill>
                <a:latin typeface="Consolas"/>
                <a:ea typeface="Consolas"/>
                <a:cs typeface="Consolas"/>
              </a:defRPr>
            </a:lvl1pPr>
            <a:lvl2pPr algn="l">
              <a:defRPr sz="3000" b="0">
                <a:solidFill>
                  <a:srgbClr val="42AFFA"/>
                </a:solidFill>
                <a:latin typeface="Consolas"/>
                <a:ea typeface="Consolas"/>
                <a:cs typeface="Consolas"/>
              </a:defRPr>
            </a:lvl2pPr>
            <a:lvl3pPr algn="l">
              <a:defRPr sz="3000" b="0">
                <a:solidFill>
                  <a:srgbClr val="42AFFA"/>
                </a:solidFill>
                <a:latin typeface="Consolas"/>
                <a:ea typeface="Consolas"/>
                <a:cs typeface="Consolas"/>
              </a:defRPr>
            </a:lvl3pPr>
            <a:lvl4pPr algn="l">
              <a:defRPr sz="3000" b="0">
                <a:solidFill>
                  <a:srgbClr val="42AFFA"/>
                </a:solidFill>
                <a:latin typeface="Consolas"/>
                <a:ea typeface="Consolas"/>
                <a:cs typeface="Consolas"/>
              </a:defRPr>
            </a:lvl4pPr>
            <a:lvl5pPr algn="l">
              <a:defRPr sz="3000" b="0">
                <a:solidFill>
                  <a:srgbClr val="42AFFA"/>
                </a:solidFill>
                <a:latin typeface="Consolas"/>
                <a:ea typeface="Consolas"/>
                <a:cs typeface="Consolas"/>
              </a:defRPr>
            </a:lvl5pPr>
            <a:lvl6pPr algn="l">
              <a:defRPr sz="3000" b="0">
                <a:solidFill>
                  <a:srgbClr val="42AFFA"/>
                </a:solidFill>
                <a:latin typeface="Consolas"/>
                <a:ea typeface="Consolas"/>
                <a:cs typeface="Consolas"/>
              </a:defRPr>
            </a:lvl6pPr>
            <a:lvl7pPr algn="l">
              <a:defRPr sz="3000" b="0">
                <a:solidFill>
                  <a:srgbClr val="42AFFA"/>
                </a:solidFill>
                <a:latin typeface="Consolas"/>
                <a:ea typeface="Consolas"/>
                <a:cs typeface="Consolas"/>
              </a:defRPr>
            </a:lvl7pPr>
            <a:lvl8pPr algn="l">
              <a:defRPr sz="3000" b="0">
                <a:solidFill>
                  <a:srgbClr val="42AFFA"/>
                </a:solidFill>
                <a:latin typeface="Consolas"/>
                <a:ea typeface="Consolas"/>
                <a:cs typeface="Consolas"/>
              </a:defRPr>
            </a:lvl8pPr>
            <a:lvl9pPr algn="l">
              <a:defRPr sz="3000" b="0">
                <a:solidFill>
                  <a:srgbClr val="42AFFA"/>
                </a:solidFill>
                <a:latin typeface="Consolas"/>
                <a:ea typeface="Consolas"/>
                <a:cs typeface="Consolas"/>
              </a:defRPr>
            </a:lvl9pPr>
          </a:lstStyle>
          <a:p>
            <a:pPr algn="l" rtl="0">
              <a:lnSpc>
                <a:spcPct val="108000"/>
              </a:lnSpc>
              <a:buNone/>
              <a:defRPr sz="3000" b="0">
                <a:solidFill>
                  <a:srgbClr val="42AFFA"/>
                </a:solidFill>
                <a:latin typeface="Consolas"/>
                <a:ea typeface="Consolas"/>
                <a:cs typeface="Consolas"/>
              </a:defRPr>
            </a:pPr>
            <a:r>
              <a:rPr lang="en-US" sz="3000" b="0">
                <a:solidFill>
                  <a:srgbClr val="42AFFA"/>
                </a:solidFill>
                <a:latin typeface="Consolas"/>
                <a:ea typeface="Consolas"/>
                <a:cs typeface="Consolas"/>
              </a:rPr>
              <a:t>my-game/</a:t>
            </a:r>
          </a:p>
        </p:txBody>
      </p:sp>
      <p:sp>
        <p:nvSpPr>
          <p:cNvPr id="4" name="line-643">
            <a:extLst>
              <a:ext uri="{FF2B5EF4-FFF2-40B4-BE49-F238E27FC236}">
                <a16:creationId xmlns:a16="http://schemas.microsoft.com/office/drawing/2014/main" id="{CF8D227A-F551-4457-B71B-AFA1C4C58A91}"/>
              </a:ext>
            </a:extLst>
          </p:cNvPr>
          <p:cNvSpPr>
            <a:spLocks noGrp="1"/>
          </p:cNvSpPr>
          <p:nvPr/>
        </p:nvSpPr>
        <p:spPr>
          <a:xfrm>
            <a:off x="857250" y="1952625"/>
            <a:ext cx="9525" cy="2524125"/>
          </a:xfrm>
          <a:custGeom>
            <a:avLst/>
            <a:gdLst/>
            <a:ahLst/>
            <a:cxnLst/>
            <a:rect l="0" t="0" r="0" b="0"/>
            <a:pathLst>
              <a:path w="9525" h="2524125">
                <a:moveTo>
                  <a:pt x="0" y="0"/>
                </a:moveTo>
                <a:lnTo>
                  <a:pt x="0" y="2524125"/>
                </a:lnTo>
              </a:path>
            </a:pathLst>
          </a:custGeom>
          <a:noFill/>
          <a:ln w="28575">
            <a:solidFill>
              <a:srgbClr val="B7BBC2"/>
            </a:solidFill>
          </a:ln>
        </p:spPr>
      </p:sp>
      <p:sp>
        <p:nvSpPr>
          <p:cNvPr id="5" name="line-644">
            <a:extLst>
              <a:ext uri="{FF2B5EF4-FFF2-40B4-BE49-F238E27FC236}">
                <a16:creationId xmlns:a16="http://schemas.microsoft.com/office/drawing/2014/main" id="{16DC1B69-FFB3-4940-9DE2-1AC680757163}"/>
              </a:ext>
            </a:extLst>
          </p:cNvPr>
          <p:cNvSpPr>
            <a:spLocks noGrp="1"/>
          </p:cNvSpPr>
          <p:nvPr/>
        </p:nvSpPr>
        <p:spPr>
          <a:xfrm>
            <a:off x="857250" y="2333625"/>
            <a:ext cx="428625" cy="9525"/>
          </a:xfrm>
          <a:custGeom>
            <a:avLst/>
            <a:gdLst/>
            <a:ahLst/>
            <a:cxnLst/>
            <a:rect l="0" t="0" r="0" b="0"/>
            <a:pathLst>
              <a:path w="428625" h="9525">
                <a:moveTo>
                  <a:pt x="0" y="0"/>
                </a:moveTo>
                <a:lnTo>
                  <a:pt x="428625" y="0"/>
                </a:lnTo>
              </a:path>
            </a:pathLst>
          </a:custGeom>
          <a:noFill/>
          <a:ln w="28575">
            <a:solidFill>
              <a:srgbClr val="B7BBC2"/>
            </a:solidFill>
          </a:ln>
        </p:spPr>
      </p:sp>
      <p:sp>
        <p:nvSpPr>
          <p:cNvPr id="6" name="text-645">
            <a:extLst>
              <a:ext uri="{FF2B5EF4-FFF2-40B4-BE49-F238E27FC236}">
                <a16:creationId xmlns:a16="http://schemas.microsoft.com/office/drawing/2014/main" id="{2E25C270-E5E0-4710-B951-4C68DD79A9F3}"/>
              </a:ext>
            </a:extLst>
          </p:cNvPr>
          <p:cNvSpPr>
            <a:spLocks noGrp="1"/>
          </p:cNvSpPr>
          <p:nvPr/>
        </p:nvSpPr>
        <p:spPr>
          <a:xfrm>
            <a:off x="1428750" y="2076450"/>
            <a:ext cx="6572250" cy="523875"/>
          </a:xfrm>
          <a:prstGeom prst="rect">
            <a:avLst/>
          </a:prstGeom>
          <a:noFill/>
          <a:ln w="0">
            <a:noFill/>
          </a:ln>
        </p:spPr>
        <p:txBody>
          <a:bodyPr wrap="none" lIns="0" tIns="0" rIns="0" bIns="0" anchor="t">
            <a:noAutofit/>
          </a:bodyPr>
          <a:lstStyle>
            <a:defPPr algn="l">
              <a:defRPr sz="2550" b="0">
                <a:solidFill>
                  <a:srgbClr val="B7BBC2"/>
                </a:solidFill>
                <a:latin typeface="Consolas"/>
                <a:ea typeface="Consolas"/>
                <a:cs typeface="Consolas"/>
              </a:defRPr>
            </a:defPPr>
            <a:lvl1pPr algn="l">
              <a:defRPr sz="2550" b="0">
                <a:solidFill>
                  <a:srgbClr val="B7BBC2"/>
                </a:solidFill>
                <a:latin typeface="Consolas"/>
                <a:ea typeface="Consolas"/>
                <a:cs typeface="Consolas"/>
              </a:defRPr>
            </a:lvl1pPr>
            <a:lvl2pPr algn="l">
              <a:defRPr sz="2550" b="0">
                <a:solidFill>
                  <a:srgbClr val="B7BBC2"/>
                </a:solidFill>
                <a:latin typeface="Consolas"/>
                <a:ea typeface="Consolas"/>
                <a:cs typeface="Consolas"/>
              </a:defRPr>
            </a:lvl2pPr>
            <a:lvl3pPr algn="l">
              <a:defRPr sz="2550" b="0">
                <a:solidFill>
                  <a:srgbClr val="B7BBC2"/>
                </a:solidFill>
                <a:latin typeface="Consolas"/>
                <a:ea typeface="Consolas"/>
                <a:cs typeface="Consolas"/>
              </a:defRPr>
            </a:lvl3pPr>
            <a:lvl4pPr algn="l">
              <a:defRPr sz="2550" b="0">
                <a:solidFill>
                  <a:srgbClr val="B7BBC2"/>
                </a:solidFill>
                <a:latin typeface="Consolas"/>
                <a:ea typeface="Consolas"/>
                <a:cs typeface="Consolas"/>
              </a:defRPr>
            </a:lvl4pPr>
            <a:lvl5pPr algn="l">
              <a:defRPr sz="2550" b="0">
                <a:solidFill>
                  <a:srgbClr val="B7BBC2"/>
                </a:solidFill>
                <a:latin typeface="Consolas"/>
                <a:ea typeface="Consolas"/>
                <a:cs typeface="Consolas"/>
              </a:defRPr>
            </a:lvl5pPr>
            <a:lvl6pPr algn="l">
              <a:defRPr sz="2550" b="0">
                <a:solidFill>
                  <a:srgbClr val="B7BBC2"/>
                </a:solidFill>
                <a:latin typeface="Consolas"/>
                <a:ea typeface="Consolas"/>
                <a:cs typeface="Consolas"/>
              </a:defRPr>
            </a:lvl6pPr>
            <a:lvl7pPr algn="l">
              <a:defRPr sz="2550" b="0">
                <a:solidFill>
                  <a:srgbClr val="B7BBC2"/>
                </a:solidFill>
                <a:latin typeface="Consolas"/>
                <a:ea typeface="Consolas"/>
                <a:cs typeface="Consolas"/>
              </a:defRPr>
            </a:lvl7pPr>
            <a:lvl8pPr algn="l">
              <a:defRPr sz="2550" b="0">
                <a:solidFill>
                  <a:srgbClr val="B7BBC2"/>
                </a:solidFill>
                <a:latin typeface="Consolas"/>
                <a:ea typeface="Consolas"/>
                <a:cs typeface="Consolas"/>
              </a:defRPr>
            </a:lvl8pPr>
            <a:lvl9pPr algn="l">
              <a:defRPr sz="2550" b="0">
                <a:solidFill>
                  <a:srgbClr val="B7BBC2"/>
                </a:solidFill>
                <a:latin typeface="Consolas"/>
                <a:ea typeface="Consolas"/>
                <a:cs typeface="Consolas"/>
              </a:defRPr>
            </a:lvl9pPr>
          </a:lstStyle>
          <a:p>
            <a:pPr algn="l" rtl="0">
              <a:lnSpc>
                <a:spcPct val="108000"/>
              </a:lnSpc>
              <a:buNone/>
              <a:defRPr sz="2550" b="0">
                <a:solidFill>
                  <a:srgbClr val="B7BBC2"/>
                </a:solidFill>
                <a:latin typeface="Consolas"/>
                <a:ea typeface="Consolas"/>
                <a:cs typeface="Consolas"/>
              </a:defRPr>
            </a:pPr>
            <a:r>
              <a:rPr lang="en-US" sz="2550" b="0">
                <a:solidFill>
                  <a:srgbClr val="B7BBC2"/>
                </a:solidFill>
                <a:latin typeface="Consolas"/>
                <a:ea typeface="Consolas"/>
                <a:cs typeface="Consolas"/>
              </a:rPr>
              <a:t>Assets/</a:t>
            </a:r>
          </a:p>
        </p:txBody>
      </p:sp>
      <p:sp>
        <p:nvSpPr>
          <p:cNvPr id="7" name="line-646">
            <a:extLst>
              <a:ext uri="{FF2B5EF4-FFF2-40B4-BE49-F238E27FC236}">
                <a16:creationId xmlns:a16="http://schemas.microsoft.com/office/drawing/2014/main" id="{03F727D5-E395-4195-BC19-6BD55B8732F9}"/>
              </a:ext>
            </a:extLst>
          </p:cNvPr>
          <p:cNvSpPr>
            <a:spLocks noGrp="1"/>
          </p:cNvSpPr>
          <p:nvPr/>
        </p:nvSpPr>
        <p:spPr>
          <a:xfrm>
            <a:off x="857250" y="3190875"/>
            <a:ext cx="428625" cy="9525"/>
          </a:xfrm>
          <a:custGeom>
            <a:avLst/>
            <a:gdLst/>
            <a:ahLst/>
            <a:cxnLst/>
            <a:rect l="0" t="0" r="0" b="0"/>
            <a:pathLst>
              <a:path w="428625" h="9525">
                <a:moveTo>
                  <a:pt x="0" y="0"/>
                </a:moveTo>
                <a:lnTo>
                  <a:pt x="428625" y="0"/>
                </a:lnTo>
              </a:path>
            </a:pathLst>
          </a:custGeom>
          <a:noFill/>
          <a:ln w="28575">
            <a:solidFill>
              <a:srgbClr val="B7BBC2"/>
            </a:solidFill>
          </a:ln>
        </p:spPr>
      </p:sp>
      <p:sp>
        <p:nvSpPr>
          <p:cNvPr id="8" name="text-647">
            <a:extLst>
              <a:ext uri="{FF2B5EF4-FFF2-40B4-BE49-F238E27FC236}">
                <a16:creationId xmlns:a16="http://schemas.microsoft.com/office/drawing/2014/main" id="{1DD015A0-58C9-4115-B84A-1634A247FE25}"/>
              </a:ext>
            </a:extLst>
          </p:cNvPr>
          <p:cNvSpPr>
            <a:spLocks noGrp="1"/>
          </p:cNvSpPr>
          <p:nvPr/>
        </p:nvSpPr>
        <p:spPr>
          <a:xfrm>
            <a:off x="1428750" y="2933700"/>
            <a:ext cx="6572250" cy="523875"/>
          </a:xfrm>
          <a:prstGeom prst="rect">
            <a:avLst/>
          </a:prstGeom>
          <a:noFill/>
          <a:ln w="0">
            <a:noFill/>
          </a:ln>
        </p:spPr>
        <p:txBody>
          <a:bodyPr wrap="none" lIns="0" tIns="0" rIns="0" bIns="0" anchor="t">
            <a:noAutofit/>
          </a:bodyPr>
          <a:lstStyle>
            <a:defPPr algn="l">
              <a:defRPr sz="3000" b="0">
                <a:solidFill>
                  <a:srgbClr val="88FF88"/>
                </a:solidFill>
                <a:latin typeface="Consolas"/>
                <a:ea typeface="Consolas"/>
                <a:cs typeface="Consolas"/>
              </a:defRPr>
            </a:defPPr>
            <a:lvl1pPr algn="l">
              <a:defRPr sz="3000" b="0">
                <a:solidFill>
                  <a:srgbClr val="88FF88"/>
                </a:solidFill>
                <a:latin typeface="Consolas"/>
                <a:ea typeface="Consolas"/>
                <a:cs typeface="Consolas"/>
              </a:defRPr>
            </a:lvl1pPr>
            <a:lvl2pPr algn="l">
              <a:defRPr sz="3000" b="0">
                <a:solidFill>
                  <a:srgbClr val="88FF88"/>
                </a:solidFill>
                <a:latin typeface="Consolas"/>
                <a:ea typeface="Consolas"/>
                <a:cs typeface="Consolas"/>
              </a:defRPr>
            </a:lvl2pPr>
            <a:lvl3pPr algn="l">
              <a:defRPr sz="3000" b="0">
                <a:solidFill>
                  <a:srgbClr val="88FF88"/>
                </a:solidFill>
                <a:latin typeface="Consolas"/>
                <a:ea typeface="Consolas"/>
                <a:cs typeface="Consolas"/>
              </a:defRPr>
            </a:lvl3pPr>
            <a:lvl4pPr algn="l">
              <a:defRPr sz="3000" b="0">
                <a:solidFill>
                  <a:srgbClr val="88FF88"/>
                </a:solidFill>
                <a:latin typeface="Consolas"/>
                <a:ea typeface="Consolas"/>
                <a:cs typeface="Consolas"/>
              </a:defRPr>
            </a:lvl4pPr>
            <a:lvl5pPr algn="l">
              <a:defRPr sz="3000" b="0">
                <a:solidFill>
                  <a:srgbClr val="88FF88"/>
                </a:solidFill>
                <a:latin typeface="Consolas"/>
                <a:ea typeface="Consolas"/>
                <a:cs typeface="Consolas"/>
              </a:defRPr>
            </a:lvl5pPr>
            <a:lvl6pPr algn="l">
              <a:defRPr sz="3000" b="0">
                <a:solidFill>
                  <a:srgbClr val="88FF88"/>
                </a:solidFill>
                <a:latin typeface="Consolas"/>
                <a:ea typeface="Consolas"/>
                <a:cs typeface="Consolas"/>
              </a:defRPr>
            </a:lvl6pPr>
            <a:lvl7pPr algn="l">
              <a:defRPr sz="3000" b="0">
                <a:solidFill>
                  <a:srgbClr val="88FF88"/>
                </a:solidFill>
                <a:latin typeface="Consolas"/>
                <a:ea typeface="Consolas"/>
                <a:cs typeface="Consolas"/>
              </a:defRPr>
            </a:lvl7pPr>
            <a:lvl8pPr algn="l">
              <a:defRPr sz="3000" b="0">
                <a:solidFill>
                  <a:srgbClr val="88FF88"/>
                </a:solidFill>
                <a:latin typeface="Consolas"/>
                <a:ea typeface="Consolas"/>
                <a:cs typeface="Consolas"/>
              </a:defRPr>
            </a:lvl8pPr>
            <a:lvl9pPr algn="l">
              <a:defRPr sz="3000" b="0">
                <a:solidFill>
                  <a:srgbClr val="88FF88"/>
                </a:solidFill>
                <a:latin typeface="Consolas"/>
                <a:ea typeface="Consolas"/>
                <a:cs typeface="Consolas"/>
              </a:defRPr>
            </a:lvl9pPr>
          </a:lstStyle>
          <a:p>
            <a:pPr algn="l" rtl="0">
              <a:lnSpc>
                <a:spcPct val="108000"/>
              </a:lnSpc>
              <a:buNone/>
              <a:defRPr sz="3000" b="0">
                <a:solidFill>
                  <a:srgbClr val="88FF88"/>
                </a:solidFill>
                <a:latin typeface="Consolas"/>
                <a:ea typeface="Consolas"/>
                <a:cs typeface="Consolas"/>
              </a:defRPr>
            </a:pPr>
            <a:r>
              <a:rPr lang="en-US" sz="3000" b="0">
                <a:solidFill>
                  <a:srgbClr val="88FF88"/>
                </a:solidFill>
                <a:latin typeface="Consolas"/>
                <a:ea typeface="Consolas"/>
                <a:cs typeface="Consolas"/>
              </a:rPr>
              <a:t>docs/</a:t>
            </a:r>
          </a:p>
        </p:txBody>
      </p:sp>
      <p:sp>
        <p:nvSpPr>
          <p:cNvPr id="9" name="line-648">
            <a:extLst>
              <a:ext uri="{FF2B5EF4-FFF2-40B4-BE49-F238E27FC236}">
                <a16:creationId xmlns:a16="http://schemas.microsoft.com/office/drawing/2014/main" id="{0F603DF0-E428-4BAB-B139-DD3489A5137D}"/>
              </a:ext>
            </a:extLst>
          </p:cNvPr>
          <p:cNvSpPr>
            <a:spLocks noGrp="1"/>
          </p:cNvSpPr>
          <p:nvPr/>
        </p:nvSpPr>
        <p:spPr>
          <a:xfrm>
            <a:off x="1714500" y="3429000"/>
            <a:ext cx="9525" cy="666750"/>
          </a:xfrm>
          <a:custGeom>
            <a:avLst/>
            <a:gdLst/>
            <a:ahLst/>
            <a:cxnLst/>
            <a:rect l="0" t="0" r="0" b="0"/>
            <a:pathLst>
              <a:path w="9525" h="666750">
                <a:moveTo>
                  <a:pt x="0" y="0"/>
                </a:moveTo>
                <a:lnTo>
                  <a:pt x="0" y="666750"/>
                </a:lnTo>
              </a:path>
            </a:pathLst>
          </a:custGeom>
          <a:noFill/>
          <a:ln w="28575">
            <a:solidFill>
              <a:srgbClr val="88FF88"/>
            </a:solidFill>
          </a:ln>
        </p:spPr>
      </p:sp>
      <p:sp>
        <p:nvSpPr>
          <p:cNvPr id="10" name="line-649">
            <a:extLst>
              <a:ext uri="{FF2B5EF4-FFF2-40B4-BE49-F238E27FC236}">
                <a16:creationId xmlns:a16="http://schemas.microsoft.com/office/drawing/2014/main" id="{5ED7A619-EE72-42CD-BEA4-8697065AA1A7}"/>
              </a:ext>
            </a:extLst>
          </p:cNvPr>
          <p:cNvSpPr>
            <a:spLocks noGrp="1"/>
          </p:cNvSpPr>
          <p:nvPr/>
        </p:nvSpPr>
        <p:spPr>
          <a:xfrm>
            <a:off x="1714500" y="4095750"/>
            <a:ext cx="476250" cy="9525"/>
          </a:xfrm>
          <a:custGeom>
            <a:avLst/>
            <a:gdLst/>
            <a:ahLst/>
            <a:cxnLst/>
            <a:rect l="0" t="0" r="0" b="0"/>
            <a:pathLst>
              <a:path w="476250" h="9525">
                <a:moveTo>
                  <a:pt x="0" y="0"/>
                </a:moveTo>
                <a:lnTo>
                  <a:pt x="476250" y="0"/>
                </a:lnTo>
              </a:path>
            </a:pathLst>
          </a:custGeom>
          <a:noFill/>
          <a:ln w="28575">
            <a:solidFill>
              <a:srgbClr val="88FF88"/>
            </a:solidFill>
          </a:ln>
        </p:spPr>
      </p:sp>
      <p:sp>
        <p:nvSpPr>
          <p:cNvPr id="11" name="text-650">
            <a:extLst>
              <a:ext uri="{FF2B5EF4-FFF2-40B4-BE49-F238E27FC236}">
                <a16:creationId xmlns:a16="http://schemas.microsoft.com/office/drawing/2014/main" id="{2E4F7499-02D0-4A89-8595-59F8FD9CD59A}"/>
              </a:ext>
            </a:extLst>
          </p:cNvPr>
          <p:cNvSpPr>
            <a:spLocks noGrp="1"/>
          </p:cNvSpPr>
          <p:nvPr/>
        </p:nvSpPr>
        <p:spPr>
          <a:xfrm>
            <a:off x="2333625" y="3819525"/>
            <a:ext cx="5905500" cy="523875"/>
          </a:xfrm>
          <a:prstGeom prst="rect">
            <a:avLst/>
          </a:prstGeom>
          <a:noFill/>
          <a:ln w="0">
            <a:noFill/>
          </a:ln>
        </p:spPr>
        <p:txBody>
          <a:bodyPr wrap="none" lIns="0" tIns="0" rIns="0" bIns="0" anchor="t">
            <a:noAutofit/>
          </a:bodyPr>
          <a:lstStyle>
            <a:defPPr algn="l">
              <a:defRPr sz="2850" b="0">
                <a:solidFill>
                  <a:srgbClr val="F7F7F7"/>
                </a:solidFill>
                <a:latin typeface="Consolas"/>
                <a:ea typeface="Consolas"/>
                <a:cs typeface="Consolas"/>
              </a:defRPr>
            </a:defPPr>
            <a:lvl1pPr algn="l">
              <a:defRPr sz="2850" b="0">
                <a:solidFill>
                  <a:srgbClr val="F7F7F7"/>
                </a:solidFill>
                <a:latin typeface="Consolas"/>
                <a:ea typeface="Consolas"/>
                <a:cs typeface="Consolas"/>
              </a:defRPr>
            </a:lvl1pPr>
            <a:lvl2pPr algn="l">
              <a:defRPr sz="2850" b="0">
                <a:solidFill>
                  <a:srgbClr val="F7F7F7"/>
                </a:solidFill>
                <a:latin typeface="Consolas"/>
                <a:ea typeface="Consolas"/>
                <a:cs typeface="Consolas"/>
              </a:defRPr>
            </a:lvl2pPr>
            <a:lvl3pPr algn="l">
              <a:defRPr sz="2850" b="0">
                <a:solidFill>
                  <a:srgbClr val="F7F7F7"/>
                </a:solidFill>
                <a:latin typeface="Consolas"/>
                <a:ea typeface="Consolas"/>
                <a:cs typeface="Consolas"/>
              </a:defRPr>
            </a:lvl3pPr>
            <a:lvl4pPr algn="l">
              <a:defRPr sz="2850" b="0">
                <a:solidFill>
                  <a:srgbClr val="F7F7F7"/>
                </a:solidFill>
                <a:latin typeface="Consolas"/>
                <a:ea typeface="Consolas"/>
                <a:cs typeface="Consolas"/>
              </a:defRPr>
            </a:lvl4pPr>
            <a:lvl5pPr algn="l">
              <a:defRPr sz="2850" b="0">
                <a:solidFill>
                  <a:srgbClr val="F7F7F7"/>
                </a:solidFill>
                <a:latin typeface="Consolas"/>
                <a:ea typeface="Consolas"/>
                <a:cs typeface="Consolas"/>
              </a:defRPr>
            </a:lvl5pPr>
            <a:lvl6pPr algn="l">
              <a:defRPr sz="2850" b="0">
                <a:solidFill>
                  <a:srgbClr val="F7F7F7"/>
                </a:solidFill>
                <a:latin typeface="Consolas"/>
                <a:ea typeface="Consolas"/>
                <a:cs typeface="Consolas"/>
              </a:defRPr>
            </a:lvl6pPr>
            <a:lvl7pPr algn="l">
              <a:defRPr sz="2850" b="0">
                <a:solidFill>
                  <a:srgbClr val="F7F7F7"/>
                </a:solidFill>
                <a:latin typeface="Consolas"/>
                <a:ea typeface="Consolas"/>
                <a:cs typeface="Consolas"/>
              </a:defRPr>
            </a:lvl7pPr>
            <a:lvl8pPr algn="l">
              <a:defRPr sz="2850" b="0">
                <a:solidFill>
                  <a:srgbClr val="F7F7F7"/>
                </a:solidFill>
                <a:latin typeface="Consolas"/>
                <a:ea typeface="Consolas"/>
                <a:cs typeface="Consolas"/>
              </a:defRPr>
            </a:lvl8pPr>
            <a:lvl9pPr algn="l">
              <a:defRPr sz="2850" b="0">
                <a:solidFill>
                  <a:srgbClr val="F7F7F7"/>
                </a:solidFill>
                <a:latin typeface="Consolas"/>
                <a:ea typeface="Consolas"/>
                <a:cs typeface="Consolas"/>
              </a:defRPr>
            </a:lvl9pPr>
          </a:lstStyle>
          <a:p>
            <a:pPr algn="l" rtl="0">
              <a:lnSpc>
                <a:spcPct val="108000"/>
              </a:lnSpc>
              <a:buNone/>
              <a:defRPr sz="2850" b="0">
                <a:solidFill>
                  <a:srgbClr val="F7F7F7"/>
                </a:solidFill>
                <a:latin typeface="Consolas"/>
                <a:ea typeface="Consolas"/>
                <a:cs typeface="Consolas"/>
              </a:defRPr>
            </a:pPr>
            <a:r>
              <a:rPr lang="en-US" sz="2850" b="0">
                <a:solidFill>
                  <a:srgbClr val="F7F7F7"/>
                </a:solidFill>
                <a:latin typeface="Consolas"/>
                <a:ea typeface="Consolas"/>
                <a:cs typeface="Consolas"/>
              </a:rPr>
              <a:t>index.html</a:t>
            </a:r>
          </a:p>
        </p:txBody>
      </p:sp>
      <p:sp>
        <p:nvSpPr>
          <p:cNvPr id="12" name="line-651">
            <a:extLst>
              <a:ext uri="{FF2B5EF4-FFF2-40B4-BE49-F238E27FC236}">
                <a16:creationId xmlns:a16="http://schemas.microsoft.com/office/drawing/2014/main" id="{0B8F004F-16DA-47A6-9993-A94F48494C6B}"/>
              </a:ext>
            </a:extLst>
          </p:cNvPr>
          <p:cNvSpPr>
            <a:spLocks noGrp="1"/>
          </p:cNvSpPr>
          <p:nvPr/>
        </p:nvSpPr>
        <p:spPr>
          <a:xfrm>
            <a:off x="4762500" y="4524375"/>
            <a:ext cx="9525" cy="476250"/>
          </a:xfrm>
          <a:custGeom>
            <a:avLst/>
            <a:gdLst/>
            <a:ahLst/>
            <a:cxnLst/>
            <a:rect l="0" t="0" r="0" b="0"/>
            <a:pathLst>
              <a:path w="9525" h="476250">
                <a:moveTo>
                  <a:pt x="0" y="0"/>
                </a:moveTo>
                <a:lnTo>
                  <a:pt x="0" y="476250"/>
                </a:lnTo>
              </a:path>
            </a:pathLst>
          </a:custGeom>
          <a:noFill/>
          <a:ln w="38100">
            <a:solidFill>
              <a:srgbClr val="42AFFA"/>
            </a:solidFill>
          </a:ln>
        </p:spPr>
      </p:sp>
      <p:sp>
        <p:nvSpPr>
          <p:cNvPr id="13" name="line-652">
            <a:extLst>
              <a:ext uri="{FF2B5EF4-FFF2-40B4-BE49-F238E27FC236}">
                <a16:creationId xmlns:a16="http://schemas.microsoft.com/office/drawing/2014/main" id="{4003C6E1-E441-4052-9639-5A6DFA251071}"/>
              </a:ext>
            </a:extLst>
          </p:cNvPr>
          <p:cNvSpPr>
            <a:spLocks noGrp="1"/>
          </p:cNvSpPr>
          <p:nvPr/>
        </p:nvSpPr>
        <p:spPr>
          <a:xfrm>
            <a:off x="4702757" y="4903181"/>
            <a:ext cx="59743" cy="97444"/>
          </a:xfrm>
          <a:custGeom>
            <a:avLst/>
            <a:gdLst/>
            <a:ahLst/>
            <a:cxnLst/>
            <a:rect l="0" t="0" r="0" b="0"/>
            <a:pathLst>
              <a:path w="59743" h="97444">
                <a:moveTo>
                  <a:pt x="59743" y="97444"/>
                </a:moveTo>
                <a:lnTo>
                  <a:pt x="0" y="0"/>
                </a:lnTo>
              </a:path>
            </a:pathLst>
          </a:custGeom>
          <a:noFill/>
          <a:ln w="38100">
            <a:solidFill>
              <a:srgbClr val="42AFFA"/>
            </a:solidFill>
          </a:ln>
        </p:spPr>
      </p:sp>
      <p:sp>
        <p:nvSpPr>
          <p:cNvPr id="14" name="line-653">
            <a:extLst>
              <a:ext uri="{FF2B5EF4-FFF2-40B4-BE49-F238E27FC236}">
                <a16:creationId xmlns:a16="http://schemas.microsoft.com/office/drawing/2014/main" id="{BBD103E4-B0B6-4914-8050-FFEC0A305DB0}"/>
              </a:ext>
            </a:extLst>
          </p:cNvPr>
          <p:cNvSpPr>
            <a:spLocks noGrp="1"/>
          </p:cNvSpPr>
          <p:nvPr/>
        </p:nvSpPr>
        <p:spPr>
          <a:xfrm>
            <a:off x="4762500" y="4903181"/>
            <a:ext cx="59743" cy="97444"/>
          </a:xfrm>
          <a:custGeom>
            <a:avLst/>
            <a:gdLst/>
            <a:ahLst/>
            <a:cxnLst/>
            <a:rect l="0" t="0" r="0" b="0"/>
            <a:pathLst>
              <a:path w="59743" h="97444">
                <a:moveTo>
                  <a:pt x="0" y="97444"/>
                </a:moveTo>
                <a:lnTo>
                  <a:pt x="59743" y="0"/>
                </a:lnTo>
              </a:path>
            </a:pathLst>
          </a:custGeom>
          <a:noFill/>
          <a:ln w="38100">
            <a:solidFill>
              <a:srgbClr val="42AFFA"/>
            </a:solidFill>
          </a:ln>
        </p:spPr>
      </p:sp>
      <p:sp>
        <p:nvSpPr>
          <p:cNvPr id="15" name="text-654">
            <a:extLst>
              <a:ext uri="{FF2B5EF4-FFF2-40B4-BE49-F238E27FC236}">
                <a16:creationId xmlns:a16="http://schemas.microsoft.com/office/drawing/2014/main" id="{6E4C40A0-FF69-4748-B170-DAD66CCA6503}"/>
              </a:ext>
            </a:extLst>
          </p:cNvPr>
          <p:cNvSpPr>
            <a:spLocks noGrp="1"/>
          </p:cNvSpPr>
          <p:nvPr/>
        </p:nvSpPr>
        <p:spPr>
          <a:xfrm>
            <a:off x="2524125" y="5095875"/>
            <a:ext cx="6000750" cy="523875"/>
          </a:xfrm>
          <a:prstGeom prst="rect">
            <a:avLst/>
          </a:prstGeom>
          <a:noFill/>
          <a:ln w="0">
            <a:noFill/>
          </a:ln>
        </p:spPr>
        <p:txBody>
          <a:bodyPr wrap="none" lIns="0" tIns="0" rIns="0" bIns="0" anchor="t">
            <a:noAutofit/>
          </a:bodyPr>
          <a:lstStyle>
            <a:defPPr algn="l">
              <a:defRPr sz="2925" b="0">
                <a:solidFill>
                  <a:srgbClr val="42AFFA"/>
                </a:solidFill>
                <a:latin typeface="Consolas"/>
                <a:ea typeface="Consolas"/>
                <a:cs typeface="Consolas"/>
              </a:defRPr>
            </a:defPPr>
            <a:lvl1pPr algn="l">
              <a:defRPr sz="2925" b="0">
                <a:solidFill>
                  <a:srgbClr val="42AFFA"/>
                </a:solidFill>
                <a:latin typeface="Consolas"/>
                <a:ea typeface="Consolas"/>
                <a:cs typeface="Consolas"/>
              </a:defRPr>
            </a:lvl1pPr>
            <a:lvl2pPr algn="l">
              <a:defRPr sz="2925" b="0">
                <a:solidFill>
                  <a:srgbClr val="42AFFA"/>
                </a:solidFill>
                <a:latin typeface="Consolas"/>
                <a:ea typeface="Consolas"/>
                <a:cs typeface="Consolas"/>
              </a:defRPr>
            </a:lvl2pPr>
            <a:lvl3pPr algn="l">
              <a:defRPr sz="2925" b="0">
                <a:solidFill>
                  <a:srgbClr val="42AFFA"/>
                </a:solidFill>
                <a:latin typeface="Consolas"/>
                <a:ea typeface="Consolas"/>
                <a:cs typeface="Consolas"/>
              </a:defRPr>
            </a:lvl3pPr>
            <a:lvl4pPr algn="l">
              <a:defRPr sz="2925" b="0">
                <a:solidFill>
                  <a:srgbClr val="42AFFA"/>
                </a:solidFill>
                <a:latin typeface="Consolas"/>
                <a:ea typeface="Consolas"/>
                <a:cs typeface="Consolas"/>
              </a:defRPr>
            </a:lvl4pPr>
            <a:lvl5pPr algn="l">
              <a:defRPr sz="2925" b="0">
                <a:solidFill>
                  <a:srgbClr val="42AFFA"/>
                </a:solidFill>
                <a:latin typeface="Consolas"/>
                <a:ea typeface="Consolas"/>
                <a:cs typeface="Consolas"/>
              </a:defRPr>
            </a:lvl5pPr>
            <a:lvl6pPr algn="l">
              <a:defRPr sz="2925" b="0">
                <a:solidFill>
                  <a:srgbClr val="42AFFA"/>
                </a:solidFill>
                <a:latin typeface="Consolas"/>
                <a:ea typeface="Consolas"/>
                <a:cs typeface="Consolas"/>
              </a:defRPr>
            </a:lvl6pPr>
            <a:lvl7pPr algn="l">
              <a:defRPr sz="2925" b="0">
                <a:solidFill>
                  <a:srgbClr val="42AFFA"/>
                </a:solidFill>
                <a:latin typeface="Consolas"/>
                <a:ea typeface="Consolas"/>
                <a:cs typeface="Consolas"/>
              </a:defRPr>
            </a:lvl7pPr>
            <a:lvl8pPr algn="l">
              <a:defRPr sz="2925" b="0">
                <a:solidFill>
                  <a:srgbClr val="42AFFA"/>
                </a:solidFill>
                <a:latin typeface="Consolas"/>
                <a:ea typeface="Consolas"/>
                <a:cs typeface="Consolas"/>
              </a:defRPr>
            </a:lvl8pPr>
            <a:lvl9pPr algn="l">
              <a:defRPr sz="2925" b="0">
                <a:solidFill>
                  <a:srgbClr val="42AFFA"/>
                </a:solidFill>
                <a:latin typeface="Consolas"/>
                <a:ea typeface="Consolas"/>
                <a:cs typeface="Consolas"/>
              </a:defRPr>
            </a:lvl9pPr>
          </a:lstStyle>
          <a:p>
            <a:pPr algn="l" rtl="0">
              <a:lnSpc>
                <a:spcPct val="108000"/>
              </a:lnSpc>
              <a:buNone/>
              <a:defRPr sz="2925" b="0">
                <a:solidFill>
                  <a:srgbClr val="42AFFA"/>
                </a:solidFill>
                <a:latin typeface="Consolas"/>
                <a:ea typeface="Consolas"/>
                <a:cs typeface="Consolas"/>
              </a:defRPr>
            </a:pPr>
            <a:r>
              <a:rPr lang="en-US" sz="2925" b="0">
                <a:solidFill>
                  <a:srgbClr val="42AFFA"/>
                </a:solidFill>
                <a:latin typeface="Consolas"/>
                <a:ea typeface="Consolas"/>
                <a:cs typeface="Consolas"/>
              </a:rPr>
              <a:t>commit → push</a:t>
            </a:r>
          </a:p>
        </p:txBody>
      </p:sp>
      <p:sp>
        <p:nvSpPr>
          <p:cNvPr id="16" name="text-655">
            <a:extLst>
              <a:ext uri="{FF2B5EF4-FFF2-40B4-BE49-F238E27FC236}">
                <a16:creationId xmlns:a16="http://schemas.microsoft.com/office/drawing/2014/main" id="{6E1E66E8-C74D-4767-86EB-15713714B219}"/>
              </a:ext>
            </a:extLst>
          </p:cNvPr>
          <p:cNvSpPr>
            <a:spLocks noGrp="1"/>
          </p:cNvSpPr>
          <p:nvPr/>
        </p:nvSpPr>
        <p:spPr>
          <a:xfrm>
            <a:off x="523875" y="5762625"/>
            <a:ext cx="8096250" cy="476250"/>
          </a:xfrm>
          <a:prstGeom prst="rect">
            <a:avLst/>
          </a:prstGeom>
          <a:noFill/>
          <a:ln w="0">
            <a:noFill/>
          </a:ln>
        </p:spPr>
        <p:txBody>
          <a:bodyPr wrap="square" lIns="0" tIns="0" rIns="0" bIns="0" anchor="t">
            <a:noAutofit/>
          </a:bodyPr>
          <a:lstStyle>
            <a:defPPr algn="r">
              <a:defRPr sz="2325" b="0">
                <a:solidFill>
                  <a:srgbClr val="FFD166"/>
                </a:solidFill>
                <a:latin typeface="Arial"/>
                <a:ea typeface="Arial"/>
                <a:cs typeface="Arial"/>
              </a:defRPr>
            </a:defPPr>
            <a:lvl1pPr algn="r">
              <a:defRPr sz="2325" b="0">
                <a:solidFill>
                  <a:srgbClr val="FFD166"/>
                </a:solidFill>
                <a:latin typeface="Arial"/>
                <a:ea typeface="Arial"/>
                <a:cs typeface="Arial"/>
              </a:defRPr>
            </a:lvl1pPr>
            <a:lvl2pPr algn="r">
              <a:defRPr sz="2325" b="0">
                <a:solidFill>
                  <a:srgbClr val="FFD166"/>
                </a:solidFill>
                <a:latin typeface="Arial"/>
                <a:ea typeface="Arial"/>
                <a:cs typeface="Arial"/>
              </a:defRPr>
            </a:lvl2pPr>
            <a:lvl3pPr algn="r">
              <a:defRPr sz="2325" b="0">
                <a:solidFill>
                  <a:srgbClr val="FFD166"/>
                </a:solidFill>
                <a:latin typeface="Arial"/>
                <a:ea typeface="Arial"/>
                <a:cs typeface="Arial"/>
              </a:defRPr>
            </a:lvl3pPr>
            <a:lvl4pPr algn="r">
              <a:defRPr sz="2325" b="0">
                <a:solidFill>
                  <a:srgbClr val="FFD166"/>
                </a:solidFill>
                <a:latin typeface="Arial"/>
                <a:ea typeface="Arial"/>
                <a:cs typeface="Arial"/>
              </a:defRPr>
            </a:lvl4pPr>
            <a:lvl5pPr algn="r">
              <a:defRPr sz="2325" b="0">
                <a:solidFill>
                  <a:srgbClr val="FFD166"/>
                </a:solidFill>
                <a:latin typeface="Arial"/>
                <a:ea typeface="Arial"/>
                <a:cs typeface="Arial"/>
              </a:defRPr>
            </a:lvl5pPr>
            <a:lvl6pPr algn="r">
              <a:defRPr sz="2325" b="0">
                <a:solidFill>
                  <a:srgbClr val="FFD166"/>
                </a:solidFill>
                <a:latin typeface="Arial"/>
                <a:ea typeface="Arial"/>
                <a:cs typeface="Arial"/>
              </a:defRPr>
            </a:lvl6pPr>
            <a:lvl7pPr algn="r">
              <a:defRPr sz="2325" b="0">
                <a:solidFill>
                  <a:srgbClr val="FFD166"/>
                </a:solidFill>
                <a:latin typeface="Arial"/>
                <a:ea typeface="Arial"/>
                <a:cs typeface="Arial"/>
              </a:defRPr>
            </a:lvl7pPr>
            <a:lvl8pPr algn="r">
              <a:defRPr sz="2325" b="0">
                <a:solidFill>
                  <a:srgbClr val="FFD166"/>
                </a:solidFill>
                <a:latin typeface="Arial"/>
                <a:ea typeface="Arial"/>
                <a:cs typeface="Arial"/>
              </a:defRPr>
            </a:lvl8pPr>
            <a:lvl9pPr algn="r">
              <a:defRPr sz="2325" b="0">
                <a:solidFill>
                  <a:srgbClr val="FFD166"/>
                </a:solidFill>
                <a:latin typeface="Arial"/>
                <a:ea typeface="Arial"/>
                <a:cs typeface="Arial"/>
              </a:defRPr>
            </a:lvl9pPr>
          </a:lstStyle>
          <a:p>
            <a:pPr algn="r" rtl="1">
              <a:lnSpc>
                <a:spcPct val="108000"/>
              </a:lnSpc>
              <a:buNone/>
              <a:defRPr sz="2325" b="0">
                <a:solidFill>
                  <a:srgbClr val="FFD166"/>
                </a:solidFill>
                <a:latin typeface="Arial"/>
                <a:ea typeface="Arial"/>
                <a:cs typeface="Arial"/>
              </a:defRPr>
            </a:pPr>
            <a:r>
              <a:rPr lang="he-IL" sz="2325" b="0">
                <a:solidFill>
                  <a:srgbClr val="FFD166"/>
                </a:solidFill>
                <a:latin typeface="Arial"/>
                <a:ea typeface="Arial"/>
                <a:cs typeface="Arial"/>
              </a:rPr>
              <a:t>בונים לתוך docs; לא לתיקיית Builds שמוחרגת</a:t>
            </a:r>
          </a:p>
        </p:txBody>
      </p:sp>
    </p:spTree>
    <p:extLst>
      <p:ext uri="{BB962C8B-B14F-4D97-AF65-F5344CB8AC3E}">
        <p14:creationId xmlns:p14="http://schemas.microsoft.com/office/powerpoint/2010/main" val="790241932"/>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2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2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2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10" name="text-656">
            <a:extLst>
              <a:ext uri="{FF2B5EF4-FFF2-40B4-BE49-F238E27FC236}">
                <a16:creationId xmlns:a16="http://schemas.microsoft.com/office/drawing/2014/main" id="{275263ED-43B6-4221-AB3E-0087249087AA}"/>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הגדרת GitHub Pages</a:t>
            </a:r>
          </a:p>
        </p:txBody>
      </p:sp>
      <p:sp>
        <p:nvSpPr>
          <p:cNvPr id="2" name="text-657">
            <a:extLst>
              <a:ext uri="{FF2B5EF4-FFF2-40B4-BE49-F238E27FC236}">
                <a16:creationId xmlns:a16="http://schemas.microsoft.com/office/drawing/2014/main" id="{AEA5F82E-141F-4A58-A91E-D54FFEED45F2}"/>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43</a:t>
            </a:r>
          </a:p>
        </p:txBody>
      </p:sp>
      <p:sp>
        <p:nvSpPr>
          <p:cNvPr id="3" name="text-658">
            <a:extLst>
              <a:ext uri="{FF2B5EF4-FFF2-40B4-BE49-F238E27FC236}">
                <a16:creationId xmlns:a16="http://schemas.microsoft.com/office/drawing/2014/main" id="{6C183D6B-728B-4624-9254-38B6D499459E}"/>
              </a:ext>
            </a:extLst>
          </p:cNvPr>
          <p:cNvSpPr>
            <a:spLocks noGrp="1"/>
          </p:cNvSpPr>
          <p:nvPr/>
        </p:nvSpPr>
        <p:spPr>
          <a:xfrm>
            <a:off x="619125" y="1095375"/>
            <a:ext cx="7905750" cy="457200"/>
          </a:xfrm>
          <a:prstGeom prst="rect">
            <a:avLst/>
          </a:prstGeom>
          <a:noFill/>
          <a:ln w="0">
            <a:noFill/>
          </a:ln>
        </p:spPr>
        <p:txBody>
          <a:bodyPr wrap="none" lIns="0" tIns="0" rIns="0" bIns="0" anchor="t">
            <a:noAutofit/>
          </a:bodyPr>
          <a:lstStyle>
            <a:defPPr algn="l">
              <a:defRPr sz="2625" b="0">
                <a:solidFill>
                  <a:srgbClr val="42AFFA"/>
                </a:solidFill>
                <a:latin typeface="Consolas"/>
                <a:ea typeface="Consolas"/>
                <a:cs typeface="Consolas"/>
              </a:defRPr>
            </a:defPPr>
            <a:lvl1pPr algn="l">
              <a:defRPr sz="2625" b="0">
                <a:solidFill>
                  <a:srgbClr val="42AFFA"/>
                </a:solidFill>
                <a:latin typeface="Consolas"/>
                <a:ea typeface="Consolas"/>
                <a:cs typeface="Consolas"/>
              </a:defRPr>
            </a:lvl1pPr>
            <a:lvl2pPr algn="l">
              <a:defRPr sz="2625" b="0">
                <a:solidFill>
                  <a:srgbClr val="42AFFA"/>
                </a:solidFill>
                <a:latin typeface="Consolas"/>
                <a:ea typeface="Consolas"/>
                <a:cs typeface="Consolas"/>
              </a:defRPr>
            </a:lvl2pPr>
            <a:lvl3pPr algn="l">
              <a:defRPr sz="2625" b="0">
                <a:solidFill>
                  <a:srgbClr val="42AFFA"/>
                </a:solidFill>
                <a:latin typeface="Consolas"/>
                <a:ea typeface="Consolas"/>
                <a:cs typeface="Consolas"/>
              </a:defRPr>
            </a:lvl3pPr>
            <a:lvl4pPr algn="l">
              <a:defRPr sz="2625" b="0">
                <a:solidFill>
                  <a:srgbClr val="42AFFA"/>
                </a:solidFill>
                <a:latin typeface="Consolas"/>
                <a:ea typeface="Consolas"/>
                <a:cs typeface="Consolas"/>
              </a:defRPr>
            </a:lvl4pPr>
            <a:lvl5pPr algn="l">
              <a:defRPr sz="2625" b="0">
                <a:solidFill>
                  <a:srgbClr val="42AFFA"/>
                </a:solidFill>
                <a:latin typeface="Consolas"/>
                <a:ea typeface="Consolas"/>
                <a:cs typeface="Consolas"/>
              </a:defRPr>
            </a:lvl5pPr>
            <a:lvl6pPr algn="l">
              <a:defRPr sz="2625" b="0">
                <a:solidFill>
                  <a:srgbClr val="42AFFA"/>
                </a:solidFill>
                <a:latin typeface="Consolas"/>
                <a:ea typeface="Consolas"/>
                <a:cs typeface="Consolas"/>
              </a:defRPr>
            </a:lvl6pPr>
            <a:lvl7pPr algn="l">
              <a:defRPr sz="2625" b="0">
                <a:solidFill>
                  <a:srgbClr val="42AFFA"/>
                </a:solidFill>
                <a:latin typeface="Consolas"/>
                <a:ea typeface="Consolas"/>
                <a:cs typeface="Consolas"/>
              </a:defRPr>
            </a:lvl7pPr>
            <a:lvl8pPr algn="l">
              <a:defRPr sz="2625" b="0">
                <a:solidFill>
                  <a:srgbClr val="42AFFA"/>
                </a:solidFill>
                <a:latin typeface="Consolas"/>
                <a:ea typeface="Consolas"/>
                <a:cs typeface="Consolas"/>
              </a:defRPr>
            </a:lvl8pPr>
            <a:lvl9pPr algn="l">
              <a:defRPr sz="2625" b="0">
                <a:solidFill>
                  <a:srgbClr val="42AFFA"/>
                </a:solidFill>
                <a:latin typeface="Consolas"/>
                <a:ea typeface="Consolas"/>
                <a:cs typeface="Consolas"/>
              </a:defRPr>
            </a:lvl9pPr>
          </a:lstStyle>
          <a:p>
            <a:pPr algn="l" rtl="0">
              <a:lnSpc>
                <a:spcPct val="108000"/>
              </a:lnSpc>
              <a:buNone/>
              <a:defRPr sz="2625" b="0">
                <a:solidFill>
                  <a:srgbClr val="42AFFA"/>
                </a:solidFill>
                <a:latin typeface="Consolas"/>
                <a:ea typeface="Consolas"/>
                <a:cs typeface="Consolas"/>
              </a:defRPr>
            </a:pPr>
            <a:r>
              <a:rPr lang="en-US" sz="2625" b="0">
                <a:solidFill>
                  <a:srgbClr val="42AFFA"/>
                </a:solidFill>
                <a:latin typeface="Consolas"/>
                <a:ea typeface="Consolas"/>
                <a:cs typeface="Consolas"/>
              </a:rPr>
              <a:t>Settings → Pages</a:t>
            </a:r>
          </a:p>
        </p:txBody>
      </p:sp>
      <p:pic>
        <p:nvPicPr>
          <p:cNvPr id="4" name="image-659">
            <a:extLst>
              <a:ext uri="{FF2B5EF4-FFF2-40B4-BE49-F238E27FC236}">
                <a16:creationId xmlns:a16="http://schemas.microsoft.com/office/drawing/2014/main" id="{2E888FB8-2FE0-4BF8-A542-3B47F81631A9}"/>
              </a:ext>
            </a:extLst>
          </p:cNvPr>
          <p:cNvPicPr>
            <a:picLocks noChangeAspect="1"/>
          </p:cNvPicPr>
          <p:nvPr/>
        </p:nvPicPr>
        <p:blipFill>
          <a:blip r:embed="rId3"/>
          <a:stretch/>
        </p:blipFill>
        <p:spPr>
          <a:xfrm>
            <a:off x="806568" y="1666875"/>
            <a:ext cx="7530864" cy="1381125"/>
          </a:xfrm>
          <a:prstGeom prst="rect">
            <a:avLst/>
          </a:prstGeom>
        </p:spPr>
      </p:pic>
      <p:sp>
        <p:nvSpPr>
          <p:cNvPr id="5" name="text-660">
            <a:extLst>
              <a:ext uri="{FF2B5EF4-FFF2-40B4-BE49-F238E27FC236}">
                <a16:creationId xmlns:a16="http://schemas.microsoft.com/office/drawing/2014/main" id="{F3544E1D-E136-4457-98FF-B196B676D233}"/>
              </a:ext>
            </a:extLst>
          </p:cNvPr>
          <p:cNvSpPr>
            <a:spLocks noGrp="1"/>
          </p:cNvSpPr>
          <p:nvPr/>
        </p:nvSpPr>
        <p:spPr>
          <a:xfrm>
            <a:off x="523875" y="3143250"/>
            <a:ext cx="8096250" cy="381000"/>
          </a:xfrm>
          <a:prstGeom prst="rect">
            <a:avLst/>
          </a:prstGeom>
          <a:noFill/>
          <a:ln w="0">
            <a:noFill/>
          </a:ln>
        </p:spPr>
        <p:txBody>
          <a:bodyPr wrap="square" lIns="0" tIns="0" rIns="0" bIns="0" anchor="t">
            <a:noAutofit/>
          </a:bodyPr>
          <a:lstStyle>
            <a:defPPr algn="l">
              <a:defRPr sz="2325" b="0">
                <a:solidFill>
                  <a:srgbClr val="42AFFA"/>
                </a:solidFill>
                <a:latin typeface="Arial"/>
                <a:ea typeface="Arial"/>
                <a:cs typeface="Arial"/>
              </a:defRPr>
            </a:defPPr>
            <a:lvl1pPr algn="l">
              <a:defRPr sz="2325" b="0">
                <a:solidFill>
                  <a:srgbClr val="42AFFA"/>
                </a:solidFill>
                <a:latin typeface="Arial"/>
                <a:ea typeface="Arial"/>
                <a:cs typeface="Arial"/>
              </a:defRPr>
            </a:lvl1pPr>
            <a:lvl2pPr algn="l">
              <a:defRPr sz="2325" b="0">
                <a:solidFill>
                  <a:srgbClr val="42AFFA"/>
                </a:solidFill>
                <a:latin typeface="Arial"/>
                <a:ea typeface="Arial"/>
                <a:cs typeface="Arial"/>
              </a:defRPr>
            </a:lvl2pPr>
            <a:lvl3pPr algn="l">
              <a:defRPr sz="2325" b="0">
                <a:solidFill>
                  <a:srgbClr val="42AFFA"/>
                </a:solidFill>
                <a:latin typeface="Arial"/>
                <a:ea typeface="Arial"/>
                <a:cs typeface="Arial"/>
              </a:defRPr>
            </a:lvl3pPr>
            <a:lvl4pPr algn="l">
              <a:defRPr sz="2325" b="0">
                <a:solidFill>
                  <a:srgbClr val="42AFFA"/>
                </a:solidFill>
                <a:latin typeface="Arial"/>
                <a:ea typeface="Arial"/>
                <a:cs typeface="Arial"/>
              </a:defRPr>
            </a:lvl4pPr>
            <a:lvl5pPr algn="l">
              <a:defRPr sz="2325" b="0">
                <a:solidFill>
                  <a:srgbClr val="42AFFA"/>
                </a:solidFill>
                <a:latin typeface="Arial"/>
                <a:ea typeface="Arial"/>
                <a:cs typeface="Arial"/>
              </a:defRPr>
            </a:lvl5pPr>
            <a:lvl6pPr algn="l">
              <a:defRPr sz="2325" b="0">
                <a:solidFill>
                  <a:srgbClr val="42AFFA"/>
                </a:solidFill>
                <a:latin typeface="Arial"/>
                <a:ea typeface="Arial"/>
                <a:cs typeface="Arial"/>
              </a:defRPr>
            </a:lvl6pPr>
            <a:lvl7pPr algn="l">
              <a:defRPr sz="2325" b="0">
                <a:solidFill>
                  <a:srgbClr val="42AFFA"/>
                </a:solidFill>
                <a:latin typeface="Arial"/>
                <a:ea typeface="Arial"/>
                <a:cs typeface="Arial"/>
              </a:defRPr>
            </a:lvl7pPr>
            <a:lvl8pPr algn="l">
              <a:defRPr sz="2325" b="0">
                <a:solidFill>
                  <a:srgbClr val="42AFFA"/>
                </a:solidFill>
                <a:latin typeface="Arial"/>
                <a:ea typeface="Arial"/>
                <a:cs typeface="Arial"/>
              </a:defRPr>
            </a:lvl8pPr>
            <a:lvl9pPr algn="l">
              <a:defRPr sz="2325" b="0">
                <a:solidFill>
                  <a:srgbClr val="42AFFA"/>
                </a:solidFill>
                <a:latin typeface="Arial"/>
                <a:ea typeface="Arial"/>
                <a:cs typeface="Arial"/>
              </a:defRPr>
            </a:lvl9pPr>
          </a:lstStyle>
          <a:p>
            <a:pPr algn="l" rtl="0">
              <a:lnSpc>
                <a:spcPct val="108000"/>
              </a:lnSpc>
              <a:buNone/>
              <a:defRPr sz="2325" b="0">
                <a:solidFill>
                  <a:srgbClr val="42AFFA"/>
                </a:solidFill>
                <a:latin typeface="Arial"/>
                <a:ea typeface="Arial"/>
                <a:cs typeface="Arial"/>
              </a:defRPr>
            </a:pPr>
            <a:r>
              <a:rPr lang="en-US" sz="2325" b="0">
                <a:solidFill>
                  <a:srgbClr val="42AFFA"/>
                </a:solidFill>
                <a:latin typeface="Arial"/>
                <a:ea typeface="Arial"/>
                <a:cs typeface="Arial"/>
              </a:rPr>
              <a:t>Source: Deploy from a branch</a:t>
            </a:r>
          </a:p>
        </p:txBody>
      </p:sp>
      <p:pic>
        <p:nvPicPr>
          <p:cNvPr id="6" name="image-661">
            <a:extLst>
              <a:ext uri="{FF2B5EF4-FFF2-40B4-BE49-F238E27FC236}">
                <a16:creationId xmlns:a16="http://schemas.microsoft.com/office/drawing/2014/main" id="{1227C89A-B0BC-4F57-82B7-A44A9E608D68}"/>
              </a:ext>
            </a:extLst>
          </p:cNvPr>
          <p:cNvPicPr>
            <a:picLocks noChangeAspect="1"/>
          </p:cNvPicPr>
          <p:nvPr/>
        </p:nvPicPr>
        <p:blipFill>
          <a:blip r:embed="rId4"/>
          <a:stretch/>
        </p:blipFill>
        <p:spPr>
          <a:xfrm>
            <a:off x="859388" y="3667125"/>
            <a:ext cx="7425223" cy="1352550"/>
          </a:xfrm>
          <a:prstGeom prst="rect">
            <a:avLst/>
          </a:prstGeom>
        </p:spPr>
      </p:pic>
      <p:sp>
        <p:nvSpPr>
          <p:cNvPr id="7" name="text-662">
            <a:extLst>
              <a:ext uri="{FF2B5EF4-FFF2-40B4-BE49-F238E27FC236}">
                <a16:creationId xmlns:a16="http://schemas.microsoft.com/office/drawing/2014/main" id="{78F03922-60A5-4131-A0E3-FE355AD900E1}"/>
              </a:ext>
            </a:extLst>
          </p:cNvPr>
          <p:cNvSpPr>
            <a:spLocks noGrp="1"/>
          </p:cNvSpPr>
          <p:nvPr/>
        </p:nvSpPr>
        <p:spPr>
          <a:xfrm>
            <a:off x="523875" y="5114925"/>
            <a:ext cx="8096250" cy="419100"/>
          </a:xfrm>
          <a:prstGeom prst="rect">
            <a:avLst/>
          </a:prstGeom>
          <a:noFill/>
          <a:ln w="0">
            <a:noFill/>
          </a:ln>
        </p:spPr>
        <p:txBody>
          <a:bodyPr wrap="none" lIns="0" tIns="0" rIns="0" bIns="0" anchor="t">
            <a:noAutofit/>
          </a:bodyPr>
          <a:lstStyle>
            <a:defPPr algn="l">
              <a:defRPr sz="2100" b="0">
                <a:solidFill>
                  <a:srgbClr val="88FF88"/>
                </a:solidFill>
                <a:latin typeface="Consolas"/>
                <a:ea typeface="Consolas"/>
                <a:cs typeface="Consolas"/>
              </a:defRPr>
            </a:defPPr>
            <a:lvl1pPr algn="l">
              <a:defRPr sz="2100" b="0">
                <a:solidFill>
                  <a:srgbClr val="88FF88"/>
                </a:solidFill>
                <a:latin typeface="Consolas"/>
                <a:ea typeface="Consolas"/>
                <a:cs typeface="Consolas"/>
              </a:defRPr>
            </a:lvl1pPr>
            <a:lvl2pPr algn="l">
              <a:defRPr sz="2100" b="0">
                <a:solidFill>
                  <a:srgbClr val="88FF88"/>
                </a:solidFill>
                <a:latin typeface="Consolas"/>
                <a:ea typeface="Consolas"/>
                <a:cs typeface="Consolas"/>
              </a:defRPr>
            </a:lvl2pPr>
            <a:lvl3pPr algn="l">
              <a:defRPr sz="2100" b="0">
                <a:solidFill>
                  <a:srgbClr val="88FF88"/>
                </a:solidFill>
                <a:latin typeface="Consolas"/>
                <a:ea typeface="Consolas"/>
                <a:cs typeface="Consolas"/>
              </a:defRPr>
            </a:lvl3pPr>
            <a:lvl4pPr algn="l">
              <a:defRPr sz="2100" b="0">
                <a:solidFill>
                  <a:srgbClr val="88FF88"/>
                </a:solidFill>
                <a:latin typeface="Consolas"/>
                <a:ea typeface="Consolas"/>
                <a:cs typeface="Consolas"/>
              </a:defRPr>
            </a:lvl4pPr>
            <a:lvl5pPr algn="l">
              <a:defRPr sz="2100" b="0">
                <a:solidFill>
                  <a:srgbClr val="88FF88"/>
                </a:solidFill>
                <a:latin typeface="Consolas"/>
                <a:ea typeface="Consolas"/>
                <a:cs typeface="Consolas"/>
              </a:defRPr>
            </a:lvl5pPr>
            <a:lvl6pPr algn="l">
              <a:defRPr sz="2100" b="0">
                <a:solidFill>
                  <a:srgbClr val="88FF88"/>
                </a:solidFill>
                <a:latin typeface="Consolas"/>
                <a:ea typeface="Consolas"/>
                <a:cs typeface="Consolas"/>
              </a:defRPr>
            </a:lvl6pPr>
            <a:lvl7pPr algn="l">
              <a:defRPr sz="2100" b="0">
                <a:solidFill>
                  <a:srgbClr val="88FF88"/>
                </a:solidFill>
                <a:latin typeface="Consolas"/>
                <a:ea typeface="Consolas"/>
                <a:cs typeface="Consolas"/>
              </a:defRPr>
            </a:lvl7pPr>
            <a:lvl8pPr algn="l">
              <a:defRPr sz="2100" b="0">
                <a:solidFill>
                  <a:srgbClr val="88FF88"/>
                </a:solidFill>
                <a:latin typeface="Consolas"/>
                <a:ea typeface="Consolas"/>
                <a:cs typeface="Consolas"/>
              </a:defRPr>
            </a:lvl8pPr>
            <a:lvl9pPr algn="l">
              <a:defRPr sz="2100" b="0">
                <a:solidFill>
                  <a:srgbClr val="88FF88"/>
                </a:solidFill>
                <a:latin typeface="Consolas"/>
                <a:ea typeface="Consolas"/>
                <a:cs typeface="Consolas"/>
              </a:defRPr>
            </a:lvl9pPr>
          </a:lstStyle>
          <a:p>
            <a:pPr algn="l" rtl="0">
              <a:lnSpc>
                <a:spcPct val="108000"/>
              </a:lnSpc>
              <a:buNone/>
              <a:defRPr sz="2100" b="0">
                <a:solidFill>
                  <a:srgbClr val="88FF88"/>
                </a:solidFill>
                <a:latin typeface="Consolas"/>
                <a:ea typeface="Consolas"/>
                <a:cs typeface="Consolas"/>
              </a:defRPr>
            </a:pPr>
            <a:r>
              <a:rPr lang="en-US" sz="2100" b="0">
                <a:solidFill>
                  <a:srgbClr val="88FF88"/>
                </a:solidFill>
                <a:latin typeface="Consolas"/>
                <a:ea typeface="Consolas"/>
                <a:cs typeface="Consolas"/>
              </a:rPr>
              <a:t>main + /docs → Save     (or use /(root))</a:t>
            </a:r>
          </a:p>
        </p:txBody>
      </p:sp>
      <p:sp>
        <p:nvSpPr>
          <p:cNvPr id="8" name="text-663">
            <a:extLst>
              <a:ext uri="{FF2B5EF4-FFF2-40B4-BE49-F238E27FC236}">
                <a16:creationId xmlns:a16="http://schemas.microsoft.com/office/drawing/2014/main" id="{C322949A-462A-4415-85F6-BEE34DCF0F0E}"/>
              </a:ext>
            </a:extLst>
          </p:cNvPr>
          <p:cNvSpPr>
            <a:spLocks noGrp="1"/>
          </p:cNvSpPr>
          <p:nvPr/>
        </p:nvSpPr>
        <p:spPr>
          <a:xfrm>
            <a:off x="523875" y="5553075"/>
            <a:ext cx="8096250" cy="352425"/>
          </a:xfrm>
          <a:prstGeom prst="rect">
            <a:avLst/>
          </a:prstGeom>
          <a:noFill/>
          <a:ln w="0">
            <a:noFill/>
          </a:ln>
        </p:spPr>
        <p:txBody>
          <a:bodyPr wrap="square" lIns="0" tIns="0" rIns="0" bIns="0" anchor="t">
            <a:noAutofit/>
          </a:bodyPr>
          <a:lstStyle>
            <a:defPPr algn="r">
              <a:defRPr sz="2100" b="0">
                <a:solidFill>
                  <a:srgbClr val="F7F7F7"/>
                </a:solidFill>
                <a:latin typeface="Arial"/>
                <a:ea typeface="Arial"/>
                <a:cs typeface="Arial"/>
              </a:defRPr>
            </a:defPPr>
            <a:lvl1pPr algn="r">
              <a:defRPr sz="2100" b="0">
                <a:solidFill>
                  <a:srgbClr val="F7F7F7"/>
                </a:solidFill>
                <a:latin typeface="Arial"/>
                <a:ea typeface="Arial"/>
                <a:cs typeface="Arial"/>
              </a:defRPr>
            </a:lvl1pPr>
            <a:lvl2pPr algn="r">
              <a:defRPr sz="2100" b="0">
                <a:solidFill>
                  <a:srgbClr val="F7F7F7"/>
                </a:solidFill>
                <a:latin typeface="Arial"/>
                <a:ea typeface="Arial"/>
                <a:cs typeface="Arial"/>
              </a:defRPr>
            </a:lvl2pPr>
            <a:lvl3pPr algn="r">
              <a:defRPr sz="2100" b="0">
                <a:solidFill>
                  <a:srgbClr val="F7F7F7"/>
                </a:solidFill>
                <a:latin typeface="Arial"/>
                <a:ea typeface="Arial"/>
                <a:cs typeface="Arial"/>
              </a:defRPr>
            </a:lvl3pPr>
            <a:lvl4pPr algn="r">
              <a:defRPr sz="2100" b="0">
                <a:solidFill>
                  <a:srgbClr val="F7F7F7"/>
                </a:solidFill>
                <a:latin typeface="Arial"/>
                <a:ea typeface="Arial"/>
                <a:cs typeface="Arial"/>
              </a:defRPr>
            </a:lvl4pPr>
            <a:lvl5pPr algn="r">
              <a:defRPr sz="2100" b="0">
                <a:solidFill>
                  <a:srgbClr val="F7F7F7"/>
                </a:solidFill>
                <a:latin typeface="Arial"/>
                <a:ea typeface="Arial"/>
                <a:cs typeface="Arial"/>
              </a:defRPr>
            </a:lvl5pPr>
            <a:lvl6pPr algn="r">
              <a:defRPr sz="2100" b="0">
                <a:solidFill>
                  <a:srgbClr val="F7F7F7"/>
                </a:solidFill>
                <a:latin typeface="Arial"/>
                <a:ea typeface="Arial"/>
                <a:cs typeface="Arial"/>
              </a:defRPr>
            </a:lvl6pPr>
            <a:lvl7pPr algn="r">
              <a:defRPr sz="2100" b="0">
                <a:solidFill>
                  <a:srgbClr val="F7F7F7"/>
                </a:solidFill>
                <a:latin typeface="Arial"/>
                <a:ea typeface="Arial"/>
                <a:cs typeface="Arial"/>
              </a:defRPr>
            </a:lvl7pPr>
            <a:lvl8pPr algn="r">
              <a:defRPr sz="2100" b="0">
                <a:solidFill>
                  <a:srgbClr val="F7F7F7"/>
                </a:solidFill>
                <a:latin typeface="Arial"/>
                <a:ea typeface="Arial"/>
                <a:cs typeface="Arial"/>
              </a:defRPr>
            </a:lvl8pPr>
            <a:lvl9pPr algn="r">
              <a:defRPr sz="2100" b="0">
                <a:solidFill>
                  <a:srgbClr val="F7F7F7"/>
                </a:solidFill>
                <a:latin typeface="Arial"/>
                <a:ea typeface="Arial"/>
                <a:cs typeface="Arial"/>
              </a:defRPr>
            </a:lvl9pPr>
          </a:lstStyle>
          <a:p>
            <a:pPr algn="r" rtl="1">
              <a:lnSpc>
                <a:spcPct val="108000"/>
              </a:lnSpc>
              <a:buNone/>
              <a:defRPr sz="2100" b="0">
                <a:solidFill>
                  <a:srgbClr val="F7F7F7"/>
                </a:solidFill>
                <a:latin typeface="Arial"/>
                <a:ea typeface="Arial"/>
                <a:cs typeface="Arial"/>
              </a:defRPr>
            </a:pPr>
            <a:r>
              <a:rPr lang="he-IL" sz="2100" b="0">
                <a:solidFill>
                  <a:srgbClr val="F7F7F7"/>
                </a:solidFill>
                <a:latin typeface="Arial"/>
                <a:ea typeface="Arial"/>
                <a:cs typeface="Arial"/>
              </a:rPr>
              <a:t>ממתינים לסיום הפריסה — היא עשויה לקחת כמה דקות</a:t>
            </a:r>
          </a:p>
        </p:txBody>
      </p:sp>
      <p:sp>
        <p:nvSpPr>
          <p:cNvPr id="9" name="text-664">
            <a:extLst>
              <a:ext uri="{FF2B5EF4-FFF2-40B4-BE49-F238E27FC236}">
                <a16:creationId xmlns:a16="http://schemas.microsoft.com/office/drawing/2014/main" id="{43014226-75E3-4409-BE44-4B3FA53E1CA1}"/>
              </a:ext>
            </a:extLst>
          </p:cNvPr>
          <p:cNvSpPr>
            <a:spLocks noGrp="1"/>
          </p:cNvSpPr>
          <p:nvPr/>
        </p:nvSpPr>
        <p:spPr>
          <a:xfrm>
            <a:off x="523875" y="5972175"/>
            <a:ext cx="8096250" cy="304800"/>
          </a:xfrm>
          <a:prstGeom prst="rect">
            <a:avLst/>
          </a:prstGeom>
          <a:noFill/>
          <a:ln w="0">
            <a:noFill/>
          </a:ln>
        </p:spPr>
        <p:txBody>
          <a:bodyPr wrap="none" lIns="0" tIns="0" rIns="0" bIns="0" anchor="t">
            <a:noAutofit/>
          </a:bodyPr>
          <a:lstStyle>
            <a:defPPr algn="l">
              <a:defRPr sz="2100" b="0">
                <a:solidFill>
                  <a:srgbClr val="42AFFA"/>
                </a:solidFill>
                <a:latin typeface="Consolas"/>
                <a:ea typeface="Consolas"/>
                <a:cs typeface="Consolas"/>
              </a:defRPr>
            </a:defPPr>
            <a:lvl1pPr algn="l">
              <a:defRPr sz="2100" b="0">
                <a:solidFill>
                  <a:srgbClr val="42AFFA"/>
                </a:solidFill>
                <a:latin typeface="Consolas"/>
                <a:ea typeface="Consolas"/>
                <a:cs typeface="Consolas"/>
              </a:defRPr>
            </a:lvl1pPr>
            <a:lvl2pPr algn="l">
              <a:defRPr sz="2100" b="0">
                <a:solidFill>
                  <a:srgbClr val="42AFFA"/>
                </a:solidFill>
                <a:latin typeface="Consolas"/>
                <a:ea typeface="Consolas"/>
                <a:cs typeface="Consolas"/>
              </a:defRPr>
            </a:lvl2pPr>
            <a:lvl3pPr algn="l">
              <a:defRPr sz="2100" b="0">
                <a:solidFill>
                  <a:srgbClr val="42AFFA"/>
                </a:solidFill>
                <a:latin typeface="Consolas"/>
                <a:ea typeface="Consolas"/>
                <a:cs typeface="Consolas"/>
              </a:defRPr>
            </a:lvl3pPr>
            <a:lvl4pPr algn="l">
              <a:defRPr sz="2100" b="0">
                <a:solidFill>
                  <a:srgbClr val="42AFFA"/>
                </a:solidFill>
                <a:latin typeface="Consolas"/>
                <a:ea typeface="Consolas"/>
                <a:cs typeface="Consolas"/>
              </a:defRPr>
            </a:lvl4pPr>
            <a:lvl5pPr algn="l">
              <a:defRPr sz="2100" b="0">
                <a:solidFill>
                  <a:srgbClr val="42AFFA"/>
                </a:solidFill>
                <a:latin typeface="Consolas"/>
                <a:ea typeface="Consolas"/>
                <a:cs typeface="Consolas"/>
              </a:defRPr>
            </a:lvl5pPr>
            <a:lvl6pPr algn="l">
              <a:defRPr sz="2100" b="0">
                <a:solidFill>
                  <a:srgbClr val="42AFFA"/>
                </a:solidFill>
                <a:latin typeface="Consolas"/>
                <a:ea typeface="Consolas"/>
                <a:cs typeface="Consolas"/>
              </a:defRPr>
            </a:lvl6pPr>
            <a:lvl7pPr algn="l">
              <a:defRPr sz="2100" b="0">
                <a:solidFill>
                  <a:srgbClr val="42AFFA"/>
                </a:solidFill>
                <a:latin typeface="Consolas"/>
                <a:ea typeface="Consolas"/>
                <a:cs typeface="Consolas"/>
              </a:defRPr>
            </a:lvl7pPr>
            <a:lvl8pPr algn="l">
              <a:defRPr sz="2100" b="0">
                <a:solidFill>
                  <a:srgbClr val="42AFFA"/>
                </a:solidFill>
                <a:latin typeface="Consolas"/>
                <a:ea typeface="Consolas"/>
                <a:cs typeface="Consolas"/>
              </a:defRPr>
            </a:lvl8pPr>
            <a:lvl9pPr algn="l">
              <a:defRPr sz="2100" b="0">
                <a:solidFill>
                  <a:srgbClr val="42AFFA"/>
                </a:solidFill>
                <a:latin typeface="Consolas"/>
                <a:ea typeface="Consolas"/>
                <a:cs typeface="Consolas"/>
              </a:defRPr>
            </a:lvl9pPr>
          </a:lstStyle>
          <a:p>
            <a:pPr algn="l" rtl="0">
              <a:lnSpc>
                <a:spcPct val="108000"/>
              </a:lnSpc>
              <a:buNone/>
              <a:defRPr sz="2100" b="0">
                <a:solidFill>
                  <a:srgbClr val="42AFFA"/>
                </a:solidFill>
                <a:latin typeface="Consolas"/>
                <a:ea typeface="Consolas"/>
                <a:cs typeface="Consolas"/>
              </a:defRPr>
            </a:pPr>
            <a:r>
              <a:rPr lang="en-US" sz="2100" b="0">
                <a:solidFill>
                  <a:srgbClr val="42AFFA"/>
                </a:solidFill>
                <a:latin typeface="Consolas"/>
                <a:ea typeface="Consolas"/>
                <a:cs typeface="Consolas"/>
              </a:rPr>
              <a:t>https://my-team.github.io/my-game</a:t>
            </a:r>
          </a:p>
        </p:txBody>
      </p:sp>
    </p:spTree>
    <p:extLst>
      <p:ext uri="{BB962C8B-B14F-4D97-AF65-F5344CB8AC3E}">
        <p14:creationId xmlns:p14="http://schemas.microsoft.com/office/powerpoint/2010/main" val="160519412"/>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6" name="text-665">
            <a:extLst>
              <a:ext uri="{FF2B5EF4-FFF2-40B4-BE49-F238E27FC236}">
                <a16:creationId xmlns:a16="http://schemas.microsoft.com/office/drawing/2014/main" id="{82C0C90A-7C12-442E-869D-F0FD98711B7B}"/>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תרגיל: מקימים מאגר צוות</a:t>
            </a:r>
          </a:p>
        </p:txBody>
      </p:sp>
      <p:sp>
        <p:nvSpPr>
          <p:cNvPr id="2" name="text-666">
            <a:extLst>
              <a:ext uri="{FF2B5EF4-FFF2-40B4-BE49-F238E27FC236}">
                <a16:creationId xmlns:a16="http://schemas.microsoft.com/office/drawing/2014/main" id="{5EA949E3-A6E1-4F5D-94C1-B9D0ED8FF93B}"/>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44</a:t>
            </a:r>
          </a:p>
        </p:txBody>
      </p:sp>
      <p:sp>
        <p:nvSpPr>
          <p:cNvPr id="3" name="shape-667">
            <a:extLst>
              <a:ext uri="{FF2B5EF4-FFF2-40B4-BE49-F238E27FC236}">
                <a16:creationId xmlns:a16="http://schemas.microsoft.com/office/drawing/2014/main" id="{C96FB3E9-F31D-4D54-85FB-D3B76611E376}"/>
              </a:ext>
            </a:extLst>
          </p:cNvPr>
          <p:cNvSpPr>
            <a:spLocks noGrp="1"/>
          </p:cNvSpPr>
          <p:nvPr/>
        </p:nvSpPr>
        <p:spPr>
          <a:xfrm>
            <a:off x="7991475" y="1409700"/>
            <a:ext cx="400050" cy="400050"/>
          </a:xfrm>
          <a:prstGeom prst="ellipse">
            <a:avLst/>
          </a:prstGeom>
          <a:solidFill>
            <a:srgbClr val="8888FF"/>
          </a:solidFill>
          <a:ln w="0">
            <a:noFill/>
          </a:ln>
        </p:spPr>
      </p:sp>
      <p:sp>
        <p:nvSpPr>
          <p:cNvPr id="4" name="text-668">
            <a:extLst>
              <a:ext uri="{FF2B5EF4-FFF2-40B4-BE49-F238E27FC236}">
                <a16:creationId xmlns:a16="http://schemas.microsoft.com/office/drawing/2014/main" id="{C87881C6-EFFF-4EA8-872C-665682BE6DFE}"/>
              </a:ext>
            </a:extLst>
          </p:cNvPr>
          <p:cNvSpPr>
            <a:spLocks noGrp="1"/>
          </p:cNvSpPr>
          <p:nvPr/>
        </p:nvSpPr>
        <p:spPr>
          <a:xfrm>
            <a:off x="8029575" y="1419225"/>
            <a:ext cx="333375" cy="381000"/>
          </a:xfrm>
          <a:prstGeom prst="rect">
            <a:avLst/>
          </a:prstGeom>
          <a:noFill/>
          <a:ln w="0">
            <a:noFill/>
          </a:ln>
        </p:spPr>
        <p:txBody>
          <a:bodyPr wrap="square" lIns="0" tIns="0" rIns="0" bIns="0" anchor="t">
            <a:noAutofit/>
          </a:bodyPr>
          <a:lstStyle>
            <a:defPPr algn="ctr">
              <a:defRPr sz="2025" b="1">
                <a:solidFill>
                  <a:srgbClr val="191919"/>
                </a:solidFill>
                <a:latin typeface="Arial"/>
                <a:ea typeface="Arial"/>
                <a:cs typeface="Arial"/>
              </a:defRPr>
            </a:defPPr>
            <a:lvl1pPr algn="ctr">
              <a:defRPr sz="2025" b="1">
                <a:solidFill>
                  <a:srgbClr val="191919"/>
                </a:solidFill>
                <a:latin typeface="Arial"/>
                <a:ea typeface="Arial"/>
                <a:cs typeface="Arial"/>
              </a:defRPr>
            </a:lvl1pPr>
            <a:lvl2pPr algn="ctr">
              <a:defRPr sz="2025" b="1">
                <a:solidFill>
                  <a:srgbClr val="191919"/>
                </a:solidFill>
                <a:latin typeface="Arial"/>
                <a:ea typeface="Arial"/>
                <a:cs typeface="Arial"/>
              </a:defRPr>
            </a:lvl2pPr>
            <a:lvl3pPr algn="ctr">
              <a:defRPr sz="2025" b="1">
                <a:solidFill>
                  <a:srgbClr val="191919"/>
                </a:solidFill>
                <a:latin typeface="Arial"/>
                <a:ea typeface="Arial"/>
                <a:cs typeface="Arial"/>
              </a:defRPr>
            </a:lvl3pPr>
            <a:lvl4pPr algn="ctr">
              <a:defRPr sz="2025" b="1">
                <a:solidFill>
                  <a:srgbClr val="191919"/>
                </a:solidFill>
                <a:latin typeface="Arial"/>
                <a:ea typeface="Arial"/>
                <a:cs typeface="Arial"/>
              </a:defRPr>
            </a:lvl4pPr>
            <a:lvl5pPr algn="ctr">
              <a:defRPr sz="2025" b="1">
                <a:solidFill>
                  <a:srgbClr val="191919"/>
                </a:solidFill>
                <a:latin typeface="Arial"/>
                <a:ea typeface="Arial"/>
                <a:cs typeface="Arial"/>
              </a:defRPr>
            </a:lvl5pPr>
            <a:lvl6pPr algn="ctr">
              <a:defRPr sz="2025" b="1">
                <a:solidFill>
                  <a:srgbClr val="191919"/>
                </a:solidFill>
                <a:latin typeface="Arial"/>
                <a:ea typeface="Arial"/>
                <a:cs typeface="Arial"/>
              </a:defRPr>
            </a:lvl6pPr>
            <a:lvl7pPr algn="ctr">
              <a:defRPr sz="2025" b="1">
                <a:solidFill>
                  <a:srgbClr val="191919"/>
                </a:solidFill>
                <a:latin typeface="Arial"/>
                <a:ea typeface="Arial"/>
                <a:cs typeface="Arial"/>
              </a:defRPr>
            </a:lvl7pPr>
            <a:lvl8pPr algn="ctr">
              <a:defRPr sz="2025" b="1">
                <a:solidFill>
                  <a:srgbClr val="191919"/>
                </a:solidFill>
                <a:latin typeface="Arial"/>
                <a:ea typeface="Arial"/>
                <a:cs typeface="Arial"/>
              </a:defRPr>
            </a:lvl8pPr>
            <a:lvl9pPr algn="ctr">
              <a:defRPr sz="2025" b="1">
                <a:solidFill>
                  <a:srgbClr val="191919"/>
                </a:solidFill>
                <a:latin typeface="Arial"/>
                <a:ea typeface="Arial"/>
                <a:cs typeface="Arial"/>
              </a:defRPr>
            </a:lvl9pPr>
          </a:lstStyle>
          <a:p>
            <a:pPr algn="ctr" rtl="0">
              <a:lnSpc>
                <a:spcPct val="108000"/>
              </a:lnSpc>
              <a:buNone/>
              <a:defRPr sz="2025" b="1">
                <a:solidFill>
                  <a:srgbClr val="191919"/>
                </a:solidFill>
                <a:latin typeface="Arial"/>
                <a:ea typeface="Arial"/>
                <a:cs typeface="Arial"/>
              </a:defRPr>
            </a:pPr>
            <a:r>
              <a:rPr lang="en-US" sz="2025" b="1">
                <a:solidFill>
                  <a:srgbClr val="191919"/>
                </a:solidFill>
                <a:latin typeface="Arial"/>
                <a:ea typeface="Arial"/>
                <a:cs typeface="Arial"/>
              </a:rPr>
              <a:t>1</a:t>
            </a:r>
          </a:p>
        </p:txBody>
      </p:sp>
      <p:sp>
        <p:nvSpPr>
          <p:cNvPr id="5" name="text-669">
            <a:extLst>
              <a:ext uri="{FF2B5EF4-FFF2-40B4-BE49-F238E27FC236}">
                <a16:creationId xmlns:a16="http://schemas.microsoft.com/office/drawing/2014/main" id="{A58D81E2-0E08-4D85-951B-14BE38FFF310}"/>
              </a:ext>
            </a:extLst>
          </p:cNvPr>
          <p:cNvSpPr>
            <a:spLocks noGrp="1"/>
          </p:cNvSpPr>
          <p:nvPr/>
        </p:nvSpPr>
        <p:spPr>
          <a:xfrm>
            <a:off x="619125" y="1381125"/>
            <a:ext cx="7048500" cy="742950"/>
          </a:xfrm>
          <a:prstGeom prst="rect">
            <a:avLst/>
          </a:prstGeom>
          <a:noFill/>
          <a:ln w="0">
            <a:noFill/>
          </a:ln>
        </p:spPr>
        <p:txBody>
          <a:bodyPr wrap="square" lIns="0" tIns="0" rIns="0" bIns="0" anchor="t">
            <a:noAutofit/>
          </a:bodyPr>
          <a:lstStyle>
            <a:defPPr algn="r">
              <a:defRPr sz="2475" b="0">
                <a:solidFill>
                  <a:srgbClr val="F7F7F7"/>
                </a:solidFill>
                <a:latin typeface="Arial"/>
                <a:ea typeface="Arial"/>
                <a:cs typeface="Arial"/>
              </a:defRPr>
            </a:defPPr>
            <a:lvl1pPr algn="r">
              <a:defRPr sz="2475" b="0">
                <a:solidFill>
                  <a:srgbClr val="F7F7F7"/>
                </a:solidFill>
                <a:latin typeface="Arial"/>
                <a:ea typeface="Arial"/>
                <a:cs typeface="Arial"/>
              </a:defRPr>
            </a:lvl1pPr>
            <a:lvl2pPr algn="r">
              <a:defRPr sz="2475" b="0">
                <a:solidFill>
                  <a:srgbClr val="F7F7F7"/>
                </a:solidFill>
                <a:latin typeface="Arial"/>
                <a:ea typeface="Arial"/>
                <a:cs typeface="Arial"/>
              </a:defRPr>
            </a:lvl2pPr>
            <a:lvl3pPr algn="r">
              <a:defRPr sz="2475" b="0">
                <a:solidFill>
                  <a:srgbClr val="F7F7F7"/>
                </a:solidFill>
                <a:latin typeface="Arial"/>
                <a:ea typeface="Arial"/>
                <a:cs typeface="Arial"/>
              </a:defRPr>
            </a:lvl3pPr>
            <a:lvl4pPr algn="r">
              <a:defRPr sz="2475" b="0">
                <a:solidFill>
                  <a:srgbClr val="F7F7F7"/>
                </a:solidFill>
                <a:latin typeface="Arial"/>
                <a:ea typeface="Arial"/>
                <a:cs typeface="Arial"/>
              </a:defRPr>
            </a:lvl4pPr>
            <a:lvl5pPr algn="r">
              <a:defRPr sz="2475" b="0">
                <a:solidFill>
                  <a:srgbClr val="F7F7F7"/>
                </a:solidFill>
                <a:latin typeface="Arial"/>
                <a:ea typeface="Arial"/>
                <a:cs typeface="Arial"/>
              </a:defRPr>
            </a:lvl5pPr>
            <a:lvl6pPr algn="r">
              <a:defRPr sz="2475" b="0">
                <a:solidFill>
                  <a:srgbClr val="F7F7F7"/>
                </a:solidFill>
                <a:latin typeface="Arial"/>
                <a:ea typeface="Arial"/>
                <a:cs typeface="Arial"/>
              </a:defRPr>
            </a:lvl6pPr>
            <a:lvl7pPr algn="r">
              <a:defRPr sz="2475" b="0">
                <a:solidFill>
                  <a:srgbClr val="F7F7F7"/>
                </a:solidFill>
                <a:latin typeface="Arial"/>
                <a:ea typeface="Arial"/>
                <a:cs typeface="Arial"/>
              </a:defRPr>
            </a:lvl7pPr>
            <a:lvl8pPr algn="r">
              <a:defRPr sz="2475" b="0">
                <a:solidFill>
                  <a:srgbClr val="F7F7F7"/>
                </a:solidFill>
                <a:latin typeface="Arial"/>
                <a:ea typeface="Arial"/>
                <a:cs typeface="Arial"/>
              </a:defRPr>
            </a:lvl8pPr>
            <a:lvl9pPr algn="r">
              <a:defRPr sz="2475" b="0">
                <a:solidFill>
                  <a:srgbClr val="F7F7F7"/>
                </a:solidFill>
                <a:latin typeface="Arial"/>
                <a:ea typeface="Arial"/>
                <a:cs typeface="Arial"/>
              </a:defRPr>
            </a:lvl9pPr>
          </a:lstStyle>
          <a:p>
            <a:pPr algn="r" rtl="1">
              <a:lnSpc>
                <a:spcPct val="108000"/>
              </a:lnSpc>
              <a:buNone/>
              <a:defRPr sz="2475" b="0">
                <a:solidFill>
                  <a:srgbClr val="F7F7F7"/>
                </a:solidFill>
                <a:latin typeface="Arial"/>
                <a:ea typeface="Arial"/>
                <a:cs typeface="Arial"/>
              </a:defRPr>
            </a:pPr>
            <a:r>
              <a:rPr lang="he-IL" sz="2475" b="0">
                <a:solidFill>
                  <a:srgbClr val="F7F7F7"/>
                </a:solidFill>
                <a:latin typeface="Arial"/>
                <a:ea typeface="Arial"/>
                <a:cs typeface="Arial"/>
              </a:rPr>
              <a:t>ארגון + הזמנת כל חברי הצוות</a:t>
            </a:r>
          </a:p>
        </p:txBody>
      </p:sp>
      <p:sp>
        <p:nvSpPr>
          <p:cNvPr id="6" name="shape-670">
            <a:extLst>
              <a:ext uri="{FF2B5EF4-FFF2-40B4-BE49-F238E27FC236}">
                <a16:creationId xmlns:a16="http://schemas.microsoft.com/office/drawing/2014/main" id="{54FFD1FF-85C7-4964-A297-48E716DDF425}"/>
              </a:ext>
            </a:extLst>
          </p:cNvPr>
          <p:cNvSpPr>
            <a:spLocks noGrp="1"/>
          </p:cNvSpPr>
          <p:nvPr/>
        </p:nvSpPr>
        <p:spPr>
          <a:xfrm>
            <a:off x="7991475" y="2505075"/>
            <a:ext cx="400050" cy="400050"/>
          </a:xfrm>
          <a:prstGeom prst="ellipse">
            <a:avLst/>
          </a:prstGeom>
          <a:solidFill>
            <a:srgbClr val="8888FF"/>
          </a:solidFill>
          <a:ln w="0">
            <a:noFill/>
          </a:ln>
        </p:spPr>
      </p:sp>
      <p:sp>
        <p:nvSpPr>
          <p:cNvPr id="7" name="text-671">
            <a:extLst>
              <a:ext uri="{FF2B5EF4-FFF2-40B4-BE49-F238E27FC236}">
                <a16:creationId xmlns:a16="http://schemas.microsoft.com/office/drawing/2014/main" id="{A9F60CD8-5F50-48F4-A042-064E0A89CFC9}"/>
              </a:ext>
            </a:extLst>
          </p:cNvPr>
          <p:cNvSpPr>
            <a:spLocks noGrp="1"/>
          </p:cNvSpPr>
          <p:nvPr/>
        </p:nvSpPr>
        <p:spPr>
          <a:xfrm>
            <a:off x="8029575" y="2514600"/>
            <a:ext cx="333375" cy="381000"/>
          </a:xfrm>
          <a:prstGeom prst="rect">
            <a:avLst/>
          </a:prstGeom>
          <a:noFill/>
          <a:ln w="0">
            <a:noFill/>
          </a:ln>
        </p:spPr>
        <p:txBody>
          <a:bodyPr wrap="square" lIns="0" tIns="0" rIns="0" bIns="0" anchor="t">
            <a:noAutofit/>
          </a:bodyPr>
          <a:lstStyle>
            <a:defPPr algn="ctr">
              <a:defRPr sz="2025" b="1">
                <a:solidFill>
                  <a:srgbClr val="191919"/>
                </a:solidFill>
                <a:latin typeface="Arial"/>
                <a:ea typeface="Arial"/>
                <a:cs typeface="Arial"/>
              </a:defRPr>
            </a:defPPr>
            <a:lvl1pPr algn="ctr">
              <a:defRPr sz="2025" b="1">
                <a:solidFill>
                  <a:srgbClr val="191919"/>
                </a:solidFill>
                <a:latin typeface="Arial"/>
                <a:ea typeface="Arial"/>
                <a:cs typeface="Arial"/>
              </a:defRPr>
            </a:lvl1pPr>
            <a:lvl2pPr algn="ctr">
              <a:defRPr sz="2025" b="1">
                <a:solidFill>
                  <a:srgbClr val="191919"/>
                </a:solidFill>
                <a:latin typeface="Arial"/>
                <a:ea typeface="Arial"/>
                <a:cs typeface="Arial"/>
              </a:defRPr>
            </a:lvl2pPr>
            <a:lvl3pPr algn="ctr">
              <a:defRPr sz="2025" b="1">
                <a:solidFill>
                  <a:srgbClr val="191919"/>
                </a:solidFill>
                <a:latin typeface="Arial"/>
                <a:ea typeface="Arial"/>
                <a:cs typeface="Arial"/>
              </a:defRPr>
            </a:lvl3pPr>
            <a:lvl4pPr algn="ctr">
              <a:defRPr sz="2025" b="1">
                <a:solidFill>
                  <a:srgbClr val="191919"/>
                </a:solidFill>
                <a:latin typeface="Arial"/>
                <a:ea typeface="Arial"/>
                <a:cs typeface="Arial"/>
              </a:defRPr>
            </a:lvl4pPr>
            <a:lvl5pPr algn="ctr">
              <a:defRPr sz="2025" b="1">
                <a:solidFill>
                  <a:srgbClr val="191919"/>
                </a:solidFill>
                <a:latin typeface="Arial"/>
                <a:ea typeface="Arial"/>
                <a:cs typeface="Arial"/>
              </a:defRPr>
            </a:lvl5pPr>
            <a:lvl6pPr algn="ctr">
              <a:defRPr sz="2025" b="1">
                <a:solidFill>
                  <a:srgbClr val="191919"/>
                </a:solidFill>
                <a:latin typeface="Arial"/>
                <a:ea typeface="Arial"/>
                <a:cs typeface="Arial"/>
              </a:defRPr>
            </a:lvl6pPr>
            <a:lvl7pPr algn="ctr">
              <a:defRPr sz="2025" b="1">
                <a:solidFill>
                  <a:srgbClr val="191919"/>
                </a:solidFill>
                <a:latin typeface="Arial"/>
                <a:ea typeface="Arial"/>
                <a:cs typeface="Arial"/>
              </a:defRPr>
            </a:lvl7pPr>
            <a:lvl8pPr algn="ctr">
              <a:defRPr sz="2025" b="1">
                <a:solidFill>
                  <a:srgbClr val="191919"/>
                </a:solidFill>
                <a:latin typeface="Arial"/>
                <a:ea typeface="Arial"/>
                <a:cs typeface="Arial"/>
              </a:defRPr>
            </a:lvl8pPr>
            <a:lvl9pPr algn="ctr">
              <a:defRPr sz="2025" b="1">
                <a:solidFill>
                  <a:srgbClr val="191919"/>
                </a:solidFill>
                <a:latin typeface="Arial"/>
                <a:ea typeface="Arial"/>
                <a:cs typeface="Arial"/>
              </a:defRPr>
            </a:lvl9pPr>
          </a:lstStyle>
          <a:p>
            <a:pPr algn="ctr" rtl="0">
              <a:lnSpc>
                <a:spcPct val="108000"/>
              </a:lnSpc>
              <a:buNone/>
              <a:defRPr sz="2025" b="1">
                <a:solidFill>
                  <a:srgbClr val="191919"/>
                </a:solidFill>
                <a:latin typeface="Arial"/>
                <a:ea typeface="Arial"/>
                <a:cs typeface="Arial"/>
              </a:defRPr>
            </a:pPr>
            <a:r>
              <a:rPr lang="en-US" sz="2025" b="1">
                <a:solidFill>
                  <a:srgbClr val="191919"/>
                </a:solidFill>
                <a:latin typeface="Arial"/>
                <a:ea typeface="Arial"/>
                <a:cs typeface="Arial"/>
              </a:rPr>
              <a:t>2</a:t>
            </a:r>
          </a:p>
        </p:txBody>
      </p:sp>
      <p:sp>
        <p:nvSpPr>
          <p:cNvPr id="8" name="text-672">
            <a:extLst>
              <a:ext uri="{FF2B5EF4-FFF2-40B4-BE49-F238E27FC236}">
                <a16:creationId xmlns:a16="http://schemas.microsoft.com/office/drawing/2014/main" id="{F3FF0D5D-1F65-4554-A1E0-6E8EF6A1EB26}"/>
              </a:ext>
            </a:extLst>
          </p:cNvPr>
          <p:cNvSpPr>
            <a:spLocks noGrp="1"/>
          </p:cNvSpPr>
          <p:nvPr/>
        </p:nvSpPr>
        <p:spPr>
          <a:xfrm>
            <a:off x="619125" y="2476500"/>
            <a:ext cx="7048500" cy="742950"/>
          </a:xfrm>
          <a:prstGeom prst="rect">
            <a:avLst/>
          </a:prstGeom>
          <a:noFill/>
          <a:ln w="0">
            <a:noFill/>
          </a:ln>
        </p:spPr>
        <p:txBody>
          <a:bodyPr wrap="square" lIns="0" tIns="0" rIns="0" bIns="0" anchor="t">
            <a:noAutofit/>
          </a:bodyPr>
          <a:lstStyle>
            <a:defPPr algn="r">
              <a:defRPr sz="2475" b="0">
                <a:solidFill>
                  <a:srgbClr val="F7F7F7"/>
                </a:solidFill>
                <a:latin typeface="Arial"/>
                <a:ea typeface="Arial"/>
                <a:cs typeface="Arial"/>
              </a:defRPr>
            </a:defPPr>
            <a:lvl1pPr algn="r">
              <a:defRPr sz="2475" b="0">
                <a:solidFill>
                  <a:srgbClr val="F7F7F7"/>
                </a:solidFill>
                <a:latin typeface="Arial"/>
                <a:ea typeface="Arial"/>
                <a:cs typeface="Arial"/>
              </a:defRPr>
            </a:lvl1pPr>
            <a:lvl2pPr algn="r">
              <a:defRPr sz="2475" b="0">
                <a:solidFill>
                  <a:srgbClr val="F7F7F7"/>
                </a:solidFill>
                <a:latin typeface="Arial"/>
                <a:ea typeface="Arial"/>
                <a:cs typeface="Arial"/>
              </a:defRPr>
            </a:lvl2pPr>
            <a:lvl3pPr algn="r">
              <a:defRPr sz="2475" b="0">
                <a:solidFill>
                  <a:srgbClr val="F7F7F7"/>
                </a:solidFill>
                <a:latin typeface="Arial"/>
                <a:ea typeface="Arial"/>
                <a:cs typeface="Arial"/>
              </a:defRPr>
            </a:lvl3pPr>
            <a:lvl4pPr algn="r">
              <a:defRPr sz="2475" b="0">
                <a:solidFill>
                  <a:srgbClr val="F7F7F7"/>
                </a:solidFill>
                <a:latin typeface="Arial"/>
                <a:ea typeface="Arial"/>
                <a:cs typeface="Arial"/>
              </a:defRPr>
            </a:lvl4pPr>
            <a:lvl5pPr algn="r">
              <a:defRPr sz="2475" b="0">
                <a:solidFill>
                  <a:srgbClr val="F7F7F7"/>
                </a:solidFill>
                <a:latin typeface="Arial"/>
                <a:ea typeface="Arial"/>
                <a:cs typeface="Arial"/>
              </a:defRPr>
            </a:lvl5pPr>
            <a:lvl6pPr algn="r">
              <a:defRPr sz="2475" b="0">
                <a:solidFill>
                  <a:srgbClr val="F7F7F7"/>
                </a:solidFill>
                <a:latin typeface="Arial"/>
                <a:ea typeface="Arial"/>
                <a:cs typeface="Arial"/>
              </a:defRPr>
            </a:lvl6pPr>
            <a:lvl7pPr algn="r">
              <a:defRPr sz="2475" b="0">
                <a:solidFill>
                  <a:srgbClr val="F7F7F7"/>
                </a:solidFill>
                <a:latin typeface="Arial"/>
                <a:ea typeface="Arial"/>
                <a:cs typeface="Arial"/>
              </a:defRPr>
            </a:lvl7pPr>
            <a:lvl8pPr algn="r">
              <a:defRPr sz="2475" b="0">
                <a:solidFill>
                  <a:srgbClr val="F7F7F7"/>
                </a:solidFill>
                <a:latin typeface="Arial"/>
                <a:ea typeface="Arial"/>
                <a:cs typeface="Arial"/>
              </a:defRPr>
            </a:lvl8pPr>
            <a:lvl9pPr algn="r">
              <a:defRPr sz="2475" b="0">
                <a:solidFill>
                  <a:srgbClr val="F7F7F7"/>
                </a:solidFill>
                <a:latin typeface="Arial"/>
                <a:ea typeface="Arial"/>
                <a:cs typeface="Arial"/>
              </a:defRPr>
            </a:lvl9pPr>
          </a:lstStyle>
          <a:p>
            <a:pPr algn="r" rtl="1">
              <a:lnSpc>
                <a:spcPct val="108000"/>
              </a:lnSpc>
              <a:buNone/>
              <a:defRPr sz="2475" b="0">
                <a:solidFill>
                  <a:srgbClr val="F7F7F7"/>
                </a:solidFill>
                <a:latin typeface="Arial"/>
                <a:ea typeface="Arial"/>
                <a:cs typeface="Arial"/>
              </a:defRPr>
            </a:pPr>
            <a:r>
              <a:rPr lang="he-IL" sz="2475" b="0">
                <a:solidFill>
                  <a:srgbClr val="F7F7F7"/>
                </a:solidFill>
                <a:latin typeface="Arial"/>
                <a:ea typeface="Arial"/>
                <a:cs typeface="Arial"/>
              </a:rPr>
              <a:t>מאגר בארגון + תבנית Unity</a:t>
            </a:r>
          </a:p>
        </p:txBody>
      </p:sp>
      <p:sp>
        <p:nvSpPr>
          <p:cNvPr id="9" name="text-673">
            <a:extLst>
              <a:ext uri="{FF2B5EF4-FFF2-40B4-BE49-F238E27FC236}">
                <a16:creationId xmlns:a16="http://schemas.microsoft.com/office/drawing/2014/main" id="{1BDA3BF6-B763-43A0-9505-AEE95DCDF6F6}"/>
              </a:ext>
            </a:extLst>
          </p:cNvPr>
          <p:cNvSpPr>
            <a:spLocks noGrp="1"/>
          </p:cNvSpPr>
          <p:nvPr/>
        </p:nvSpPr>
        <p:spPr>
          <a:xfrm>
            <a:off x="619125" y="2533650"/>
            <a:ext cx="2190750" cy="428625"/>
          </a:xfrm>
          <a:prstGeom prst="rect">
            <a:avLst/>
          </a:prstGeom>
          <a:noFill/>
          <a:ln w="0">
            <a:noFill/>
          </a:ln>
        </p:spPr>
        <p:txBody>
          <a:bodyPr wrap="none" lIns="0" tIns="0" rIns="0" bIns="0" anchor="t">
            <a:noAutofit/>
          </a:bodyPr>
          <a:lstStyle>
            <a:defPPr algn="l">
              <a:defRPr sz="2175" b="0">
                <a:solidFill>
                  <a:srgbClr val="42AFFA"/>
                </a:solidFill>
                <a:latin typeface="Consolas"/>
                <a:ea typeface="Consolas"/>
                <a:cs typeface="Consolas"/>
              </a:defRPr>
            </a:defPPr>
            <a:lvl1pPr algn="l">
              <a:defRPr sz="2175" b="0">
                <a:solidFill>
                  <a:srgbClr val="42AFFA"/>
                </a:solidFill>
                <a:latin typeface="Consolas"/>
                <a:ea typeface="Consolas"/>
                <a:cs typeface="Consolas"/>
              </a:defRPr>
            </a:lvl1pPr>
            <a:lvl2pPr algn="l">
              <a:defRPr sz="2175" b="0">
                <a:solidFill>
                  <a:srgbClr val="42AFFA"/>
                </a:solidFill>
                <a:latin typeface="Consolas"/>
                <a:ea typeface="Consolas"/>
                <a:cs typeface="Consolas"/>
              </a:defRPr>
            </a:lvl2pPr>
            <a:lvl3pPr algn="l">
              <a:defRPr sz="2175" b="0">
                <a:solidFill>
                  <a:srgbClr val="42AFFA"/>
                </a:solidFill>
                <a:latin typeface="Consolas"/>
                <a:ea typeface="Consolas"/>
                <a:cs typeface="Consolas"/>
              </a:defRPr>
            </a:lvl3pPr>
            <a:lvl4pPr algn="l">
              <a:defRPr sz="2175" b="0">
                <a:solidFill>
                  <a:srgbClr val="42AFFA"/>
                </a:solidFill>
                <a:latin typeface="Consolas"/>
                <a:ea typeface="Consolas"/>
                <a:cs typeface="Consolas"/>
              </a:defRPr>
            </a:lvl4pPr>
            <a:lvl5pPr algn="l">
              <a:defRPr sz="2175" b="0">
                <a:solidFill>
                  <a:srgbClr val="42AFFA"/>
                </a:solidFill>
                <a:latin typeface="Consolas"/>
                <a:ea typeface="Consolas"/>
                <a:cs typeface="Consolas"/>
              </a:defRPr>
            </a:lvl5pPr>
            <a:lvl6pPr algn="l">
              <a:defRPr sz="2175" b="0">
                <a:solidFill>
                  <a:srgbClr val="42AFFA"/>
                </a:solidFill>
                <a:latin typeface="Consolas"/>
                <a:ea typeface="Consolas"/>
                <a:cs typeface="Consolas"/>
              </a:defRPr>
            </a:lvl6pPr>
            <a:lvl7pPr algn="l">
              <a:defRPr sz="2175" b="0">
                <a:solidFill>
                  <a:srgbClr val="42AFFA"/>
                </a:solidFill>
                <a:latin typeface="Consolas"/>
                <a:ea typeface="Consolas"/>
                <a:cs typeface="Consolas"/>
              </a:defRPr>
            </a:lvl7pPr>
            <a:lvl8pPr algn="l">
              <a:defRPr sz="2175" b="0">
                <a:solidFill>
                  <a:srgbClr val="42AFFA"/>
                </a:solidFill>
                <a:latin typeface="Consolas"/>
                <a:ea typeface="Consolas"/>
                <a:cs typeface="Consolas"/>
              </a:defRPr>
            </a:lvl8pPr>
            <a:lvl9pPr algn="l">
              <a:defRPr sz="2175" b="0">
                <a:solidFill>
                  <a:srgbClr val="42AFFA"/>
                </a:solidFill>
                <a:latin typeface="Consolas"/>
                <a:ea typeface="Consolas"/>
                <a:cs typeface="Consolas"/>
              </a:defRPr>
            </a:lvl9pPr>
          </a:lstStyle>
          <a:p>
            <a:pPr algn="l" rtl="0">
              <a:lnSpc>
                <a:spcPct val="108000"/>
              </a:lnSpc>
              <a:buNone/>
              <a:defRPr sz="2175" b="0">
                <a:solidFill>
                  <a:srgbClr val="42AFFA"/>
                </a:solidFill>
                <a:latin typeface="Consolas"/>
                <a:ea typeface="Consolas"/>
                <a:cs typeface="Consolas"/>
              </a:defRPr>
            </a:pPr>
            <a:r>
              <a:rPr lang="en-US" sz="2175" b="0">
                <a:solidFill>
                  <a:srgbClr val="42AFFA"/>
                </a:solidFill>
                <a:latin typeface="Consolas"/>
                <a:ea typeface="Consolas"/>
                <a:cs typeface="Consolas"/>
              </a:rPr>
              <a:t>.gitignore</a:t>
            </a:r>
          </a:p>
        </p:txBody>
      </p:sp>
      <p:sp>
        <p:nvSpPr>
          <p:cNvPr id="10" name="line-674">
            <a:extLst>
              <a:ext uri="{FF2B5EF4-FFF2-40B4-BE49-F238E27FC236}">
                <a16:creationId xmlns:a16="http://schemas.microsoft.com/office/drawing/2014/main" id="{DED62D31-944E-49F9-82CA-4D4ABFCB95BD}"/>
              </a:ext>
            </a:extLst>
          </p:cNvPr>
          <p:cNvSpPr>
            <a:spLocks noGrp="1"/>
          </p:cNvSpPr>
          <p:nvPr/>
        </p:nvSpPr>
        <p:spPr>
          <a:xfrm>
            <a:off x="8191500" y="1885950"/>
            <a:ext cx="9525" cy="495300"/>
          </a:xfrm>
          <a:custGeom>
            <a:avLst/>
            <a:gdLst/>
            <a:ahLst/>
            <a:cxnLst/>
            <a:rect l="0" t="0" r="0" b="0"/>
            <a:pathLst>
              <a:path w="9525" h="495300">
                <a:moveTo>
                  <a:pt x="0" y="0"/>
                </a:moveTo>
                <a:lnTo>
                  <a:pt x="0" y="495300"/>
                </a:lnTo>
              </a:path>
            </a:pathLst>
          </a:custGeom>
          <a:noFill/>
          <a:ln w="28575">
            <a:solidFill>
              <a:srgbClr val="B7BBC2"/>
            </a:solidFill>
          </a:ln>
        </p:spPr>
      </p:sp>
      <p:sp>
        <p:nvSpPr>
          <p:cNvPr id="11" name="line-675">
            <a:extLst>
              <a:ext uri="{FF2B5EF4-FFF2-40B4-BE49-F238E27FC236}">
                <a16:creationId xmlns:a16="http://schemas.microsoft.com/office/drawing/2014/main" id="{828E73EB-894D-48BA-9515-CF308605CEBE}"/>
              </a:ext>
            </a:extLst>
          </p:cNvPr>
          <p:cNvSpPr>
            <a:spLocks noGrp="1"/>
          </p:cNvSpPr>
          <p:nvPr/>
        </p:nvSpPr>
        <p:spPr>
          <a:xfrm>
            <a:off x="8131757" y="2283806"/>
            <a:ext cx="59743" cy="97444"/>
          </a:xfrm>
          <a:custGeom>
            <a:avLst/>
            <a:gdLst/>
            <a:ahLst/>
            <a:cxnLst/>
            <a:rect l="0" t="0" r="0" b="0"/>
            <a:pathLst>
              <a:path w="59743" h="97444">
                <a:moveTo>
                  <a:pt x="59743" y="97444"/>
                </a:moveTo>
                <a:lnTo>
                  <a:pt x="0" y="0"/>
                </a:lnTo>
              </a:path>
            </a:pathLst>
          </a:custGeom>
          <a:noFill/>
          <a:ln w="28575">
            <a:solidFill>
              <a:srgbClr val="B7BBC2"/>
            </a:solidFill>
          </a:ln>
        </p:spPr>
      </p:sp>
      <p:sp>
        <p:nvSpPr>
          <p:cNvPr id="12" name="line-676">
            <a:extLst>
              <a:ext uri="{FF2B5EF4-FFF2-40B4-BE49-F238E27FC236}">
                <a16:creationId xmlns:a16="http://schemas.microsoft.com/office/drawing/2014/main" id="{284A0F7A-23D8-4960-9989-96064B9CE7C1}"/>
              </a:ext>
            </a:extLst>
          </p:cNvPr>
          <p:cNvSpPr>
            <a:spLocks noGrp="1"/>
          </p:cNvSpPr>
          <p:nvPr/>
        </p:nvSpPr>
        <p:spPr>
          <a:xfrm>
            <a:off x="8191500" y="2283806"/>
            <a:ext cx="59743" cy="97444"/>
          </a:xfrm>
          <a:custGeom>
            <a:avLst/>
            <a:gdLst/>
            <a:ahLst/>
            <a:cxnLst/>
            <a:rect l="0" t="0" r="0" b="0"/>
            <a:pathLst>
              <a:path w="59743" h="97444">
                <a:moveTo>
                  <a:pt x="0" y="97444"/>
                </a:moveTo>
                <a:lnTo>
                  <a:pt x="59743" y="0"/>
                </a:lnTo>
              </a:path>
            </a:pathLst>
          </a:custGeom>
          <a:noFill/>
          <a:ln w="28575">
            <a:solidFill>
              <a:srgbClr val="B7BBC2"/>
            </a:solidFill>
          </a:ln>
        </p:spPr>
      </p:sp>
      <p:sp>
        <p:nvSpPr>
          <p:cNvPr id="13" name="shape-677">
            <a:extLst>
              <a:ext uri="{FF2B5EF4-FFF2-40B4-BE49-F238E27FC236}">
                <a16:creationId xmlns:a16="http://schemas.microsoft.com/office/drawing/2014/main" id="{6B625914-78D4-44D1-9034-F6BBD1251E16}"/>
              </a:ext>
            </a:extLst>
          </p:cNvPr>
          <p:cNvSpPr>
            <a:spLocks noGrp="1"/>
          </p:cNvSpPr>
          <p:nvPr/>
        </p:nvSpPr>
        <p:spPr>
          <a:xfrm>
            <a:off x="7991475" y="3600450"/>
            <a:ext cx="400050" cy="400050"/>
          </a:xfrm>
          <a:prstGeom prst="ellipse">
            <a:avLst/>
          </a:prstGeom>
          <a:solidFill>
            <a:srgbClr val="8888FF"/>
          </a:solidFill>
          <a:ln w="0">
            <a:noFill/>
          </a:ln>
        </p:spPr>
      </p:sp>
      <p:sp>
        <p:nvSpPr>
          <p:cNvPr id="14" name="text-678">
            <a:extLst>
              <a:ext uri="{FF2B5EF4-FFF2-40B4-BE49-F238E27FC236}">
                <a16:creationId xmlns:a16="http://schemas.microsoft.com/office/drawing/2014/main" id="{449BA838-0AC6-470E-A716-211E9B48CDA6}"/>
              </a:ext>
            </a:extLst>
          </p:cNvPr>
          <p:cNvSpPr>
            <a:spLocks noGrp="1"/>
          </p:cNvSpPr>
          <p:nvPr/>
        </p:nvSpPr>
        <p:spPr>
          <a:xfrm>
            <a:off x="8029575" y="3609975"/>
            <a:ext cx="333375" cy="381000"/>
          </a:xfrm>
          <a:prstGeom prst="rect">
            <a:avLst/>
          </a:prstGeom>
          <a:noFill/>
          <a:ln w="0">
            <a:noFill/>
          </a:ln>
        </p:spPr>
        <p:txBody>
          <a:bodyPr wrap="square" lIns="0" tIns="0" rIns="0" bIns="0" anchor="t">
            <a:noAutofit/>
          </a:bodyPr>
          <a:lstStyle>
            <a:defPPr algn="ctr">
              <a:defRPr sz="2025" b="1">
                <a:solidFill>
                  <a:srgbClr val="191919"/>
                </a:solidFill>
                <a:latin typeface="Arial"/>
                <a:ea typeface="Arial"/>
                <a:cs typeface="Arial"/>
              </a:defRPr>
            </a:defPPr>
            <a:lvl1pPr algn="ctr">
              <a:defRPr sz="2025" b="1">
                <a:solidFill>
                  <a:srgbClr val="191919"/>
                </a:solidFill>
                <a:latin typeface="Arial"/>
                <a:ea typeface="Arial"/>
                <a:cs typeface="Arial"/>
              </a:defRPr>
            </a:lvl1pPr>
            <a:lvl2pPr algn="ctr">
              <a:defRPr sz="2025" b="1">
                <a:solidFill>
                  <a:srgbClr val="191919"/>
                </a:solidFill>
                <a:latin typeface="Arial"/>
                <a:ea typeface="Arial"/>
                <a:cs typeface="Arial"/>
              </a:defRPr>
            </a:lvl2pPr>
            <a:lvl3pPr algn="ctr">
              <a:defRPr sz="2025" b="1">
                <a:solidFill>
                  <a:srgbClr val="191919"/>
                </a:solidFill>
                <a:latin typeface="Arial"/>
                <a:ea typeface="Arial"/>
                <a:cs typeface="Arial"/>
              </a:defRPr>
            </a:lvl3pPr>
            <a:lvl4pPr algn="ctr">
              <a:defRPr sz="2025" b="1">
                <a:solidFill>
                  <a:srgbClr val="191919"/>
                </a:solidFill>
                <a:latin typeface="Arial"/>
                <a:ea typeface="Arial"/>
                <a:cs typeface="Arial"/>
              </a:defRPr>
            </a:lvl4pPr>
            <a:lvl5pPr algn="ctr">
              <a:defRPr sz="2025" b="1">
                <a:solidFill>
                  <a:srgbClr val="191919"/>
                </a:solidFill>
                <a:latin typeface="Arial"/>
                <a:ea typeface="Arial"/>
                <a:cs typeface="Arial"/>
              </a:defRPr>
            </a:lvl5pPr>
            <a:lvl6pPr algn="ctr">
              <a:defRPr sz="2025" b="1">
                <a:solidFill>
                  <a:srgbClr val="191919"/>
                </a:solidFill>
                <a:latin typeface="Arial"/>
                <a:ea typeface="Arial"/>
                <a:cs typeface="Arial"/>
              </a:defRPr>
            </a:lvl6pPr>
            <a:lvl7pPr algn="ctr">
              <a:defRPr sz="2025" b="1">
                <a:solidFill>
                  <a:srgbClr val="191919"/>
                </a:solidFill>
                <a:latin typeface="Arial"/>
                <a:ea typeface="Arial"/>
                <a:cs typeface="Arial"/>
              </a:defRPr>
            </a:lvl7pPr>
            <a:lvl8pPr algn="ctr">
              <a:defRPr sz="2025" b="1">
                <a:solidFill>
                  <a:srgbClr val="191919"/>
                </a:solidFill>
                <a:latin typeface="Arial"/>
                <a:ea typeface="Arial"/>
                <a:cs typeface="Arial"/>
              </a:defRPr>
            </a:lvl8pPr>
            <a:lvl9pPr algn="ctr">
              <a:defRPr sz="2025" b="1">
                <a:solidFill>
                  <a:srgbClr val="191919"/>
                </a:solidFill>
                <a:latin typeface="Arial"/>
                <a:ea typeface="Arial"/>
                <a:cs typeface="Arial"/>
              </a:defRPr>
            </a:lvl9pPr>
          </a:lstStyle>
          <a:p>
            <a:pPr algn="ctr" rtl="0">
              <a:lnSpc>
                <a:spcPct val="108000"/>
              </a:lnSpc>
              <a:buNone/>
              <a:defRPr sz="2025" b="1">
                <a:solidFill>
                  <a:srgbClr val="191919"/>
                </a:solidFill>
                <a:latin typeface="Arial"/>
                <a:ea typeface="Arial"/>
                <a:cs typeface="Arial"/>
              </a:defRPr>
            </a:pPr>
            <a:r>
              <a:rPr lang="en-US" sz="2025" b="1">
                <a:solidFill>
                  <a:srgbClr val="191919"/>
                </a:solidFill>
                <a:latin typeface="Arial"/>
                <a:ea typeface="Arial"/>
                <a:cs typeface="Arial"/>
              </a:rPr>
              <a:t>3</a:t>
            </a:r>
          </a:p>
        </p:txBody>
      </p:sp>
      <p:sp>
        <p:nvSpPr>
          <p:cNvPr id="15" name="text-679">
            <a:extLst>
              <a:ext uri="{FF2B5EF4-FFF2-40B4-BE49-F238E27FC236}">
                <a16:creationId xmlns:a16="http://schemas.microsoft.com/office/drawing/2014/main" id="{69F0A9D1-7B35-4A33-89FD-F02EE3583D2F}"/>
              </a:ext>
            </a:extLst>
          </p:cNvPr>
          <p:cNvSpPr>
            <a:spLocks noGrp="1"/>
          </p:cNvSpPr>
          <p:nvPr/>
        </p:nvSpPr>
        <p:spPr>
          <a:xfrm>
            <a:off x="619125" y="3571875"/>
            <a:ext cx="7048500" cy="742950"/>
          </a:xfrm>
          <a:prstGeom prst="rect">
            <a:avLst/>
          </a:prstGeom>
          <a:noFill/>
          <a:ln w="0">
            <a:noFill/>
          </a:ln>
        </p:spPr>
        <p:txBody>
          <a:bodyPr wrap="square" lIns="0" tIns="0" rIns="0" bIns="0" anchor="t">
            <a:noAutofit/>
          </a:bodyPr>
          <a:lstStyle>
            <a:defPPr algn="r">
              <a:defRPr sz="2475" b="0">
                <a:solidFill>
                  <a:srgbClr val="F7F7F7"/>
                </a:solidFill>
                <a:latin typeface="Arial"/>
                <a:ea typeface="Arial"/>
                <a:cs typeface="Arial"/>
              </a:defRPr>
            </a:defPPr>
            <a:lvl1pPr algn="r">
              <a:defRPr sz="2475" b="0">
                <a:solidFill>
                  <a:srgbClr val="F7F7F7"/>
                </a:solidFill>
                <a:latin typeface="Arial"/>
                <a:ea typeface="Arial"/>
                <a:cs typeface="Arial"/>
              </a:defRPr>
            </a:lvl1pPr>
            <a:lvl2pPr algn="r">
              <a:defRPr sz="2475" b="0">
                <a:solidFill>
                  <a:srgbClr val="F7F7F7"/>
                </a:solidFill>
                <a:latin typeface="Arial"/>
                <a:ea typeface="Arial"/>
                <a:cs typeface="Arial"/>
              </a:defRPr>
            </a:lvl2pPr>
            <a:lvl3pPr algn="r">
              <a:defRPr sz="2475" b="0">
                <a:solidFill>
                  <a:srgbClr val="F7F7F7"/>
                </a:solidFill>
                <a:latin typeface="Arial"/>
                <a:ea typeface="Arial"/>
                <a:cs typeface="Arial"/>
              </a:defRPr>
            </a:lvl3pPr>
            <a:lvl4pPr algn="r">
              <a:defRPr sz="2475" b="0">
                <a:solidFill>
                  <a:srgbClr val="F7F7F7"/>
                </a:solidFill>
                <a:latin typeface="Arial"/>
                <a:ea typeface="Arial"/>
                <a:cs typeface="Arial"/>
              </a:defRPr>
            </a:lvl4pPr>
            <a:lvl5pPr algn="r">
              <a:defRPr sz="2475" b="0">
                <a:solidFill>
                  <a:srgbClr val="F7F7F7"/>
                </a:solidFill>
                <a:latin typeface="Arial"/>
                <a:ea typeface="Arial"/>
                <a:cs typeface="Arial"/>
              </a:defRPr>
            </a:lvl5pPr>
            <a:lvl6pPr algn="r">
              <a:defRPr sz="2475" b="0">
                <a:solidFill>
                  <a:srgbClr val="F7F7F7"/>
                </a:solidFill>
                <a:latin typeface="Arial"/>
                <a:ea typeface="Arial"/>
                <a:cs typeface="Arial"/>
              </a:defRPr>
            </a:lvl6pPr>
            <a:lvl7pPr algn="r">
              <a:defRPr sz="2475" b="0">
                <a:solidFill>
                  <a:srgbClr val="F7F7F7"/>
                </a:solidFill>
                <a:latin typeface="Arial"/>
                <a:ea typeface="Arial"/>
                <a:cs typeface="Arial"/>
              </a:defRPr>
            </a:lvl7pPr>
            <a:lvl8pPr algn="r">
              <a:defRPr sz="2475" b="0">
                <a:solidFill>
                  <a:srgbClr val="F7F7F7"/>
                </a:solidFill>
                <a:latin typeface="Arial"/>
                <a:ea typeface="Arial"/>
                <a:cs typeface="Arial"/>
              </a:defRPr>
            </a:lvl8pPr>
            <a:lvl9pPr algn="r">
              <a:defRPr sz="2475" b="0">
                <a:solidFill>
                  <a:srgbClr val="F7F7F7"/>
                </a:solidFill>
                <a:latin typeface="Arial"/>
                <a:ea typeface="Arial"/>
                <a:cs typeface="Arial"/>
              </a:defRPr>
            </a:lvl9pPr>
          </a:lstStyle>
          <a:p>
            <a:pPr algn="r" rtl="1">
              <a:lnSpc>
                <a:spcPct val="108000"/>
              </a:lnSpc>
              <a:buNone/>
              <a:defRPr sz="2475" b="0">
                <a:solidFill>
                  <a:srgbClr val="F7F7F7"/>
                </a:solidFill>
                <a:latin typeface="Arial"/>
                <a:ea typeface="Arial"/>
                <a:cs typeface="Arial"/>
              </a:defRPr>
            </a:pPr>
            <a:r>
              <a:rPr lang="he-IL" sz="2475" b="0">
                <a:solidFill>
                  <a:srgbClr val="F7F7F7"/>
                </a:solidFill>
                <a:latin typeface="Arial"/>
                <a:ea typeface="Arial"/>
                <a:cs typeface="Arial"/>
              </a:rPr>
              <a:t>Clone + יצירת פרויקט Unity בתוכו</a:t>
            </a:r>
          </a:p>
        </p:txBody>
      </p:sp>
      <p:sp>
        <p:nvSpPr>
          <p:cNvPr id="16" name="line-680">
            <a:extLst>
              <a:ext uri="{FF2B5EF4-FFF2-40B4-BE49-F238E27FC236}">
                <a16:creationId xmlns:a16="http://schemas.microsoft.com/office/drawing/2014/main" id="{346F9F9D-20BA-45B8-8665-C847CB819C1F}"/>
              </a:ext>
            </a:extLst>
          </p:cNvPr>
          <p:cNvSpPr>
            <a:spLocks noGrp="1"/>
          </p:cNvSpPr>
          <p:nvPr/>
        </p:nvSpPr>
        <p:spPr>
          <a:xfrm>
            <a:off x="8191500" y="2981325"/>
            <a:ext cx="9525" cy="495300"/>
          </a:xfrm>
          <a:custGeom>
            <a:avLst/>
            <a:gdLst/>
            <a:ahLst/>
            <a:cxnLst/>
            <a:rect l="0" t="0" r="0" b="0"/>
            <a:pathLst>
              <a:path w="9525" h="495300">
                <a:moveTo>
                  <a:pt x="0" y="0"/>
                </a:moveTo>
                <a:lnTo>
                  <a:pt x="0" y="495300"/>
                </a:lnTo>
              </a:path>
            </a:pathLst>
          </a:custGeom>
          <a:noFill/>
          <a:ln w="28575">
            <a:solidFill>
              <a:srgbClr val="B7BBC2"/>
            </a:solidFill>
          </a:ln>
        </p:spPr>
      </p:sp>
      <p:sp>
        <p:nvSpPr>
          <p:cNvPr id="17" name="line-681">
            <a:extLst>
              <a:ext uri="{FF2B5EF4-FFF2-40B4-BE49-F238E27FC236}">
                <a16:creationId xmlns:a16="http://schemas.microsoft.com/office/drawing/2014/main" id="{DE66179B-5E92-41F7-9363-807565A2F355}"/>
              </a:ext>
            </a:extLst>
          </p:cNvPr>
          <p:cNvSpPr>
            <a:spLocks noGrp="1"/>
          </p:cNvSpPr>
          <p:nvPr/>
        </p:nvSpPr>
        <p:spPr>
          <a:xfrm>
            <a:off x="8131757" y="3379181"/>
            <a:ext cx="59743" cy="97444"/>
          </a:xfrm>
          <a:custGeom>
            <a:avLst/>
            <a:gdLst/>
            <a:ahLst/>
            <a:cxnLst/>
            <a:rect l="0" t="0" r="0" b="0"/>
            <a:pathLst>
              <a:path w="59743" h="97444">
                <a:moveTo>
                  <a:pt x="59743" y="97444"/>
                </a:moveTo>
                <a:lnTo>
                  <a:pt x="0" y="0"/>
                </a:lnTo>
              </a:path>
            </a:pathLst>
          </a:custGeom>
          <a:noFill/>
          <a:ln w="28575">
            <a:solidFill>
              <a:srgbClr val="B7BBC2"/>
            </a:solidFill>
          </a:ln>
        </p:spPr>
      </p:sp>
      <p:sp>
        <p:nvSpPr>
          <p:cNvPr id="18" name="line-682">
            <a:extLst>
              <a:ext uri="{FF2B5EF4-FFF2-40B4-BE49-F238E27FC236}">
                <a16:creationId xmlns:a16="http://schemas.microsoft.com/office/drawing/2014/main" id="{F39AA28A-FFB2-4997-85EE-C999178AB655}"/>
              </a:ext>
            </a:extLst>
          </p:cNvPr>
          <p:cNvSpPr>
            <a:spLocks noGrp="1"/>
          </p:cNvSpPr>
          <p:nvPr/>
        </p:nvSpPr>
        <p:spPr>
          <a:xfrm>
            <a:off x="8191500" y="3379181"/>
            <a:ext cx="59743" cy="97444"/>
          </a:xfrm>
          <a:custGeom>
            <a:avLst/>
            <a:gdLst/>
            <a:ahLst/>
            <a:cxnLst/>
            <a:rect l="0" t="0" r="0" b="0"/>
            <a:pathLst>
              <a:path w="59743" h="97444">
                <a:moveTo>
                  <a:pt x="0" y="97444"/>
                </a:moveTo>
                <a:lnTo>
                  <a:pt x="59743" y="0"/>
                </a:lnTo>
              </a:path>
            </a:pathLst>
          </a:custGeom>
          <a:noFill/>
          <a:ln w="28575">
            <a:solidFill>
              <a:srgbClr val="B7BBC2"/>
            </a:solidFill>
          </a:ln>
        </p:spPr>
      </p:sp>
      <p:sp>
        <p:nvSpPr>
          <p:cNvPr id="19" name="shape-683">
            <a:extLst>
              <a:ext uri="{FF2B5EF4-FFF2-40B4-BE49-F238E27FC236}">
                <a16:creationId xmlns:a16="http://schemas.microsoft.com/office/drawing/2014/main" id="{57B7642A-9D00-4F26-9097-05BD9126BE0C}"/>
              </a:ext>
            </a:extLst>
          </p:cNvPr>
          <p:cNvSpPr>
            <a:spLocks noGrp="1"/>
          </p:cNvSpPr>
          <p:nvPr/>
        </p:nvSpPr>
        <p:spPr>
          <a:xfrm>
            <a:off x="7991475" y="4695825"/>
            <a:ext cx="400050" cy="400050"/>
          </a:xfrm>
          <a:prstGeom prst="ellipse">
            <a:avLst/>
          </a:prstGeom>
          <a:solidFill>
            <a:srgbClr val="88FF88"/>
          </a:solidFill>
          <a:ln w="0">
            <a:noFill/>
          </a:ln>
        </p:spPr>
      </p:sp>
      <p:sp>
        <p:nvSpPr>
          <p:cNvPr id="20" name="text-684">
            <a:extLst>
              <a:ext uri="{FF2B5EF4-FFF2-40B4-BE49-F238E27FC236}">
                <a16:creationId xmlns:a16="http://schemas.microsoft.com/office/drawing/2014/main" id="{33B81A9D-4DF5-47FD-ACF1-47F4B100C977}"/>
              </a:ext>
            </a:extLst>
          </p:cNvPr>
          <p:cNvSpPr>
            <a:spLocks noGrp="1"/>
          </p:cNvSpPr>
          <p:nvPr/>
        </p:nvSpPr>
        <p:spPr>
          <a:xfrm>
            <a:off x="8029575" y="4705350"/>
            <a:ext cx="333375" cy="381000"/>
          </a:xfrm>
          <a:prstGeom prst="rect">
            <a:avLst/>
          </a:prstGeom>
          <a:noFill/>
          <a:ln w="0">
            <a:noFill/>
          </a:ln>
        </p:spPr>
        <p:txBody>
          <a:bodyPr wrap="square" lIns="0" tIns="0" rIns="0" bIns="0" anchor="t">
            <a:noAutofit/>
          </a:bodyPr>
          <a:lstStyle>
            <a:defPPr algn="ctr">
              <a:defRPr sz="2025" b="1">
                <a:solidFill>
                  <a:srgbClr val="191919"/>
                </a:solidFill>
                <a:latin typeface="Arial"/>
                <a:ea typeface="Arial"/>
                <a:cs typeface="Arial"/>
              </a:defRPr>
            </a:defPPr>
            <a:lvl1pPr algn="ctr">
              <a:defRPr sz="2025" b="1">
                <a:solidFill>
                  <a:srgbClr val="191919"/>
                </a:solidFill>
                <a:latin typeface="Arial"/>
                <a:ea typeface="Arial"/>
                <a:cs typeface="Arial"/>
              </a:defRPr>
            </a:lvl1pPr>
            <a:lvl2pPr algn="ctr">
              <a:defRPr sz="2025" b="1">
                <a:solidFill>
                  <a:srgbClr val="191919"/>
                </a:solidFill>
                <a:latin typeface="Arial"/>
                <a:ea typeface="Arial"/>
                <a:cs typeface="Arial"/>
              </a:defRPr>
            </a:lvl2pPr>
            <a:lvl3pPr algn="ctr">
              <a:defRPr sz="2025" b="1">
                <a:solidFill>
                  <a:srgbClr val="191919"/>
                </a:solidFill>
                <a:latin typeface="Arial"/>
                <a:ea typeface="Arial"/>
                <a:cs typeface="Arial"/>
              </a:defRPr>
            </a:lvl3pPr>
            <a:lvl4pPr algn="ctr">
              <a:defRPr sz="2025" b="1">
                <a:solidFill>
                  <a:srgbClr val="191919"/>
                </a:solidFill>
                <a:latin typeface="Arial"/>
                <a:ea typeface="Arial"/>
                <a:cs typeface="Arial"/>
              </a:defRPr>
            </a:lvl4pPr>
            <a:lvl5pPr algn="ctr">
              <a:defRPr sz="2025" b="1">
                <a:solidFill>
                  <a:srgbClr val="191919"/>
                </a:solidFill>
                <a:latin typeface="Arial"/>
                <a:ea typeface="Arial"/>
                <a:cs typeface="Arial"/>
              </a:defRPr>
            </a:lvl5pPr>
            <a:lvl6pPr algn="ctr">
              <a:defRPr sz="2025" b="1">
                <a:solidFill>
                  <a:srgbClr val="191919"/>
                </a:solidFill>
                <a:latin typeface="Arial"/>
                <a:ea typeface="Arial"/>
                <a:cs typeface="Arial"/>
              </a:defRPr>
            </a:lvl6pPr>
            <a:lvl7pPr algn="ctr">
              <a:defRPr sz="2025" b="1">
                <a:solidFill>
                  <a:srgbClr val="191919"/>
                </a:solidFill>
                <a:latin typeface="Arial"/>
                <a:ea typeface="Arial"/>
                <a:cs typeface="Arial"/>
              </a:defRPr>
            </a:lvl7pPr>
            <a:lvl8pPr algn="ctr">
              <a:defRPr sz="2025" b="1">
                <a:solidFill>
                  <a:srgbClr val="191919"/>
                </a:solidFill>
                <a:latin typeface="Arial"/>
                <a:ea typeface="Arial"/>
                <a:cs typeface="Arial"/>
              </a:defRPr>
            </a:lvl8pPr>
            <a:lvl9pPr algn="ctr">
              <a:defRPr sz="2025" b="1">
                <a:solidFill>
                  <a:srgbClr val="191919"/>
                </a:solidFill>
                <a:latin typeface="Arial"/>
                <a:ea typeface="Arial"/>
                <a:cs typeface="Arial"/>
              </a:defRPr>
            </a:lvl9pPr>
          </a:lstStyle>
          <a:p>
            <a:pPr algn="ctr" rtl="0">
              <a:lnSpc>
                <a:spcPct val="108000"/>
              </a:lnSpc>
              <a:buNone/>
              <a:defRPr sz="2025" b="1">
                <a:solidFill>
                  <a:srgbClr val="191919"/>
                </a:solidFill>
                <a:latin typeface="Arial"/>
                <a:ea typeface="Arial"/>
                <a:cs typeface="Arial"/>
              </a:defRPr>
            </a:pPr>
            <a:r>
              <a:rPr lang="en-US" sz="2025" b="1">
                <a:solidFill>
                  <a:srgbClr val="191919"/>
                </a:solidFill>
                <a:latin typeface="Arial"/>
                <a:ea typeface="Arial"/>
                <a:cs typeface="Arial"/>
              </a:rPr>
              <a:t>4</a:t>
            </a:r>
          </a:p>
        </p:txBody>
      </p:sp>
      <p:sp>
        <p:nvSpPr>
          <p:cNvPr id="21" name="text-685">
            <a:extLst>
              <a:ext uri="{FF2B5EF4-FFF2-40B4-BE49-F238E27FC236}">
                <a16:creationId xmlns:a16="http://schemas.microsoft.com/office/drawing/2014/main" id="{63C2BDCE-BAA5-4EA5-803A-89744B7A57E0}"/>
              </a:ext>
            </a:extLst>
          </p:cNvPr>
          <p:cNvSpPr>
            <a:spLocks noGrp="1"/>
          </p:cNvSpPr>
          <p:nvPr/>
        </p:nvSpPr>
        <p:spPr>
          <a:xfrm>
            <a:off x="619125" y="4667250"/>
            <a:ext cx="7048500" cy="742950"/>
          </a:xfrm>
          <a:prstGeom prst="rect">
            <a:avLst/>
          </a:prstGeom>
          <a:noFill/>
          <a:ln w="0">
            <a:noFill/>
          </a:ln>
        </p:spPr>
        <p:txBody>
          <a:bodyPr wrap="square" lIns="0" tIns="0" rIns="0" bIns="0" anchor="t">
            <a:noAutofit/>
          </a:bodyPr>
          <a:lstStyle>
            <a:defPPr algn="r">
              <a:defRPr sz="2475" b="0">
                <a:solidFill>
                  <a:srgbClr val="F7F7F7"/>
                </a:solidFill>
                <a:latin typeface="Arial"/>
                <a:ea typeface="Arial"/>
                <a:cs typeface="Arial"/>
              </a:defRPr>
            </a:defPPr>
            <a:lvl1pPr algn="r">
              <a:defRPr sz="2475" b="0">
                <a:solidFill>
                  <a:srgbClr val="F7F7F7"/>
                </a:solidFill>
                <a:latin typeface="Arial"/>
                <a:ea typeface="Arial"/>
                <a:cs typeface="Arial"/>
              </a:defRPr>
            </a:lvl1pPr>
            <a:lvl2pPr algn="r">
              <a:defRPr sz="2475" b="0">
                <a:solidFill>
                  <a:srgbClr val="F7F7F7"/>
                </a:solidFill>
                <a:latin typeface="Arial"/>
                <a:ea typeface="Arial"/>
                <a:cs typeface="Arial"/>
              </a:defRPr>
            </a:lvl2pPr>
            <a:lvl3pPr algn="r">
              <a:defRPr sz="2475" b="0">
                <a:solidFill>
                  <a:srgbClr val="F7F7F7"/>
                </a:solidFill>
                <a:latin typeface="Arial"/>
                <a:ea typeface="Arial"/>
                <a:cs typeface="Arial"/>
              </a:defRPr>
            </a:lvl3pPr>
            <a:lvl4pPr algn="r">
              <a:defRPr sz="2475" b="0">
                <a:solidFill>
                  <a:srgbClr val="F7F7F7"/>
                </a:solidFill>
                <a:latin typeface="Arial"/>
                <a:ea typeface="Arial"/>
                <a:cs typeface="Arial"/>
              </a:defRPr>
            </a:lvl4pPr>
            <a:lvl5pPr algn="r">
              <a:defRPr sz="2475" b="0">
                <a:solidFill>
                  <a:srgbClr val="F7F7F7"/>
                </a:solidFill>
                <a:latin typeface="Arial"/>
                <a:ea typeface="Arial"/>
                <a:cs typeface="Arial"/>
              </a:defRPr>
            </a:lvl5pPr>
            <a:lvl6pPr algn="r">
              <a:defRPr sz="2475" b="0">
                <a:solidFill>
                  <a:srgbClr val="F7F7F7"/>
                </a:solidFill>
                <a:latin typeface="Arial"/>
                <a:ea typeface="Arial"/>
                <a:cs typeface="Arial"/>
              </a:defRPr>
            </a:lvl6pPr>
            <a:lvl7pPr algn="r">
              <a:defRPr sz="2475" b="0">
                <a:solidFill>
                  <a:srgbClr val="F7F7F7"/>
                </a:solidFill>
                <a:latin typeface="Arial"/>
                <a:ea typeface="Arial"/>
                <a:cs typeface="Arial"/>
              </a:defRPr>
            </a:lvl7pPr>
            <a:lvl8pPr algn="r">
              <a:defRPr sz="2475" b="0">
                <a:solidFill>
                  <a:srgbClr val="F7F7F7"/>
                </a:solidFill>
                <a:latin typeface="Arial"/>
                <a:ea typeface="Arial"/>
                <a:cs typeface="Arial"/>
              </a:defRPr>
            </a:lvl8pPr>
            <a:lvl9pPr algn="r">
              <a:defRPr sz="2475" b="0">
                <a:solidFill>
                  <a:srgbClr val="F7F7F7"/>
                </a:solidFill>
                <a:latin typeface="Arial"/>
                <a:ea typeface="Arial"/>
                <a:cs typeface="Arial"/>
              </a:defRPr>
            </a:lvl9pPr>
          </a:lstStyle>
          <a:p>
            <a:pPr algn="r" rtl="1">
              <a:lnSpc>
                <a:spcPct val="108000"/>
              </a:lnSpc>
              <a:buNone/>
              <a:defRPr sz="2475" b="0">
                <a:solidFill>
                  <a:srgbClr val="F7F7F7"/>
                </a:solidFill>
                <a:latin typeface="Arial"/>
                <a:ea typeface="Arial"/>
                <a:cs typeface="Arial"/>
              </a:defRPr>
            </a:pPr>
            <a:r>
              <a:rPr lang="he-IL" sz="2475" b="0">
                <a:solidFill>
                  <a:srgbClr val="F7F7F7"/>
                </a:solidFill>
                <a:latin typeface="Arial"/>
                <a:ea typeface="Arial"/>
                <a:cs typeface="Arial"/>
              </a:rPr>
              <a:t>Commit ראשון + Push</a:t>
            </a:r>
          </a:p>
        </p:txBody>
      </p:sp>
      <p:sp>
        <p:nvSpPr>
          <p:cNvPr id="22" name="line-686">
            <a:extLst>
              <a:ext uri="{FF2B5EF4-FFF2-40B4-BE49-F238E27FC236}">
                <a16:creationId xmlns:a16="http://schemas.microsoft.com/office/drawing/2014/main" id="{36C1A4EF-43CE-44F5-B564-1DAF52FD80F4}"/>
              </a:ext>
            </a:extLst>
          </p:cNvPr>
          <p:cNvSpPr>
            <a:spLocks noGrp="1"/>
          </p:cNvSpPr>
          <p:nvPr/>
        </p:nvSpPr>
        <p:spPr>
          <a:xfrm>
            <a:off x="8191500" y="4076700"/>
            <a:ext cx="9525" cy="495300"/>
          </a:xfrm>
          <a:custGeom>
            <a:avLst/>
            <a:gdLst/>
            <a:ahLst/>
            <a:cxnLst/>
            <a:rect l="0" t="0" r="0" b="0"/>
            <a:pathLst>
              <a:path w="9525" h="495300">
                <a:moveTo>
                  <a:pt x="0" y="0"/>
                </a:moveTo>
                <a:lnTo>
                  <a:pt x="0" y="495300"/>
                </a:lnTo>
              </a:path>
            </a:pathLst>
          </a:custGeom>
          <a:noFill/>
          <a:ln w="28575">
            <a:solidFill>
              <a:srgbClr val="B7BBC2"/>
            </a:solidFill>
          </a:ln>
        </p:spPr>
      </p:sp>
      <p:sp>
        <p:nvSpPr>
          <p:cNvPr id="23" name="line-687">
            <a:extLst>
              <a:ext uri="{FF2B5EF4-FFF2-40B4-BE49-F238E27FC236}">
                <a16:creationId xmlns:a16="http://schemas.microsoft.com/office/drawing/2014/main" id="{21F1A87B-DA2F-4750-BC3A-439A0FD956EB}"/>
              </a:ext>
            </a:extLst>
          </p:cNvPr>
          <p:cNvSpPr>
            <a:spLocks noGrp="1"/>
          </p:cNvSpPr>
          <p:nvPr/>
        </p:nvSpPr>
        <p:spPr>
          <a:xfrm>
            <a:off x="8131757" y="4474556"/>
            <a:ext cx="59743" cy="97444"/>
          </a:xfrm>
          <a:custGeom>
            <a:avLst/>
            <a:gdLst/>
            <a:ahLst/>
            <a:cxnLst/>
            <a:rect l="0" t="0" r="0" b="0"/>
            <a:pathLst>
              <a:path w="59743" h="97444">
                <a:moveTo>
                  <a:pt x="59743" y="97444"/>
                </a:moveTo>
                <a:lnTo>
                  <a:pt x="0" y="0"/>
                </a:lnTo>
              </a:path>
            </a:pathLst>
          </a:custGeom>
          <a:noFill/>
          <a:ln w="28575">
            <a:solidFill>
              <a:srgbClr val="B7BBC2"/>
            </a:solidFill>
          </a:ln>
        </p:spPr>
      </p:sp>
      <p:sp>
        <p:nvSpPr>
          <p:cNvPr id="24" name="line-688">
            <a:extLst>
              <a:ext uri="{FF2B5EF4-FFF2-40B4-BE49-F238E27FC236}">
                <a16:creationId xmlns:a16="http://schemas.microsoft.com/office/drawing/2014/main" id="{24BF49CE-68F6-4829-ACB1-E8D589546723}"/>
              </a:ext>
            </a:extLst>
          </p:cNvPr>
          <p:cNvSpPr>
            <a:spLocks noGrp="1"/>
          </p:cNvSpPr>
          <p:nvPr/>
        </p:nvSpPr>
        <p:spPr>
          <a:xfrm>
            <a:off x="8191500" y="4474556"/>
            <a:ext cx="59743" cy="97444"/>
          </a:xfrm>
          <a:custGeom>
            <a:avLst/>
            <a:gdLst/>
            <a:ahLst/>
            <a:cxnLst/>
            <a:rect l="0" t="0" r="0" b="0"/>
            <a:pathLst>
              <a:path w="59743" h="97444">
                <a:moveTo>
                  <a:pt x="0" y="97444"/>
                </a:moveTo>
                <a:lnTo>
                  <a:pt x="59743" y="0"/>
                </a:lnTo>
              </a:path>
            </a:pathLst>
          </a:custGeom>
          <a:noFill/>
          <a:ln w="28575">
            <a:solidFill>
              <a:srgbClr val="B7BBC2"/>
            </a:solidFill>
          </a:ln>
        </p:spPr>
      </p:sp>
      <p:sp>
        <p:nvSpPr>
          <p:cNvPr id="25" name="text-689">
            <a:extLst>
              <a:ext uri="{FF2B5EF4-FFF2-40B4-BE49-F238E27FC236}">
                <a16:creationId xmlns:a16="http://schemas.microsoft.com/office/drawing/2014/main" id="{FBBEEF52-007C-4D93-B8A5-EA07DDCC9174}"/>
              </a:ext>
            </a:extLst>
          </p:cNvPr>
          <p:cNvSpPr>
            <a:spLocks noGrp="1"/>
          </p:cNvSpPr>
          <p:nvPr/>
        </p:nvSpPr>
        <p:spPr>
          <a:xfrm>
            <a:off x="523875" y="5810250"/>
            <a:ext cx="8096250" cy="428625"/>
          </a:xfrm>
          <a:prstGeom prst="rect">
            <a:avLst/>
          </a:prstGeom>
          <a:noFill/>
          <a:ln w="0">
            <a:noFill/>
          </a:ln>
        </p:spPr>
        <p:txBody>
          <a:bodyPr wrap="square" lIns="0" tIns="0" rIns="0" bIns="0" anchor="t">
            <a:noAutofit/>
          </a:bodyPr>
          <a:lstStyle>
            <a:defPPr algn="r">
              <a:defRPr sz="2550" b="1">
                <a:solidFill>
                  <a:srgbClr val="88FF88"/>
                </a:solidFill>
                <a:latin typeface="Arial"/>
                <a:ea typeface="Arial"/>
                <a:cs typeface="Arial"/>
              </a:defRPr>
            </a:defPPr>
            <a:lvl1pPr algn="r">
              <a:defRPr sz="2550" b="1">
                <a:solidFill>
                  <a:srgbClr val="88FF88"/>
                </a:solidFill>
                <a:latin typeface="Arial"/>
                <a:ea typeface="Arial"/>
                <a:cs typeface="Arial"/>
              </a:defRPr>
            </a:lvl1pPr>
            <a:lvl2pPr algn="r">
              <a:defRPr sz="2550" b="1">
                <a:solidFill>
                  <a:srgbClr val="88FF88"/>
                </a:solidFill>
                <a:latin typeface="Arial"/>
                <a:ea typeface="Arial"/>
                <a:cs typeface="Arial"/>
              </a:defRPr>
            </a:lvl2pPr>
            <a:lvl3pPr algn="r">
              <a:defRPr sz="2550" b="1">
                <a:solidFill>
                  <a:srgbClr val="88FF88"/>
                </a:solidFill>
                <a:latin typeface="Arial"/>
                <a:ea typeface="Arial"/>
                <a:cs typeface="Arial"/>
              </a:defRPr>
            </a:lvl3pPr>
            <a:lvl4pPr algn="r">
              <a:defRPr sz="2550" b="1">
                <a:solidFill>
                  <a:srgbClr val="88FF88"/>
                </a:solidFill>
                <a:latin typeface="Arial"/>
                <a:ea typeface="Arial"/>
                <a:cs typeface="Arial"/>
              </a:defRPr>
            </a:lvl4pPr>
            <a:lvl5pPr algn="r">
              <a:defRPr sz="2550" b="1">
                <a:solidFill>
                  <a:srgbClr val="88FF88"/>
                </a:solidFill>
                <a:latin typeface="Arial"/>
                <a:ea typeface="Arial"/>
                <a:cs typeface="Arial"/>
              </a:defRPr>
            </a:lvl5pPr>
            <a:lvl6pPr algn="r">
              <a:defRPr sz="2550" b="1">
                <a:solidFill>
                  <a:srgbClr val="88FF88"/>
                </a:solidFill>
                <a:latin typeface="Arial"/>
                <a:ea typeface="Arial"/>
                <a:cs typeface="Arial"/>
              </a:defRPr>
            </a:lvl6pPr>
            <a:lvl7pPr algn="r">
              <a:defRPr sz="2550" b="1">
                <a:solidFill>
                  <a:srgbClr val="88FF88"/>
                </a:solidFill>
                <a:latin typeface="Arial"/>
                <a:ea typeface="Arial"/>
                <a:cs typeface="Arial"/>
              </a:defRPr>
            </a:lvl7pPr>
            <a:lvl8pPr algn="r">
              <a:defRPr sz="2550" b="1">
                <a:solidFill>
                  <a:srgbClr val="88FF88"/>
                </a:solidFill>
                <a:latin typeface="Arial"/>
                <a:ea typeface="Arial"/>
                <a:cs typeface="Arial"/>
              </a:defRPr>
            </a:lvl8pPr>
            <a:lvl9pPr algn="r">
              <a:defRPr sz="2550" b="1">
                <a:solidFill>
                  <a:srgbClr val="88FF88"/>
                </a:solidFill>
                <a:latin typeface="Arial"/>
                <a:ea typeface="Arial"/>
                <a:cs typeface="Arial"/>
              </a:defRPr>
            </a:lvl9pPr>
          </a:lstStyle>
          <a:p>
            <a:pPr algn="r" rtl="1">
              <a:lnSpc>
                <a:spcPct val="108000"/>
              </a:lnSpc>
              <a:buNone/>
              <a:defRPr sz="2550" b="1">
                <a:solidFill>
                  <a:srgbClr val="88FF88"/>
                </a:solidFill>
                <a:latin typeface="Arial"/>
                <a:ea typeface="Arial"/>
                <a:cs typeface="Arial"/>
              </a:defRPr>
            </a:pPr>
            <a:r>
              <a:rPr lang="he-IL" sz="2550" b="1">
                <a:solidFill>
                  <a:srgbClr val="88FF88"/>
                </a:solidFill>
                <a:latin typeface="Arial"/>
                <a:ea typeface="Arial"/>
                <a:cs typeface="Arial"/>
              </a:rPr>
              <a:t>בדקו ב־GitHub: אין תיקיית Library</a:t>
            </a:r>
          </a:p>
        </p:txBody>
      </p:sp>
    </p:spTree>
    <p:extLst>
      <p:ext uri="{BB962C8B-B14F-4D97-AF65-F5344CB8AC3E}">
        <p14:creationId xmlns:p14="http://schemas.microsoft.com/office/powerpoint/2010/main" val="826333999"/>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2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2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2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20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2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2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2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200"/>
                                        <p:tgtEl>
                                          <p:spTgt spid="21"/>
                                        </p:tgtEl>
                                      </p:cBhvr>
                                    </p:animEffect>
                                  </p:childTnLst>
                                </p:cTn>
                              </p:par>
                              <p:par>
                                <p:cTn id="68" presetID="10" presetClass="entr" presetSubtype="0" fill="hold"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200"/>
                                        <p:tgtEl>
                                          <p:spTgt spid="22"/>
                                        </p:tgtEl>
                                      </p:cBhvr>
                                    </p:animEffect>
                                  </p:childTnLst>
                                </p:cTn>
                              </p:par>
                              <p:par>
                                <p:cTn id="71" presetID="10" presetClass="entr" presetSubtype="0"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200"/>
                                        <p:tgtEl>
                                          <p:spTgt spid="23"/>
                                        </p:tgtEl>
                                      </p:cBhvr>
                                    </p:animEffect>
                                  </p:childTnLst>
                                </p:cTn>
                              </p:par>
                              <p:par>
                                <p:cTn id="74" presetID="10" presetClass="entr" presetSubtype="0" fill="hold"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200"/>
                                        <p:tgtEl>
                                          <p:spTgt spid="2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2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4" grpId="0"/>
      <p:bldP spid="15" grpId="0"/>
      <p:bldP spid="20" grpId="0"/>
      <p:bldP spid="21" grpId="0"/>
      <p:bldP spid="25"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1" name="text-690">
            <a:extLst>
              <a:ext uri="{FF2B5EF4-FFF2-40B4-BE49-F238E27FC236}">
                <a16:creationId xmlns:a16="http://schemas.microsoft.com/office/drawing/2014/main" id="{317D15EA-D6A1-442D-9F8D-7FAC910A9DE0}"/>
              </a:ext>
            </a:extLst>
          </p:cNvPr>
          <p:cNvSpPr>
            <a:spLocks noGrp="1"/>
          </p:cNvSpPr>
          <p:nvPr/>
        </p:nvSpPr>
        <p:spPr>
          <a:xfrm>
            <a:off x="457200" y="266700"/>
            <a:ext cx="8229600" cy="819150"/>
          </a:xfrm>
          <a:prstGeom prst="rect">
            <a:avLst/>
          </a:prstGeom>
          <a:noFill/>
          <a:ln w="0">
            <a:noFill/>
          </a:ln>
        </p:spPr>
        <p:txBody>
          <a:bodyPr wrap="square" lIns="0" tIns="0" rIns="0" bIns="0" anchor="t">
            <a:noAutofit/>
          </a:bodyPr>
          <a:lstStyle>
            <a:defPPr algn="r">
              <a:defRPr sz="4050" b="1">
                <a:solidFill>
                  <a:srgbClr val="88FF88"/>
                </a:solidFill>
                <a:latin typeface="Arial"/>
                <a:ea typeface="Arial"/>
                <a:cs typeface="Arial"/>
              </a:defRPr>
            </a:defPPr>
            <a:lvl1pPr algn="r">
              <a:defRPr sz="4050" b="1">
                <a:solidFill>
                  <a:srgbClr val="88FF88"/>
                </a:solidFill>
                <a:latin typeface="Arial"/>
                <a:ea typeface="Arial"/>
                <a:cs typeface="Arial"/>
              </a:defRPr>
            </a:lvl1pPr>
            <a:lvl2pPr algn="r">
              <a:defRPr sz="4050" b="1">
                <a:solidFill>
                  <a:srgbClr val="88FF88"/>
                </a:solidFill>
                <a:latin typeface="Arial"/>
                <a:ea typeface="Arial"/>
                <a:cs typeface="Arial"/>
              </a:defRPr>
            </a:lvl2pPr>
            <a:lvl3pPr algn="r">
              <a:defRPr sz="4050" b="1">
                <a:solidFill>
                  <a:srgbClr val="88FF88"/>
                </a:solidFill>
                <a:latin typeface="Arial"/>
                <a:ea typeface="Arial"/>
                <a:cs typeface="Arial"/>
              </a:defRPr>
            </a:lvl3pPr>
            <a:lvl4pPr algn="r">
              <a:defRPr sz="4050" b="1">
                <a:solidFill>
                  <a:srgbClr val="88FF88"/>
                </a:solidFill>
                <a:latin typeface="Arial"/>
                <a:ea typeface="Arial"/>
                <a:cs typeface="Arial"/>
              </a:defRPr>
            </a:lvl4pPr>
            <a:lvl5pPr algn="r">
              <a:defRPr sz="4050" b="1">
                <a:solidFill>
                  <a:srgbClr val="88FF88"/>
                </a:solidFill>
                <a:latin typeface="Arial"/>
                <a:ea typeface="Arial"/>
                <a:cs typeface="Arial"/>
              </a:defRPr>
            </a:lvl5pPr>
            <a:lvl6pPr algn="r">
              <a:defRPr sz="4050" b="1">
                <a:solidFill>
                  <a:srgbClr val="88FF88"/>
                </a:solidFill>
                <a:latin typeface="Arial"/>
                <a:ea typeface="Arial"/>
                <a:cs typeface="Arial"/>
              </a:defRPr>
            </a:lvl6pPr>
            <a:lvl7pPr algn="r">
              <a:defRPr sz="4050" b="1">
                <a:solidFill>
                  <a:srgbClr val="88FF88"/>
                </a:solidFill>
                <a:latin typeface="Arial"/>
                <a:ea typeface="Arial"/>
                <a:cs typeface="Arial"/>
              </a:defRPr>
            </a:lvl7pPr>
            <a:lvl8pPr algn="r">
              <a:defRPr sz="4050" b="1">
                <a:solidFill>
                  <a:srgbClr val="88FF88"/>
                </a:solidFill>
                <a:latin typeface="Arial"/>
                <a:ea typeface="Arial"/>
                <a:cs typeface="Arial"/>
              </a:defRPr>
            </a:lvl8pPr>
            <a:lvl9pPr algn="r">
              <a:defRPr sz="4050" b="1">
                <a:solidFill>
                  <a:srgbClr val="88FF88"/>
                </a:solidFill>
                <a:latin typeface="Arial"/>
                <a:ea typeface="Arial"/>
                <a:cs typeface="Arial"/>
              </a:defRPr>
            </a:lvl9pPr>
          </a:lstStyle>
          <a:p>
            <a:pPr algn="r" rtl="1">
              <a:lnSpc>
                <a:spcPct val="108000"/>
              </a:lnSpc>
              <a:buNone/>
              <a:defRPr sz="4050" b="1">
                <a:solidFill>
                  <a:srgbClr val="88FF88"/>
                </a:solidFill>
                <a:latin typeface="Arial"/>
                <a:ea typeface="Arial"/>
                <a:cs typeface="Arial"/>
              </a:defRPr>
            </a:pPr>
            <a:r>
              <a:rPr lang="he-IL" sz="4050" b="1">
                <a:solidFill>
                  <a:srgbClr val="88FF88"/>
                </a:solidFill>
                <a:latin typeface="Arial"/>
                <a:ea typeface="Arial"/>
                <a:cs typeface="Arial"/>
              </a:rPr>
              <a:t>תרגיל: כל אחד משתתף</a:t>
            </a:r>
          </a:p>
        </p:txBody>
      </p:sp>
      <p:sp>
        <p:nvSpPr>
          <p:cNvPr id="2" name="text-691">
            <a:extLst>
              <a:ext uri="{FF2B5EF4-FFF2-40B4-BE49-F238E27FC236}">
                <a16:creationId xmlns:a16="http://schemas.microsoft.com/office/drawing/2014/main" id="{E4B1BFD3-35AD-45E8-AAE3-C8D90A3B72DB}"/>
              </a:ext>
            </a:extLst>
          </p:cNvPr>
          <p:cNvSpPr>
            <a:spLocks noGrp="1"/>
          </p:cNvSpPr>
          <p:nvPr/>
        </p:nvSpPr>
        <p:spPr>
          <a:xfrm>
            <a:off x="419100" y="6305550"/>
            <a:ext cx="762000" cy="228600"/>
          </a:xfrm>
          <a:prstGeom prst="rect">
            <a:avLst/>
          </a:prstGeom>
          <a:noFill/>
          <a:ln w="0">
            <a:noFill/>
          </a:ln>
        </p:spPr>
        <p:txBody>
          <a:bodyPr wrap="square" lIns="0" tIns="0" rIns="0" bIns="0" anchor="t">
            <a:noAutofit/>
          </a:bodyPr>
          <a:lstStyle>
            <a:defPPr algn="l">
              <a:defRPr sz="1275" b="0">
                <a:solidFill>
                  <a:srgbClr val="777D85"/>
                </a:solidFill>
                <a:latin typeface="Arial"/>
                <a:ea typeface="Arial"/>
                <a:cs typeface="Arial"/>
              </a:defRPr>
            </a:defPPr>
            <a:lvl1pPr algn="l">
              <a:defRPr sz="1275" b="0">
                <a:solidFill>
                  <a:srgbClr val="777D85"/>
                </a:solidFill>
                <a:latin typeface="Arial"/>
                <a:ea typeface="Arial"/>
                <a:cs typeface="Arial"/>
              </a:defRPr>
            </a:lvl1pPr>
            <a:lvl2pPr algn="l">
              <a:defRPr sz="1275" b="0">
                <a:solidFill>
                  <a:srgbClr val="777D85"/>
                </a:solidFill>
                <a:latin typeface="Arial"/>
                <a:ea typeface="Arial"/>
                <a:cs typeface="Arial"/>
              </a:defRPr>
            </a:lvl2pPr>
            <a:lvl3pPr algn="l">
              <a:defRPr sz="1275" b="0">
                <a:solidFill>
                  <a:srgbClr val="777D85"/>
                </a:solidFill>
                <a:latin typeface="Arial"/>
                <a:ea typeface="Arial"/>
                <a:cs typeface="Arial"/>
              </a:defRPr>
            </a:lvl3pPr>
            <a:lvl4pPr algn="l">
              <a:defRPr sz="1275" b="0">
                <a:solidFill>
                  <a:srgbClr val="777D85"/>
                </a:solidFill>
                <a:latin typeface="Arial"/>
                <a:ea typeface="Arial"/>
                <a:cs typeface="Arial"/>
              </a:defRPr>
            </a:lvl4pPr>
            <a:lvl5pPr algn="l">
              <a:defRPr sz="1275" b="0">
                <a:solidFill>
                  <a:srgbClr val="777D85"/>
                </a:solidFill>
                <a:latin typeface="Arial"/>
                <a:ea typeface="Arial"/>
                <a:cs typeface="Arial"/>
              </a:defRPr>
            </a:lvl5pPr>
            <a:lvl6pPr algn="l">
              <a:defRPr sz="1275" b="0">
                <a:solidFill>
                  <a:srgbClr val="777D85"/>
                </a:solidFill>
                <a:latin typeface="Arial"/>
                <a:ea typeface="Arial"/>
                <a:cs typeface="Arial"/>
              </a:defRPr>
            </a:lvl6pPr>
            <a:lvl7pPr algn="l">
              <a:defRPr sz="1275" b="0">
                <a:solidFill>
                  <a:srgbClr val="777D85"/>
                </a:solidFill>
                <a:latin typeface="Arial"/>
                <a:ea typeface="Arial"/>
                <a:cs typeface="Arial"/>
              </a:defRPr>
            </a:lvl7pPr>
            <a:lvl8pPr algn="l">
              <a:defRPr sz="1275" b="0">
                <a:solidFill>
                  <a:srgbClr val="777D85"/>
                </a:solidFill>
                <a:latin typeface="Arial"/>
                <a:ea typeface="Arial"/>
                <a:cs typeface="Arial"/>
              </a:defRPr>
            </a:lvl8pPr>
            <a:lvl9pPr algn="l">
              <a:defRPr sz="1275" b="0">
                <a:solidFill>
                  <a:srgbClr val="777D85"/>
                </a:solidFill>
                <a:latin typeface="Arial"/>
                <a:ea typeface="Arial"/>
                <a:cs typeface="Arial"/>
              </a:defRPr>
            </a:lvl9pPr>
          </a:lstStyle>
          <a:p>
            <a:pPr algn="l" rtl="0">
              <a:lnSpc>
                <a:spcPct val="108000"/>
              </a:lnSpc>
              <a:buNone/>
              <a:defRPr sz="1275" b="0">
                <a:solidFill>
                  <a:srgbClr val="777D85"/>
                </a:solidFill>
                <a:latin typeface="Arial"/>
                <a:ea typeface="Arial"/>
                <a:cs typeface="Arial"/>
              </a:defRPr>
            </a:pPr>
            <a:r>
              <a:rPr lang="en-US" sz="1275" b="0">
                <a:solidFill>
                  <a:srgbClr val="777D85"/>
                </a:solidFill>
                <a:latin typeface="Arial"/>
                <a:ea typeface="Arial"/>
                <a:cs typeface="Arial"/>
              </a:rPr>
              <a:t>45</a:t>
            </a:r>
          </a:p>
        </p:txBody>
      </p:sp>
      <p:sp>
        <p:nvSpPr>
          <p:cNvPr id="3" name="shape-692">
            <a:extLst>
              <a:ext uri="{FF2B5EF4-FFF2-40B4-BE49-F238E27FC236}">
                <a16:creationId xmlns:a16="http://schemas.microsoft.com/office/drawing/2014/main" id="{3C54EE27-A893-4349-9D9A-F1519D869828}"/>
              </a:ext>
            </a:extLst>
          </p:cNvPr>
          <p:cNvSpPr>
            <a:spLocks noGrp="1"/>
          </p:cNvSpPr>
          <p:nvPr/>
        </p:nvSpPr>
        <p:spPr>
          <a:xfrm>
            <a:off x="5905500" y="1333500"/>
            <a:ext cx="2619375" cy="762000"/>
          </a:xfrm>
          <a:prstGeom prst="rect">
            <a:avLst/>
          </a:prstGeom>
          <a:solidFill>
            <a:srgbClr val="25282B"/>
          </a:solidFill>
          <a:ln w="19050">
            <a:solidFill>
              <a:srgbClr val="88FF88"/>
            </a:solidFill>
          </a:ln>
        </p:spPr>
      </p:sp>
      <p:sp>
        <p:nvSpPr>
          <p:cNvPr id="4" name="text-693">
            <a:extLst>
              <a:ext uri="{FF2B5EF4-FFF2-40B4-BE49-F238E27FC236}">
                <a16:creationId xmlns:a16="http://schemas.microsoft.com/office/drawing/2014/main" id="{32907CF7-B53E-46C5-B689-A2517DAF45A0}"/>
              </a:ext>
            </a:extLst>
          </p:cNvPr>
          <p:cNvSpPr>
            <a:spLocks noGrp="1"/>
          </p:cNvSpPr>
          <p:nvPr/>
        </p:nvSpPr>
        <p:spPr>
          <a:xfrm>
            <a:off x="6038850" y="1520190"/>
            <a:ext cx="2352675" cy="609600"/>
          </a:xfrm>
          <a:prstGeom prst="rect">
            <a:avLst/>
          </a:prstGeom>
          <a:noFill/>
          <a:ln w="0">
            <a:noFill/>
          </a:ln>
        </p:spPr>
        <p:txBody>
          <a:bodyPr wrap="square" lIns="0" tIns="0" rIns="0" bIns="0" anchor="t">
            <a:noAutofit/>
          </a:bodyPr>
          <a:lstStyle>
            <a:defPPr algn="ctr">
              <a:defRPr sz="2550" b="0">
                <a:solidFill>
                  <a:srgbClr val="F7F7F7"/>
                </a:solidFill>
                <a:latin typeface="Arial"/>
                <a:ea typeface="Arial"/>
                <a:cs typeface="Arial"/>
              </a:defRPr>
            </a:defPPr>
            <a:lvl1pPr algn="ctr">
              <a:defRPr sz="2550" b="0">
                <a:solidFill>
                  <a:srgbClr val="F7F7F7"/>
                </a:solidFill>
                <a:latin typeface="Arial"/>
                <a:ea typeface="Arial"/>
                <a:cs typeface="Arial"/>
              </a:defRPr>
            </a:lvl1pPr>
            <a:lvl2pPr algn="ctr">
              <a:defRPr sz="2550" b="0">
                <a:solidFill>
                  <a:srgbClr val="F7F7F7"/>
                </a:solidFill>
                <a:latin typeface="Arial"/>
                <a:ea typeface="Arial"/>
                <a:cs typeface="Arial"/>
              </a:defRPr>
            </a:lvl2pPr>
            <a:lvl3pPr algn="ctr">
              <a:defRPr sz="2550" b="0">
                <a:solidFill>
                  <a:srgbClr val="F7F7F7"/>
                </a:solidFill>
                <a:latin typeface="Arial"/>
                <a:ea typeface="Arial"/>
                <a:cs typeface="Arial"/>
              </a:defRPr>
            </a:lvl3pPr>
            <a:lvl4pPr algn="ctr">
              <a:defRPr sz="2550" b="0">
                <a:solidFill>
                  <a:srgbClr val="F7F7F7"/>
                </a:solidFill>
                <a:latin typeface="Arial"/>
                <a:ea typeface="Arial"/>
                <a:cs typeface="Arial"/>
              </a:defRPr>
            </a:lvl4pPr>
            <a:lvl5pPr algn="ctr">
              <a:defRPr sz="2550" b="0">
                <a:solidFill>
                  <a:srgbClr val="F7F7F7"/>
                </a:solidFill>
                <a:latin typeface="Arial"/>
                <a:ea typeface="Arial"/>
                <a:cs typeface="Arial"/>
              </a:defRPr>
            </a:lvl5pPr>
            <a:lvl6pPr algn="ctr">
              <a:defRPr sz="2550" b="0">
                <a:solidFill>
                  <a:srgbClr val="F7F7F7"/>
                </a:solidFill>
                <a:latin typeface="Arial"/>
                <a:ea typeface="Arial"/>
                <a:cs typeface="Arial"/>
              </a:defRPr>
            </a:lvl6pPr>
            <a:lvl7pPr algn="ctr">
              <a:defRPr sz="2550" b="0">
                <a:solidFill>
                  <a:srgbClr val="F7F7F7"/>
                </a:solidFill>
                <a:latin typeface="Arial"/>
                <a:ea typeface="Arial"/>
                <a:cs typeface="Arial"/>
              </a:defRPr>
            </a:lvl7pPr>
            <a:lvl8pPr algn="ctr">
              <a:defRPr sz="2550" b="0">
                <a:solidFill>
                  <a:srgbClr val="F7F7F7"/>
                </a:solidFill>
                <a:latin typeface="Arial"/>
                <a:ea typeface="Arial"/>
                <a:cs typeface="Arial"/>
              </a:defRPr>
            </a:lvl8pPr>
            <a:lvl9pPr algn="ctr">
              <a:defRPr sz="2550" b="0">
                <a:solidFill>
                  <a:srgbClr val="F7F7F7"/>
                </a:solidFill>
                <a:latin typeface="Arial"/>
                <a:ea typeface="Arial"/>
                <a:cs typeface="Arial"/>
              </a:defRPr>
            </a:lvl9pPr>
          </a:lstStyle>
          <a:p>
            <a:pPr algn="ctr" rtl="1">
              <a:lnSpc>
                <a:spcPct val="108000"/>
              </a:lnSpc>
              <a:buNone/>
              <a:defRPr sz="2550" b="0">
                <a:solidFill>
                  <a:srgbClr val="F7F7F7"/>
                </a:solidFill>
                <a:latin typeface="Arial"/>
                <a:ea typeface="Arial"/>
                <a:cs typeface="Arial"/>
              </a:defRPr>
            </a:pPr>
            <a:r>
              <a:rPr lang="he-IL" sz="2550" b="0">
                <a:solidFill>
                  <a:srgbClr val="F7F7F7"/>
                </a:solidFill>
                <a:latin typeface="Arial"/>
                <a:ea typeface="Arial"/>
                <a:cs typeface="Arial"/>
              </a:rPr>
              <a:t>כל חבר צוות</a:t>
            </a:r>
          </a:p>
        </p:txBody>
      </p:sp>
      <p:sp>
        <p:nvSpPr>
          <p:cNvPr id="5" name="line-694">
            <a:extLst>
              <a:ext uri="{FF2B5EF4-FFF2-40B4-BE49-F238E27FC236}">
                <a16:creationId xmlns:a16="http://schemas.microsoft.com/office/drawing/2014/main" id="{F8D3AA2A-4A2E-4A5D-AC37-9C66190C8799}"/>
              </a:ext>
            </a:extLst>
          </p:cNvPr>
          <p:cNvSpPr>
            <a:spLocks noGrp="1"/>
          </p:cNvSpPr>
          <p:nvPr/>
        </p:nvSpPr>
        <p:spPr>
          <a:xfrm>
            <a:off x="7191375" y="2143125"/>
            <a:ext cx="9525" cy="476250"/>
          </a:xfrm>
          <a:custGeom>
            <a:avLst/>
            <a:gdLst/>
            <a:ahLst/>
            <a:cxnLst/>
            <a:rect l="0" t="0" r="0" b="0"/>
            <a:pathLst>
              <a:path w="9525" h="476250">
                <a:moveTo>
                  <a:pt x="0" y="0"/>
                </a:moveTo>
                <a:lnTo>
                  <a:pt x="0" y="476250"/>
                </a:lnTo>
              </a:path>
            </a:pathLst>
          </a:custGeom>
          <a:noFill/>
          <a:ln w="38100">
            <a:solidFill>
              <a:srgbClr val="88FF88"/>
            </a:solidFill>
          </a:ln>
        </p:spPr>
      </p:sp>
      <p:sp>
        <p:nvSpPr>
          <p:cNvPr id="6" name="line-695">
            <a:extLst>
              <a:ext uri="{FF2B5EF4-FFF2-40B4-BE49-F238E27FC236}">
                <a16:creationId xmlns:a16="http://schemas.microsoft.com/office/drawing/2014/main" id="{03421A51-70FB-4BDC-839B-4F551C8DC7EE}"/>
              </a:ext>
            </a:extLst>
          </p:cNvPr>
          <p:cNvSpPr>
            <a:spLocks noGrp="1"/>
          </p:cNvSpPr>
          <p:nvPr/>
        </p:nvSpPr>
        <p:spPr>
          <a:xfrm>
            <a:off x="7131632" y="2521931"/>
            <a:ext cx="59743" cy="97444"/>
          </a:xfrm>
          <a:custGeom>
            <a:avLst/>
            <a:gdLst/>
            <a:ahLst/>
            <a:cxnLst/>
            <a:rect l="0" t="0" r="0" b="0"/>
            <a:pathLst>
              <a:path w="59743" h="97444">
                <a:moveTo>
                  <a:pt x="59743" y="97444"/>
                </a:moveTo>
                <a:lnTo>
                  <a:pt x="0" y="0"/>
                </a:lnTo>
              </a:path>
            </a:pathLst>
          </a:custGeom>
          <a:noFill/>
          <a:ln w="38100">
            <a:solidFill>
              <a:srgbClr val="88FF88"/>
            </a:solidFill>
          </a:ln>
        </p:spPr>
      </p:sp>
      <p:sp>
        <p:nvSpPr>
          <p:cNvPr id="7" name="line-696">
            <a:extLst>
              <a:ext uri="{FF2B5EF4-FFF2-40B4-BE49-F238E27FC236}">
                <a16:creationId xmlns:a16="http://schemas.microsoft.com/office/drawing/2014/main" id="{122F8516-F672-4964-89B0-93DE94E63752}"/>
              </a:ext>
            </a:extLst>
          </p:cNvPr>
          <p:cNvSpPr>
            <a:spLocks noGrp="1"/>
          </p:cNvSpPr>
          <p:nvPr/>
        </p:nvSpPr>
        <p:spPr>
          <a:xfrm>
            <a:off x="7191375" y="2521931"/>
            <a:ext cx="59743" cy="97444"/>
          </a:xfrm>
          <a:custGeom>
            <a:avLst/>
            <a:gdLst/>
            <a:ahLst/>
            <a:cxnLst/>
            <a:rect l="0" t="0" r="0" b="0"/>
            <a:pathLst>
              <a:path w="59743" h="97444">
                <a:moveTo>
                  <a:pt x="0" y="97444"/>
                </a:moveTo>
                <a:lnTo>
                  <a:pt x="59743" y="0"/>
                </a:lnTo>
              </a:path>
            </a:pathLst>
          </a:custGeom>
          <a:noFill/>
          <a:ln w="38100">
            <a:solidFill>
              <a:srgbClr val="88FF88"/>
            </a:solidFill>
          </a:ln>
        </p:spPr>
      </p:sp>
      <p:sp>
        <p:nvSpPr>
          <p:cNvPr id="8" name="shape-697">
            <a:extLst>
              <a:ext uri="{FF2B5EF4-FFF2-40B4-BE49-F238E27FC236}">
                <a16:creationId xmlns:a16="http://schemas.microsoft.com/office/drawing/2014/main" id="{6DE4C048-F288-4213-9574-B00F08872724}"/>
              </a:ext>
            </a:extLst>
          </p:cNvPr>
          <p:cNvSpPr>
            <a:spLocks noGrp="1"/>
          </p:cNvSpPr>
          <p:nvPr/>
        </p:nvSpPr>
        <p:spPr>
          <a:xfrm>
            <a:off x="5762625" y="2714625"/>
            <a:ext cx="2762250" cy="857250"/>
          </a:xfrm>
          <a:prstGeom prst="rect">
            <a:avLst/>
          </a:prstGeom>
          <a:solidFill>
            <a:srgbClr val="25282B"/>
          </a:solidFill>
          <a:ln w="19050">
            <a:solidFill>
              <a:srgbClr val="8888FF"/>
            </a:solidFill>
          </a:ln>
        </p:spPr>
      </p:sp>
      <p:sp>
        <p:nvSpPr>
          <p:cNvPr id="9" name="text-698">
            <a:extLst>
              <a:ext uri="{FF2B5EF4-FFF2-40B4-BE49-F238E27FC236}">
                <a16:creationId xmlns:a16="http://schemas.microsoft.com/office/drawing/2014/main" id="{DDA46579-8AFB-4616-8747-C8F5D48BD54D}"/>
              </a:ext>
            </a:extLst>
          </p:cNvPr>
          <p:cNvSpPr>
            <a:spLocks noGrp="1"/>
          </p:cNvSpPr>
          <p:nvPr/>
        </p:nvSpPr>
        <p:spPr>
          <a:xfrm>
            <a:off x="5895975" y="2960370"/>
            <a:ext cx="2495550" cy="704850"/>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ענף + שינוי קטן</a:t>
            </a:r>
          </a:p>
        </p:txBody>
      </p:sp>
      <p:sp>
        <p:nvSpPr>
          <p:cNvPr id="10" name="line-699">
            <a:extLst>
              <a:ext uri="{FF2B5EF4-FFF2-40B4-BE49-F238E27FC236}">
                <a16:creationId xmlns:a16="http://schemas.microsoft.com/office/drawing/2014/main" id="{4253E80C-2A0A-43F0-9887-A6E892C0E228}"/>
              </a:ext>
            </a:extLst>
          </p:cNvPr>
          <p:cNvSpPr>
            <a:spLocks noGrp="1"/>
          </p:cNvSpPr>
          <p:nvPr/>
        </p:nvSpPr>
        <p:spPr>
          <a:xfrm>
            <a:off x="4619625" y="3143250"/>
            <a:ext cx="1047750" cy="9525"/>
          </a:xfrm>
          <a:custGeom>
            <a:avLst/>
            <a:gdLst/>
            <a:ahLst/>
            <a:cxnLst/>
            <a:rect l="0" t="0" r="0" b="0"/>
            <a:pathLst>
              <a:path w="1047750" h="9525">
                <a:moveTo>
                  <a:pt x="1047750" y="0"/>
                </a:moveTo>
                <a:lnTo>
                  <a:pt x="0" y="0"/>
                </a:lnTo>
              </a:path>
            </a:pathLst>
          </a:custGeom>
          <a:noFill/>
          <a:ln w="38100">
            <a:solidFill>
              <a:srgbClr val="42AFFA"/>
            </a:solidFill>
          </a:ln>
        </p:spPr>
      </p:sp>
      <p:sp>
        <p:nvSpPr>
          <p:cNvPr id="11" name="line-700">
            <a:extLst>
              <a:ext uri="{FF2B5EF4-FFF2-40B4-BE49-F238E27FC236}">
                <a16:creationId xmlns:a16="http://schemas.microsoft.com/office/drawing/2014/main" id="{BA370B19-62A9-45BC-8912-B99A53ECA93F}"/>
              </a:ext>
            </a:extLst>
          </p:cNvPr>
          <p:cNvSpPr>
            <a:spLocks noGrp="1"/>
          </p:cNvSpPr>
          <p:nvPr/>
        </p:nvSpPr>
        <p:spPr>
          <a:xfrm>
            <a:off x="4619625" y="3083507"/>
            <a:ext cx="97444" cy="59743"/>
          </a:xfrm>
          <a:custGeom>
            <a:avLst/>
            <a:gdLst/>
            <a:ahLst/>
            <a:cxnLst/>
            <a:rect l="0" t="0" r="0" b="0"/>
            <a:pathLst>
              <a:path w="97444" h="59743">
                <a:moveTo>
                  <a:pt x="0" y="59743"/>
                </a:moveTo>
                <a:lnTo>
                  <a:pt x="97444" y="0"/>
                </a:lnTo>
              </a:path>
            </a:pathLst>
          </a:custGeom>
          <a:noFill/>
          <a:ln w="38100">
            <a:solidFill>
              <a:srgbClr val="42AFFA"/>
            </a:solidFill>
          </a:ln>
        </p:spPr>
      </p:sp>
      <p:sp>
        <p:nvSpPr>
          <p:cNvPr id="12" name="line-701">
            <a:extLst>
              <a:ext uri="{FF2B5EF4-FFF2-40B4-BE49-F238E27FC236}">
                <a16:creationId xmlns:a16="http://schemas.microsoft.com/office/drawing/2014/main" id="{63396C4A-29CB-4880-80EE-5743B347F503}"/>
              </a:ext>
            </a:extLst>
          </p:cNvPr>
          <p:cNvSpPr>
            <a:spLocks noGrp="1"/>
          </p:cNvSpPr>
          <p:nvPr/>
        </p:nvSpPr>
        <p:spPr>
          <a:xfrm>
            <a:off x="4619625" y="3143250"/>
            <a:ext cx="97444" cy="59743"/>
          </a:xfrm>
          <a:custGeom>
            <a:avLst/>
            <a:gdLst/>
            <a:ahLst/>
            <a:cxnLst/>
            <a:rect l="0" t="0" r="0" b="0"/>
            <a:pathLst>
              <a:path w="97444" h="59743">
                <a:moveTo>
                  <a:pt x="0" y="0"/>
                </a:moveTo>
                <a:lnTo>
                  <a:pt x="97444" y="59743"/>
                </a:lnTo>
              </a:path>
            </a:pathLst>
          </a:custGeom>
          <a:noFill/>
          <a:ln w="38100">
            <a:solidFill>
              <a:srgbClr val="42AFFA"/>
            </a:solidFill>
          </a:ln>
        </p:spPr>
      </p:sp>
      <p:sp>
        <p:nvSpPr>
          <p:cNvPr id="13" name="shape-702">
            <a:extLst>
              <a:ext uri="{FF2B5EF4-FFF2-40B4-BE49-F238E27FC236}">
                <a16:creationId xmlns:a16="http://schemas.microsoft.com/office/drawing/2014/main" id="{EED93C9D-09E8-4A27-B290-4A889A9D3DE0}"/>
              </a:ext>
            </a:extLst>
          </p:cNvPr>
          <p:cNvSpPr>
            <a:spLocks noGrp="1"/>
          </p:cNvSpPr>
          <p:nvPr/>
        </p:nvSpPr>
        <p:spPr>
          <a:xfrm>
            <a:off x="2428875" y="2714625"/>
            <a:ext cx="2095500" cy="857250"/>
          </a:xfrm>
          <a:prstGeom prst="rect">
            <a:avLst/>
          </a:prstGeom>
          <a:solidFill>
            <a:srgbClr val="25282B"/>
          </a:solidFill>
          <a:ln w="19050">
            <a:solidFill>
              <a:srgbClr val="42AFFA"/>
            </a:solidFill>
          </a:ln>
        </p:spPr>
      </p:sp>
      <p:sp>
        <p:nvSpPr>
          <p:cNvPr id="14" name="text-703">
            <a:extLst>
              <a:ext uri="{FF2B5EF4-FFF2-40B4-BE49-F238E27FC236}">
                <a16:creationId xmlns:a16="http://schemas.microsoft.com/office/drawing/2014/main" id="{88D8BE34-6EBD-4726-82E8-FCD2643D96ED}"/>
              </a:ext>
            </a:extLst>
          </p:cNvPr>
          <p:cNvSpPr>
            <a:spLocks noGrp="1"/>
          </p:cNvSpPr>
          <p:nvPr/>
        </p:nvSpPr>
        <p:spPr>
          <a:xfrm>
            <a:off x="2562225" y="2966085"/>
            <a:ext cx="1828800" cy="704850"/>
          </a:xfrm>
          <a:prstGeom prst="rect">
            <a:avLst/>
          </a:prstGeom>
          <a:noFill/>
          <a:ln w="0">
            <a:noFill/>
          </a:ln>
        </p:spPr>
        <p:txBody>
          <a:bodyPr wrap="square" lIns="0" tIns="0" rIns="0" bIns="0" anchor="t">
            <a:noAutofit/>
          </a:bodyPr>
          <a:lstStyle>
            <a:defPPr algn="ctr">
              <a:defRPr sz="2325" b="0">
                <a:solidFill>
                  <a:srgbClr val="F7F7F7"/>
                </a:solidFill>
                <a:latin typeface="Arial"/>
                <a:ea typeface="Arial"/>
                <a:cs typeface="Arial"/>
              </a:defRPr>
            </a:defPPr>
            <a:lvl1pPr algn="ctr">
              <a:defRPr sz="2325" b="0">
                <a:solidFill>
                  <a:srgbClr val="F7F7F7"/>
                </a:solidFill>
                <a:latin typeface="Arial"/>
                <a:ea typeface="Arial"/>
                <a:cs typeface="Arial"/>
              </a:defRPr>
            </a:lvl1pPr>
            <a:lvl2pPr algn="ctr">
              <a:defRPr sz="2325" b="0">
                <a:solidFill>
                  <a:srgbClr val="F7F7F7"/>
                </a:solidFill>
                <a:latin typeface="Arial"/>
                <a:ea typeface="Arial"/>
                <a:cs typeface="Arial"/>
              </a:defRPr>
            </a:lvl2pPr>
            <a:lvl3pPr algn="ctr">
              <a:defRPr sz="2325" b="0">
                <a:solidFill>
                  <a:srgbClr val="F7F7F7"/>
                </a:solidFill>
                <a:latin typeface="Arial"/>
                <a:ea typeface="Arial"/>
                <a:cs typeface="Arial"/>
              </a:defRPr>
            </a:lvl3pPr>
            <a:lvl4pPr algn="ctr">
              <a:defRPr sz="2325" b="0">
                <a:solidFill>
                  <a:srgbClr val="F7F7F7"/>
                </a:solidFill>
                <a:latin typeface="Arial"/>
                <a:ea typeface="Arial"/>
                <a:cs typeface="Arial"/>
              </a:defRPr>
            </a:lvl4pPr>
            <a:lvl5pPr algn="ctr">
              <a:defRPr sz="2325" b="0">
                <a:solidFill>
                  <a:srgbClr val="F7F7F7"/>
                </a:solidFill>
                <a:latin typeface="Arial"/>
                <a:ea typeface="Arial"/>
                <a:cs typeface="Arial"/>
              </a:defRPr>
            </a:lvl5pPr>
            <a:lvl6pPr algn="ctr">
              <a:defRPr sz="2325" b="0">
                <a:solidFill>
                  <a:srgbClr val="F7F7F7"/>
                </a:solidFill>
                <a:latin typeface="Arial"/>
                <a:ea typeface="Arial"/>
                <a:cs typeface="Arial"/>
              </a:defRPr>
            </a:lvl6pPr>
            <a:lvl7pPr algn="ctr">
              <a:defRPr sz="2325" b="0">
                <a:solidFill>
                  <a:srgbClr val="F7F7F7"/>
                </a:solidFill>
                <a:latin typeface="Arial"/>
                <a:ea typeface="Arial"/>
                <a:cs typeface="Arial"/>
              </a:defRPr>
            </a:lvl7pPr>
            <a:lvl8pPr algn="ctr">
              <a:defRPr sz="2325" b="0">
                <a:solidFill>
                  <a:srgbClr val="F7F7F7"/>
                </a:solidFill>
                <a:latin typeface="Arial"/>
                <a:ea typeface="Arial"/>
                <a:cs typeface="Arial"/>
              </a:defRPr>
            </a:lvl8pPr>
            <a:lvl9pPr algn="ctr">
              <a:defRPr sz="2325" b="0">
                <a:solidFill>
                  <a:srgbClr val="F7F7F7"/>
                </a:solidFill>
                <a:latin typeface="Arial"/>
                <a:ea typeface="Arial"/>
                <a:cs typeface="Arial"/>
              </a:defRPr>
            </a:lvl9pPr>
          </a:lstStyle>
          <a:p>
            <a:pPr algn="ctr" rtl="0">
              <a:lnSpc>
                <a:spcPct val="108000"/>
              </a:lnSpc>
              <a:buNone/>
              <a:defRPr sz="2325" b="0">
                <a:solidFill>
                  <a:srgbClr val="F7F7F7"/>
                </a:solidFill>
                <a:latin typeface="Arial"/>
                <a:ea typeface="Arial"/>
                <a:cs typeface="Arial"/>
              </a:defRPr>
            </a:pPr>
            <a:r>
              <a:rPr lang="en-US" sz="2325" b="0">
                <a:solidFill>
                  <a:srgbClr val="F7F7F7"/>
                </a:solidFill>
                <a:latin typeface="Arial"/>
                <a:ea typeface="Arial"/>
                <a:cs typeface="Arial"/>
              </a:rPr>
              <a:t>Pull Request</a:t>
            </a:r>
          </a:p>
        </p:txBody>
      </p:sp>
      <p:sp>
        <p:nvSpPr>
          <p:cNvPr id="15" name="line-704">
            <a:extLst>
              <a:ext uri="{FF2B5EF4-FFF2-40B4-BE49-F238E27FC236}">
                <a16:creationId xmlns:a16="http://schemas.microsoft.com/office/drawing/2014/main" id="{34651D25-517D-440E-BD60-DDFE79641802}"/>
              </a:ext>
            </a:extLst>
          </p:cNvPr>
          <p:cNvSpPr>
            <a:spLocks noGrp="1"/>
          </p:cNvSpPr>
          <p:nvPr/>
        </p:nvSpPr>
        <p:spPr>
          <a:xfrm>
            <a:off x="3476625" y="3667125"/>
            <a:ext cx="9525" cy="523875"/>
          </a:xfrm>
          <a:custGeom>
            <a:avLst/>
            <a:gdLst/>
            <a:ahLst/>
            <a:cxnLst/>
            <a:rect l="0" t="0" r="0" b="0"/>
            <a:pathLst>
              <a:path w="9525" h="523875">
                <a:moveTo>
                  <a:pt x="0" y="0"/>
                </a:moveTo>
                <a:lnTo>
                  <a:pt x="0" y="523875"/>
                </a:lnTo>
              </a:path>
            </a:pathLst>
          </a:custGeom>
          <a:noFill/>
          <a:ln w="38100">
            <a:solidFill>
              <a:srgbClr val="88FF88"/>
            </a:solidFill>
          </a:ln>
        </p:spPr>
      </p:sp>
      <p:sp>
        <p:nvSpPr>
          <p:cNvPr id="16" name="line-705">
            <a:extLst>
              <a:ext uri="{FF2B5EF4-FFF2-40B4-BE49-F238E27FC236}">
                <a16:creationId xmlns:a16="http://schemas.microsoft.com/office/drawing/2014/main" id="{DA45C5DE-FAFD-4CA4-8714-E742A814DD71}"/>
              </a:ext>
            </a:extLst>
          </p:cNvPr>
          <p:cNvSpPr>
            <a:spLocks noGrp="1"/>
          </p:cNvSpPr>
          <p:nvPr/>
        </p:nvSpPr>
        <p:spPr>
          <a:xfrm>
            <a:off x="3416882" y="4093556"/>
            <a:ext cx="59743" cy="97444"/>
          </a:xfrm>
          <a:custGeom>
            <a:avLst/>
            <a:gdLst/>
            <a:ahLst/>
            <a:cxnLst/>
            <a:rect l="0" t="0" r="0" b="0"/>
            <a:pathLst>
              <a:path w="59743" h="97444">
                <a:moveTo>
                  <a:pt x="59743" y="97444"/>
                </a:moveTo>
                <a:lnTo>
                  <a:pt x="0" y="0"/>
                </a:lnTo>
              </a:path>
            </a:pathLst>
          </a:custGeom>
          <a:noFill/>
          <a:ln w="38100">
            <a:solidFill>
              <a:srgbClr val="88FF88"/>
            </a:solidFill>
          </a:ln>
        </p:spPr>
      </p:sp>
      <p:sp>
        <p:nvSpPr>
          <p:cNvPr id="17" name="line-706">
            <a:extLst>
              <a:ext uri="{FF2B5EF4-FFF2-40B4-BE49-F238E27FC236}">
                <a16:creationId xmlns:a16="http://schemas.microsoft.com/office/drawing/2014/main" id="{908B7280-B858-456F-9ED8-636FCBE85C52}"/>
              </a:ext>
            </a:extLst>
          </p:cNvPr>
          <p:cNvSpPr>
            <a:spLocks noGrp="1"/>
          </p:cNvSpPr>
          <p:nvPr/>
        </p:nvSpPr>
        <p:spPr>
          <a:xfrm>
            <a:off x="3476625" y="4093556"/>
            <a:ext cx="59743" cy="97444"/>
          </a:xfrm>
          <a:custGeom>
            <a:avLst/>
            <a:gdLst/>
            <a:ahLst/>
            <a:cxnLst/>
            <a:rect l="0" t="0" r="0" b="0"/>
            <a:pathLst>
              <a:path w="59743" h="97444">
                <a:moveTo>
                  <a:pt x="0" y="97444"/>
                </a:moveTo>
                <a:lnTo>
                  <a:pt x="59743" y="0"/>
                </a:lnTo>
              </a:path>
            </a:pathLst>
          </a:custGeom>
          <a:noFill/>
          <a:ln w="38100">
            <a:solidFill>
              <a:srgbClr val="88FF88"/>
            </a:solidFill>
          </a:ln>
        </p:spPr>
      </p:sp>
      <p:sp>
        <p:nvSpPr>
          <p:cNvPr id="18" name="shape-707">
            <a:extLst>
              <a:ext uri="{FF2B5EF4-FFF2-40B4-BE49-F238E27FC236}">
                <a16:creationId xmlns:a16="http://schemas.microsoft.com/office/drawing/2014/main" id="{58F20A7C-73FF-4F6E-A234-832CED032A4D}"/>
              </a:ext>
            </a:extLst>
          </p:cNvPr>
          <p:cNvSpPr>
            <a:spLocks noGrp="1"/>
          </p:cNvSpPr>
          <p:nvPr/>
        </p:nvSpPr>
        <p:spPr>
          <a:xfrm>
            <a:off x="1666875" y="4286250"/>
            <a:ext cx="3619500" cy="1000125"/>
          </a:xfrm>
          <a:prstGeom prst="rect">
            <a:avLst/>
          </a:prstGeom>
          <a:solidFill>
            <a:srgbClr val="25282B"/>
          </a:solidFill>
          <a:ln w="19050">
            <a:solidFill>
              <a:srgbClr val="88FF88"/>
            </a:solidFill>
          </a:ln>
        </p:spPr>
      </p:sp>
      <p:sp>
        <p:nvSpPr>
          <p:cNvPr id="19" name="text-708">
            <a:extLst>
              <a:ext uri="{FF2B5EF4-FFF2-40B4-BE49-F238E27FC236}">
                <a16:creationId xmlns:a16="http://schemas.microsoft.com/office/drawing/2014/main" id="{C5076DA0-BD1A-4A6A-9AB5-65CA9CCC90AE}"/>
              </a:ext>
            </a:extLst>
          </p:cNvPr>
          <p:cNvSpPr>
            <a:spLocks noGrp="1"/>
          </p:cNvSpPr>
          <p:nvPr/>
        </p:nvSpPr>
        <p:spPr>
          <a:xfrm>
            <a:off x="1800225" y="4420553"/>
            <a:ext cx="3352800" cy="847725"/>
          </a:xfrm>
          <a:prstGeom prst="rect">
            <a:avLst/>
          </a:prstGeom>
          <a:noFill/>
          <a:ln w="0">
            <a:noFill/>
          </a:ln>
        </p:spPr>
        <p:txBody>
          <a:bodyPr wrap="square" lIns="0" tIns="0" rIns="0" bIns="0" anchor="t">
            <a:noAutofit/>
          </a:bodyPr>
          <a:lstStyle>
            <a:defPPr algn="ctr">
              <a:defRPr sz="2400" b="0">
                <a:solidFill>
                  <a:srgbClr val="F7F7F7"/>
                </a:solidFill>
                <a:latin typeface="Arial"/>
                <a:ea typeface="Arial"/>
                <a:cs typeface="Arial"/>
              </a:defRPr>
            </a:defPPr>
            <a:lvl1pPr algn="ctr">
              <a:defRPr sz="2400" b="0">
                <a:solidFill>
                  <a:srgbClr val="F7F7F7"/>
                </a:solidFill>
                <a:latin typeface="Arial"/>
                <a:ea typeface="Arial"/>
                <a:cs typeface="Arial"/>
              </a:defRPr>
            </a:lvl1pPr>
            <a:lvl2pPr algn="ctr">
              <a:defRPr sz="2400" b="0">
                <a:solidFill>
                  <a:srgbClr val="F7F7F7"/>
                </a:solidFill>
                <a:latin typeface="Arial"/>
                <a:ea typeface="Arial"/>
                <a:cs typeface="Arial"/>
              </a:defRPr>
            </a:lvl2pPr>
            <a:lvl3pPr algn="ctr">
              <a:defRPr sz="2400" b="0">
                <a:solidFill>
                  <a:srgbClr val="F7F7F7"/>
                </a:solidFill>
                <a:latin typeface="Arial"/>
                <a:ea typeface="Arial"/>
                <a:cs typeface="Arial"/>
              </a:defRPr>
            </a:lvl3pPr>
            <a:lvl4pPr algn="ctr">
              <a:defRPr sz="2400" b="0">
                <a:solidFill>
                  <a:srgbClr val="F7F7F7"/>
                </a:solidFill>
                <a:latin typeface="Arial"/>
                <a:ea typeface="Arial"/>
                <a:cs typeface="Arial"/>
              </a:defRPr>
            </a:lvl4pPr>
            <a:lvl5pPr algn="ctr">
              <a:defRPr sz="2400" b="0">
                <a:solidFill>
                  <a:srgbClr val="F7F7F7"/>
                </a:solidFill>
                <a:latin typeface="Arial"/>
                <a:ea typeface="Arial"/>
                <a:cs typeface="Arial"/>
              </a:defRPr>
            </a:lvl5pPr>
            <a:lvl6pPr algn="ctr">
              <a:defRPr sz="2400" b="0">
                <a:solidFill>
                  <a:srgbClr val="F7F7F7"/>
                </a:solidFill>
                <a:latin typeface="Arial"/>
                <a:ea typeface="Arial"/>
                <a:cs typeface="Arial"/>
              </a:defRPr>
            </a:lvl6pPr>
            <a:lvl7pPr algn="ctr">
              <a:defRPr sz="2400" b="0">
                <a:solidFill>
                  <a:srgbClr val="F7F7F7"/>
                </a:solidFill>
                <a:latin typeface="Arial"/>
                <a:ea typeface="Arial"/>
                <a:cs typeface="Arial"/>
              </a:defRPr>
            </a:lvl7pPr>
            <a:lvl8pPr algn="ctr">
              <a:defRPr sz="2400" b="0">
                <a:solidFill>
                  <a:srgbClr val="F7F7F7"/>
                </a:solidFill>
                <a:latin typeface="Arial"/>
                <a:ea typeface="Arial"/>
                <a:cs typeface="Arial"/>
              </a:defRPr>
            </a:lvl8pPr>
            <a:lvl9pPr algn="ctr">
              <a:defRPr sz="2400" b="0">
                <a:solidFill>
                  <a:srgbClr val="F7F7F7"/>
                </a:solidFill>
                <a:latin typeface="Arial"/>
                <a:ea typeface="Arial"/>
                <a:cs typeface="Arial"/>
              </a:defRPr>
            </a:lvl9pPr>
          </a:lstStyle>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חבר צוות אחר</a:t>
            </a:r>
          </a:p>
          <a:p>
            <a:pPr algn="ctr" rtl="1">
              <a:lnSpc>
                <a:spcPct val="108000"/>
              </a:lnSpc>
              <a:buNone/>
              <a:defRPr sz="2400" b="0">
                <a:solidFill>
                  <a:srgbClr val="F7F7F7"/>
                </a:solidFill>
                <a:latin typeface="Arial"/>
                <a:ea typeface="Arial"/>
                <a:cs typeface="Arial"/>
              </a:defRPr>
            </a:pPr>
            <a:r>
              <a:rPr lang="he-IL" sz="2400" b="0">
                <a:solidFill>
                  <a:srgbClr val="F7F7F7"/>
                </a:solidFill>
                <a:latin typeface="Arial"/>
                <a:ea typeface="Arial"/>
                <a:cs typeface="Arial"/>
              </a:rPr>
              <a:t>קורא ומאשר</a:t>
            </a:r>
          </a:p>
        </p:txBody>
      </p:sp>
      <p:sp>
        <p:nvSpPr>
          <p:cNvPr id="20" name="text-709">
            <a:extLst>
              <a:ext uri="{FF2B5EF4-FFF2-40B4-BE49-F238E27FC236}">
                <a16:creationId xmlns:a16="http://schemas.microsoft.com/office/drawing/2014/main" id="{0D59E057-AFD4-4D9A-9863-AF5B2FDA4214}"/>
              </a:ext>
            </a:extLst>
          </p:cNvPr>
          <p:cNvSpPr>
            <a:spLocks noGrp="1"/>
          </p:cNvSpPr>
          <p:nvPr/>
        </p:nvSpPr>
        <p:spPr>
          <a:xfrm>
            <a:off x="523875" y="5762625"/>
            <a:ext cx="8096250" cy="476250"/>
          </a:xfrm>
          <a:prstGeom prst="rect">
            <a:avLst/>
          </a:prstGeom>
          <a:noFill/>
          <a:ln w="0">
            <a:noFill/>
          </a:ln>
        </p:spPr>
        <p:txBody>
          <a:bodyPr wrap="square" lIns="0" tIns="0" rIns="0" bIns="0" anchor="t">
            <a:noAutofit/>
          </a:bodyPr>
          <a:lstStyle>
            <a:defPPr algn="r">
              <a:defRPr sz="2475" b="1">
                <a:solidFill>
                  <a:srgbClr val="88FF88"/>
                </a:solidFill>
                <a:latin typeface="Arial"/>
                <a:ea typeface="Arial"/>
                <a:cs typeface="Arial"/>
              </a:defRPr>
            </a:defPPr>
            <a:lvl1pPr algn="r">
              <a:defRPr sz="2475" b="1">
                <a:solidFill>
                  <a:srgbClr val="88FF88"/>
                </a:solidFill>
                <a:latin typeface="Arial"/>
                <a:ea typeface="Arial"/>
                <a:cs typeface="Arial"/>
              </a:defRPr>
            </a:lvl1pPr>
            <a:lvl2pPr algn="r">
              <a:defRPr sz="2475" b="1">
                <a:solidFill>
                  <a:srgbClr val="88FF88"/>
                </a:solidFill>
                <a:latin typeface="Arial"/>
                <a:ea typeface="Arial"/>
                <a:cs typeface="Arial"/>
              </a:defRPr>
            </a:lvl2pPr>
            <a:lvl3pPr algn="r">
              <a:defRPr sz="2475" b="1">
                <a:solidFill>
                  <a:srgbClr val="88FF88"/>
                </a:solidFill>
                <a:latin typeface="Arial"/>
                <a:ea typeface="Arial"/>
                <a:cs typeface="Arial"/>
              </a:defRPr>
            </a:lvl3pPr>
            <a:lvl4pPr algn="r">
              <a:defRPr sz="2475" b="1">
                <a:solidFill>
                  <a:srgbClr val="88FF88"/>
                </a:solidFill>
                <a:latin typeface="Arial"/>
                <a:ea typeface="Arial"/>
                <a:cs typeface="Arial"/>
              </a:defRPr>
            </a:lvl4pPr>
            <a:lvl5pPr algn="r">
              <a:defRPr sz="2475" b="1">
                <a:solidFill>
                  <a:srgbClr val="88FF88"/>
                </a:solidFill>
                <a:latin typeface="Arial"/>
                <a:ea typeface="Arial"/>
                <a:cs typeface="Arial"/>
              </a:defRPr>
            </a:lvl5pPr>
            <a:lvl6pPr algn="r">
              <a:defRPr sz="2475" b="1">
                <a:solidFill>
                  <a:srgbClr val="88FF88"/>
                </a:solidFill>
                <a:latin typeface="Arial"/>
                <a:ea typeface="Arial"/>
                <a:cs typeface="Arial"/>
              </a:defRPr>
            </a:lvl6pPr>
            <a:lvl7pPr algn="r">
              <a:defRPr sz="2475" b="1">
                <a:solidFill>
                  <a:srgbClr val="88FF88"/>
                </a:solidFill>
                <a:latin typeface="Arial"/>
                <a:ea typeface="Arial"/>
                <a:cs typeface="Arial"/>
              </a:defRPr>
            </a:lvl7pPr>
            <a:lvl8pPr algn="r">
              <a:defRPr sz="2475" b="1">
                <a:solidFill>
                  <a:srgbClr val="88FF88"/>
                </a:solidFill>
                <a:latin typeface="Arial"/>
                <a:ea typeface="Arial"/>
                <a:cs typeface="Arial"/>
              </a:defRPr>
            </a:lvl8pPr>
            <a:lvl9pPr algn="r">
              <a:defRPr sz="2475" b="1">
                <a:solidFill>
                  <a:srgbClr val="88FF88"/>
                </a:solidFill>
                <a:latin typeface="Arial"/>
                <a:ea typeface="Arial"/>
                <a:cs typeface="Arial"/>
              </a:defRPr>
            </a:lvl9pPr>
          </a:lstStyle>
          <a:p>
            <a:pPr algn="r" rtl="1">
              <a:lnSpc>
                <a:spcPct val="108000"/>
              </a:lnSpc>
              <a:buNone/>
              <a:defRPr sz="2475" b="1">
                <a:solidFill>
                  <a:srgbClr val="88FF88"/>
                </a:solidFill>
                <a:latin typeface="Arial"/>
                <a:ea typeface="Arial"/>
                <a:cs typeface="Arial"/>
              </a:defRPr>
            </a:pPr>
            <a:r>
              <a:rPr lang="he-IL" sz="2475" b="1">
                <a:solidFill>
                  <a:srgbClr val="88FF88"/>
                </a:solidFill>
                <a:latin typeface="Arial"/>
                <a:ea typeface="Arial"/>
                <a:cs typeface="Arial"/>
              </a:rPr>
              <a:t>README: שם המשחק ושמות כל חברי הצוות</a:t>
            </a:r>
          </a:p>
        </p:txBody>
      </p:sp>
    </p:spTree>
    <p:extLst>
      <p:ext uri="{BB962C8B-B14F-4D97-AF65-F5344CB8AC3E}">
        <p14:creationId xmlns:p14="http://schemas.microsoft.com/office/powerpoint/2010/main" val="256839023"/>
      </p:ext>
    </p:extLst>
  </p:cSld>
  <p:clrMapOvr>
    <a:masterClrMapping/>
  </p:clrMapOvr>
  <mc:AlternateContent xmlns:mc="http://schemas.openxmlformats.org/markup-compatibility/2006">
    <mc:Choice xmlns:p14="http://schemas.microsoft.com/office/powerpoint/2010/main" Requires="p14">
      <p:transition spd="slow" p14:dur="800">
        <p:push dir="r"/>
      </p:transition>
    </mc:Choice>
    <mc:Fallback>
      <p:transition spd="slow">
        <p:push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2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2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2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2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2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9" grpId="0"/>
      <p:bldP spid="20"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3774</Words>
  <Application>Microsoft Office PowerPoint</Application>
  <DocSecurity>0</DocSecurity>
  <PresentationFormat>Custom</PresentationFormat>
  <Paragraphs>598</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Aptos</vt: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Victor</cp:lastModifiedBy>
  <cp:revision>1</cp:revision>
  <dcterms:created xsi:type="dcterms:W3CDTF">2026-10-21T13:31:47Z</dcterms:created>
  <dcterms:modified xsi:type="dcterms:W3CDTF">2026-10-21T13:32:14Z</dcterms:modified>
</cp:coreProperties>
</file>